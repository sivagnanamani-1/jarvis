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0"/>
  </p:notesMasterIdLst>
  <p:sldIdLst>
    <p:sldId id="256" r:id="rId2"/>
    <p:sldId id="257" r:id="rId3"/>
    <p:sldId id="258" r:id="rId4"/>
    <p:sldId id="356" r:id="rId5"/>
    <p:sldId id="260" r:id="rId6"/>
    <p:sldId id="358" r:id="rId7"/>
    <p:sldId id="359" r:id="rId8"/>
    <p:sldId id="261" r:id="rId9"/>
    <p:sldId id="350" r:id="rId10"/>
    <p:sldId id="351" r:id="rId11"/>
    <p:sldId id="352" r:id="rId12"/>
    <p:sldId id="353" r:id="rId13"/>
    <p:sldId id="310" r:id="rId14"/>
    <p:sldId id="360" r:id="rId15"/>
    <p:sldId id="361" r:id="rId16"/>
    <p:sldId id="262" r:id="rId17"/>
    <p:sldId id="355" r:id="rId18"/>
    <p:sldId id="263" r:id="rId19"/>
    <p:sldId id="264" r:id="rId20"/>
    <p:sldId id="265" r:id="rId21"/>
    <p:sldId id="266" r:id="rId22"/>
    <p:sldId id="267" r:id="rId23"/>
    <p:sldId id="268" r:id="rId24"/>
    <p:sldId id="269" r:id="rId25"/>
    <p:sldId id="270" r:id="rId26"/>
    <p:sldId id="271" r:id="rId27"/>
    <p:sldId id="272" r:id="rId28"/>
    <p:sldId id="273" r:id="rId29"/>
    <p:sldId id="274" r:id="rId30"/>
    <p:sldId id="275" r:id="rId31"/>
    <p:sldId id="276" r:id="rId32"/>
    <p:sldId id="277" r:id="rId33"/>
    <p:sldId id="278" r:id="rId34"/>
    <p:sldId id="279" r:id="rId35"/>
    <p:sldId id="280" r:id="rId36"/>
    <p:sldId id="281" r:id="rId37"/>
    <p:sldId id="284" r:id="rId38"/>
    <p:sldId id="285" r:id="rId39"/>
    <p:sldId id="286" r:id="rId40"/>
    <p:sldId id="287" r:id="rId41"/>
    <p:sldId id="288" r:id="rId42"/>
    <p:sldId id="289" r:id="rId43"/>
    <p:sldId id="290" r:id="rId44"/>
    <p:sldId id="324" r:id="rId45"/>
    <p:sldId id="339" r:id="rId46"/>
    <p:sldId id="325" r:id="rId47"/>
    <p:sldId id="326" r:id="rId48"/>
    <p:sldId id="292" r:id="rId49"/>
    <p:sldId id="293" r:id="rId50"/>
    <p:sldId id="294" r:id="rId51"/>
    <p:sldId id="295" r:id="rId52"/>
    <p:sldId id="296" r:id="rId53"/>
    <p:sldId id="297" r:id="rId54"/>
    <p:sldId id="298" r:id="rId55"/>
    <p:sldId id="299" r:id="rId56"/>
    <p:sldId id="331" r:id="rId57"/>
    <p:sldId id="354" r:id="rId58"/>
    <p:sldId id="338" r:id="rId59"/>
    <p:sldId id="301" r:id="rId60"/>
    <p:sldId id="348" r:id="rId61"/>
    <p:sldId id="362" r:id="rId62"/>
    <p:sldId id="302" r:id="rId63"/>
    <p:sldId id="363" r:id="rId64"/>
    <p:sldId id="364" r:id="rId65"/>
    <p:sldId id="340" r:id="rId66"/>
    <p:sldId id="341" r:id="rId67"/>
    <p:sldId id="365" r:id="rId68"/>
    <p:sldId id="303" r:id="rId69"/>
  </p:sldIdLst>
  <p:sldSz cx="6858000" cy="9906000" type="A4"/>
  <p:notesSz cx="6858000" cy="9906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C5F2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4BF684-43F3-42EA-BAC5-537934626245}" v="84" dt="2026-08-17T16:02:50.849"/>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0" d="100"/>
          <a:sy n="60" d="100"/>
        </p:scale>
        <p:origin x="2700"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68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96888"/>
          </a:xfrm>
          <a:prstGeom prst="rect">
            <a:avLst/>
          </a:prstGeom>
        </p:spPr>
        <p:txBody>
          <a:bodyPr vert="horz" lIns="91440" tIns="45720" rIns="91440" bIns="45720" rtlCol="0"/>
          <a:lstStyle>
            <a:lvl1pPr algn="r">
              <a:defRPr sz="1200"/>
            </a:lvl1pPr>
          </a:lstStyle>
          <a:p>
            <a:fld id="{7360C042-1B90-414D-BBF4-834B697A0AC7}" type="datetimeFigureOut">
              <a:rPr lang="en-IN" smtClean="0"/>
              <a:t>18-08-2026</a:t>
            </a:fld>
            <a:endParaRPr lang="en-IN"/>
          </a:p>
        </p:txBody>
      </p:sp>
      <p:sp>
        <p:nvSpPr>
          <p:cNvPr id="4" name="Slide Image Placeholder 3"/>
          <p:cNvSpPr>
            <a:spLocks noGrp="1" noRot="1" noChangeAspect="1"/>
          </p:cNvSpPr>
          <p:nvPr>
            <p:ph type="sldImg" idx="2"/>
          </p:nvPr>
        </p:nvSpPr>
        <p:spPr>
          <a:xfrm>
            <a:off x="2271713" y="1238250"/>
            <a:ext cx="2314575" cy="33432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767263"/>
            <a:ext cx="5486400" cy="39004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09113"/>
            <a:ext cx="2971800" cy="4968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9409113"/>
            <a:ext cx="2971800" cy="496887"/>
          </a:xfrm>
          <a:prstGeom prst="rect">
            <a:avLst/>
          </a:prstGeom>
        </p:spPr>
        <p:txBody>
          <a:bodyPr vert="horz" lIns="91440" tIns="45720" rIns="91440" bIns="45720" rtlCol="0" anchor="b"/>
          <a:lstStyle>
            <a:lvl1pPr algn="r">
              <a:defRPr sz="1200"/>
            </a:lvl1pPr>
          </a:lstStyle>
          <a:p>
            <a:fld id="{F533EAD4-E61F-4C17-BDB6-0C3300E6C765}" type="slidenum">
              <a:rPr lang="en-IN" smtClean="0"/>
              <a:t>‹#›</a:t>
            </a:fld>
            <a:endParaRPr lang="en-IN"/>
          </a:p>
        </p:txBody>
      </p:sp>
    </p:spTree>
    <p:extLst>
      <p:ext uri="{BB962C8B-B14F-4D97-AF65-F5344CB8AC3E}">
        <p14:creationId xmlns:p14="http://schemas.microsoft.com/office/powerpoint/2010/main" val="6845020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3F8C1BB-CE21-40DC-82FC-16D7D23EF16F}" type="slidenum">
              <a:rPr lang="en-US" smtClean="0"/>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3F8C1BB-CE21-40DC-82FC-16D7D23EF16F}" type="slidenum">
              <a:rPr lang="en-US" smtClean="0"/>
              <a:t>5</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B3F8C1BB-CE21-40DC-82FC-16D7D23EF16F}" type="slidenum">
              <a:rPr lang="en-US" smtClean="0"/>
              <a:t>6</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p6:notes"/>
          <p:cNvSpPr txBox="1">
            <a:spLocks noGrp="1"/>
          </p:cNvSpPr>
          <p:nvPr>
            <p:ph type="body" idx="1"/>
          </p:nvPr>
        </p:nvSpPr>
        <p:spPr>
          <a:xfrm>
            <a:off x="685800" y="4767263"/>
            <a:ext cx="54864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 name="Google Shape;75;p6:notes"/>
          <p:cNvSpPr>
            <a:spLocks noGrp="1" noRot="1" noChangeAspect="1"/>
          </p:cNvSpPr>
          <p:nvPr>
            <p:ph type="sldImg" idx="2"/>
          </p:nvPr>
        </p:nvSpPr>
        <p:spPr>
          <a:xfrm>
            <a:off x="2271713" y="1238250"/>
            <a:ext cx="2314575"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7:notes"/>
          <p:cNvSpPr txBox="1">
            <a:spLocks noGrp="1"/>
          </p:cNvSpPr>
          <p:nvPr>
            <p:ph type="body" idx="1"/>
          </p:nvPr>
        </p:nvSpPr>
        <p:spPr>
          <a:xfrm>
            <a:off x="685800" y="4767263"/>
            <a:ext cx="54864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 name="Google Shape;81;p7:notes"/>
          <p:cNvSpPr>
            <a:spLocks noGrp="1" noRot="1" noChangeAspect="1"/>
          </p:cNvSpPr>
          <p:nvPr>
            <p:ph type="sldImg" idx="2"/>
          </p:nvPr>
        </p:nvSpPr>
        <p:spPr>
          <a:xfrm>
            <a:off x="2271713" y="1238250"/>
            <a:ext cx="2314575"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8:notes"/>
          <p:cNvSpPr txBox="1">
            <a:spLocks noGrp="1"/>
          </p:cNvSpPr>
          <p:nvPr>
            <p:ph type="body" idx="1"/>
          </p:nvPr>
        </p:nvSpPr>
        <p:spPr>
          <a:xfrm>
            <a:off x="685800" y="4767263"/>
            <a:ext cx="54864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8:notes"/>
          <p:cNvSpPr>
            <a:spLocks noGrp="1" noRot="1" noChangeAspect="1"/>
          </p:cNvSpPr>
          <p:nvPr>
            <p:ph type="sldImg" idx="2"/>
          </p:nvPr>
        </p:nvSpPr>
        <p:spPr>
          <a:xfrm>
            <a:off x="2271713" y="1238250"/>
            <a:ext cx="2314575"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9:notes"/>
          <p:cNvSpPr txBox="1">
            <a:spLocks noGrp="1"/>
          </p:cNvSpPr>
          <p:nvPr>
            <p:ph type="body" idx="1"/>
          </p:nvPr>
        </p:nvSpPr>
        <p:spPr>
          <a:xfrm>
            <a:off x="685800" y="4767263"/>
            <a:ext cx="54864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 name="Google Shape;97;p9:notes"/>
          <p:cNvSpPr>
            <a:spLocks noGrp="1" noRot="1" noChangeAspect="1"/>
          </p:cNvSpPr>
          <p:nvPr>
            <p:ph type="sldImg" idx="2"/>
          </p:nvPr>
        </p:nvSpPr>
        <p:spPr>
          <a:xfrm>
            <a:off x="2271713" y="1238250"/>
            <a:ext cx="2314575"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10:notes"/>
          <p:cNvSpPr txBox="1">
            <a:spLocks noGrp="1"/>
          </p:cNvSpPr>
          <p:nvPr>
            <p:ph type="body" idx="1"/>
          </p:nvPr>
        </p:nvSpPr>
        <p:spPr>
          <a:xfrm>
            <a:off x="685800" y="4767263"/>
            <a:ext cx="54864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10:notes"/>
          <p:cNvSpPr>
            <a:spLocks noGrp="1" noRot="1" noChangeAspect="1"/>
          </p:cNvSpPr>
          <p:nvPr>
            <p:ph type="sldImg" idx="2"/>
          </p:nvPr>
        </p:nvSpPr>
        <p:spPr>
          <a:xfrm>
            <a:off x="2271713" y="1238250"/>
            <a:ext cx="2314575"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p:cNvGrpSpPr/>
        <p:nvPr/>
      </p:nvGrpSpPr>
      <p:grpSpPr>
        <a:xfrm>
          <a:off x="0" y="0"/>
          <a:ext cx="0" cy="0"/>
          <a:chOff x="0" y="0"/>
          <a:chExt cx="0" cy="0"/>
        </a:xfrm>
      </p:grpSpPr>
      <p:sp>
        <p:nvSpPr>
          <p:cNvPr id="658" name="Google Shape;658;p76:notes"/>
          <p:cNvSpPr txBox="1">
            <a:spLocks noGrp="1"/>
          </p:cNvSpPr>
          <p:nvPr>
            <p:ph type="body" idx="1"/>
          </p:nvPr>
        </p:nvSpPr>
        <p:spPr>
          <a:xfrm>
            <a:off x="685800" y="4767263"/>
            <a:ext cx="54864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9" name="Google Shape;659;p76:notes"/>
          <p:cNvSpPr>
            <a:spLocks noGrp="1" noRot="1" noChangeAspect="1"/>
          </p:cNvSpPr>
          <p:nvPr>
            <p:ph type="sldImg" idx="2"/>
          </p:nvPr>
        </p:nvSpPr>
        <p:spPr>
          <a:xfrm>
            <a:off x="2271713" y="1238250"/>
            <a:ext cx="2314575"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7">
          <a:extLst>
            <a:ext uri="{FF2B5EF4-FFF2-40B4-BE49-F238E27FC236}">
              <a16:creationId xmlns:a16="http://schemas.microsoft.com/office/drawing/2014/main" id="{7CCA5D85-EBA2-1C50-C47D-D7EBAF0A4274}"/>
            </a:ext>
          </a:extLst>
        </p:cNvPr>
        <p:cNvGrpSpPr/>
        <p:nvPr/>
      </p:nvGrpSpPr>
      <p:grpSpPr>
        <a:xfrm>
          <a:off x="0" y="0"/>
          <a:ext cx="0" cy="0"/>
          <a:chOff x="0" y="0"/>
          <a:chExt cx="0" cy="0"/>
        </a:xfrm>
      </p:grpSpPr>
      <p:sp>
        <p:nvSpPr>
          <p:cNvPr id="658" name="Google Shape;658;p76:notes">
            <a:extLst>
              <a:ext uri="{FF2B5EF4-FFF2-40B4-BE49-F238E27FC236}">
                <a16:creationId xmlns:a16="http://schemas.microsoft.com/office/drawing/2014/main" id="{B8B9DEF1-E9EB-FAAB-AE5F-24E912232ADD}"/>
              </a:ext>
            </a:extLst>
          </p:cNvPr>
          <p:cNvSpPr txBox="1">
            <a:spLocks noGrp="1"/>
          </p:cNvSpPr>
          <p:nvPr>
            <p:ph type="body" idx="1"/>
          </p:nvPr>
        </p:nvSpPr>
        <p:spPr>
          <a:xfrm>
            <a:off x="685800" y="4767263"/>
            <a:ext cx="5486400" cy="390048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9" name="Google Shape;659;p76:notes">
            <a:extLst>
              <a:ext uri="{FF2B5EF4-FFF2-40B4-BE49-F238E27FC236}">
                <a16:creationId xmlns:a16="http://schemas.microsoft.com/office/drawing/2014/main" id="{A7C26DF0-3DDF-6F83-24A8-4FE335652E32}"/>
              </a:ext>
            </a:extLst>
          </p:cNvPr>
          <p:cNvSpPr>
            <a:spLocks noGrp="1" noRot="1" noChangeAspect="1"/>
          </p:cNvSpPr>
          <p:nvPr>
            <p:ph type="sldImg" idx="2"/>
          </p:nvPr>
        </p:nvSpPr>
        <p:spPr>
          <a:xfrm>
            <a:off x="2271713" y="1238250"/>
            <a:ext cx="2314575" cy="334327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9969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14350" y="3070860"/>
            <a:ext cx="5829300" cy="208025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028700" y="5547360"/>
            <a:ext cx="4800600" cy="2476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538235"/>
                </a:solidFill>
                <a:latin typeface="Calibri Light"/>
                <a:cs typeface="Calibri Light"/>
              </a:defRPr>
            </a:lvl1pPr>
          </a:lstStyle>
          <a:p>
            <a:endParaRPr/>
          </a:p>
        </p:txBody>
      </p:sp>
      <p:sp>
        <p:nvSpPr>
          <p:cNvPr id="3" name="Holder 3"/>
          <p:cNvSpPr>
            <a:spLocks noGrp="1"/>
          </p:cNvSpPr>
          <p:nvPr>
            <p:ph type="body" idx="1"/>
          </p:nvPr>
        </p:nvSpPr>
        <p:spPr/>
        <p:txBody>
          <a:bodyPr lIns="0" tIns="0" rIns="0" bIns="0"/>
          <a:lstStyle>
            <a:lvl1pPr>
              <a:defRPr sz="3500" b="0" i="0">
                <a:solidFill>
                  <a:srgbClr val="538235"/>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538235"/>
                </a:solidFill>
                <a:latin typeface="Calibri Light"/>
                <a:cs typeface="Calibri Light"/>
              </a:defRPr>
            </a:lvl1pPr>
          </a:lstStyle>
          <a:p>
            <a:endParaRPr/>
          </a:p>
        </p:txBody>
      </p:sp>
      <p:sp>
        <p:nvSpPr>
          <p:cNvPr id="3" name="Holder 3"/>
          <p:cNvSpPr>
            <a:spLocks noGrp="1"/>
          </p:cNvSpPr>
          <p:nvPr>
            <p:ph sz="half" idx="2"/>
          </p:nvPr>
        </p:nvSpPr>
        <p:spPr>
          <a:xfrm>
            <a:off x="342900" y="2278380"/>
            <a:ext cx="2983230" cy="653796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3531870" y="2278380"/>
            <a:ext cx="2983230" cy="653796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500" b="0" i="0">
                <a:solidFill>
                  <a:srgbClr val="538235"/>
                </a:solidFill>
                <a:latin typeface="Calibri Light"/>
                <a:cs typeface="Calibri Light"/>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20"/>
        <p:cNvGrpSpPr/>
        <p:nvPr/>
      </p:nvGrpSpPr>
      <p:grpSpPr>
        <a:xfrm>
          <a:off x="0" y="0"/>
          <a:ext cx="0" cy="0"/>
          <a:chOff x="0" y="0"/>
          <a:chExt cx="0" cy="0"/>
        </a:xfrm>
      </p:grpSpPr>
      <p:sp>
        <p:nvSpPr>
          <p:cNvPr id="21" name="Google Shape;21;p93"/>
          <p:cNvSpPr txBox="1">
            <a:spLocks noGrp="1"/>
          </p:cNvSpPr>
          <p:nvPr>
            <p:ph type="title"/>
          </p:nvPr>
        </p:nvSpPr>
        <p:spPr>
          <a:xfrm>
            <a:off x="2995549" y="274777"/>
            <a:ext cx="866901" cy="45402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2800" b="0" i="0">
                <a:solidFill>
                  <a:srgbClr val="538235"/>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93"/>
          <p:cNvSpPr txBox="1">
            <a:spLocks noGrp="1"/>
          </p:cNvSpPr>
          <p:nvPr>
            <p:ph type="body" idx="1"/>
          </p:nvPr>
        </p:nvSpPr>
        <p:spPr>
          <a:xfrm>
            <a:off x="1020394" y="2437003"/>
            <a:ext cx="4817211" cy="2567304"/>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4500" b="0" i="0">
                <a:solidFill>
                  <a:srgbClr val="538235"/>
                </a:solidFill>
                <a:latin typeface="Calibri"/>
                <a:ea typeface="Calibri"/>
                <a:cs typeface="Calibri"/>
                <a:sym typeface="Calibri"/>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3" name="Google Shape;23;p93"/>
          <p:cNvSpPr txBox="1">
            <a:spLocks noGrp="1"/>
          </p:cNvSpPr>
          <p:nvPr>
            <p:ph type="ftr" idx="11"/>
          </p:nvPr>
        </p:nvSpPr>
        <p:spPr>
          <a:xfrm>
            <a:off x="2331720" y="9212580"/>
            <a:ext cx="2194560" cy="4953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93"/>
          <p:cNvSpPr txBox="1">
            <a:spLocks noGrp="1"/>
          </p:cNvSpPr>
          <p:nvPr>
            <p:ph type="dt" idx="10"/>
          </p:nvPr>
        </p:nvSpPr>
        <p:spPr>
          <a:xfrm>
            <a:off x="342900" y="9212580"/>
            <a:ext cx="1577340" cy="4953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93"/>
          <p:cNvSpPr txBox="1">
            <a:spLocks noGrp="1"/>
          </p:cNvSpPr>
          <p:nvPr>
            <p:ph type="sldNum" idx="12"/>
          </p:nvPr>
        </p:nvSpPr>
        <p:spPr>
          <a:xfrm>
            <a:off x="4937760" y="9212580"/>
            <a:ext cx="1577340" cy="495300"/>
          </a:xfrm>
          <a:prstGeom prst="rect">
            <a:avLst/>
          </a:prstGeom>
          <a:noFill/>
          <a:ln>
            <a:noFill/>
          </a:ln>
        </p:spPr>
        <p:txBody>
          <a:bodyPr spcFirstLastPara="1" wrap="square" lIns="0" tIns="0" rIns="0" bIns="0" anchor="t" anchorCtr="0">
            <a:sp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sz="1800" b="0" i="0" u="none" strike="noStrike" cap="none">
              <a:latin typeface="Calibri"/>
              <a:ea typeface="Calibri"/>
              <a:cs typeface="Calibri"/>
              <a:sym typeface="Calibri"/>
            </a:endParaRPr>
          </a:p>
        </p:txBody>
      </p:sp>
    </p:spTree>
    <p:extLst>
      <p:ext uri="{BB962C8B-B14F-4D97-AF65-F5344CB8AC3E}">
        <p14:creationId xmlns:p14="http://schemas.microsoft.com/office/powerpoint/2010/main" val="4574372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8" cstate="print"/>
          <a:stretch>
            <a:fillRect/>
          </a:stretch>
        </p:blipFill>
        <p:spPr>
          <a:xfrm>
            <a:off x="0" y="0"/>
            <a:ext cx="6857999" cy="9905998"/>
          </a:xfrm>
          <a:prstGeom prst="rect">
            <a:avLst/>
          </a:prstGeom>
        </p:spPr>
      </p:pic>
      <p:sp>
        <p:nvSpPr>
          <p:cNvPr id="2" name="Holder 2"/>
          <p:cNvSpPr>
            <a:spLocks noGrp="1"/>
          </p:cNvSpPr>
          <p:nvPr>
            <p:ph type="title"/>
          </p:nvPr>
        </p:nvSpPr>
        <p:spPr>
          <a:xfrm>
            <a:off x="783132" y="3053918"/>
            <a:ext cx="5302250" cy="1948814"/>
          </a:xfrm>
          <a:prstGeom prst="rect">
            <a:avLst/>
          </a:prstGeom>
        </p:spPr>
        <p:txBody>
          <a:bodyPr wrap="square" lIns="0" tIns="0" rIns="0" bIns="0">
            <a:spAutoFit/>
          </a:bodyPr>
          <a:lstStyle>
            <a:lvl1pPr>
              <a:defRPr sz="4500" b="0" i="0">
                <a:solidFill>
                  <a:srgbClr val="538235"/>
                </a:solidFill>
                <a:latin typeface="Calibri Light"/>
                <a:cs typeface="Calibri Light"/>
              </a:defRPr>
            </a:lvl1pPr>
          </a:lstStyle>
          <a:p>
            <a:endParaRPr/>
          </a:p>
        </p:txBody>
      </p:sp>
      <p:sp>
        <p:nvSpPr>
          <p:cNvPr id="3" name="Holder 3"/>
          <p:cNvSpPr>
            <a:spLocks noGrp="1"/>
          </p:cNvSpPr>
          <p:nvPr>
            <p:ph type="body" idx="1"/>
          </p:nvPr>
        </p:nvSpPr>
        <p:spPr>
          <a:xfrm>
            <a:off x="504240" y="4803089"/>
            <a:ext cx="5722620" cy="3682365"/>
          </a:xfrm>
          <a:prstGeom prst="rect">
            <a:avLst/>
          </a:prstGeom>
        </p:spPr>
        <p:txBody>
          <a:bodyPr wrap="square" lIns="0" tIns="0" rIns="0" bIns="0">
            <a:spAutoFit/>
          </a:bodyPr>
          <a:lstStyle>
            <a:lvl1pPr>
              <a:defRPr sz="3500" b="0" i="0">
                <a:solidFill>
                  <a:srgbClr val="538235"/>
                </a:solidFill>
                <a:latin typeface="Calibri"/>
                <a:cs typeface="Calibri"/>
              </a:defRPr>
            </a:lvl1pPr>
          </a:lstStyle>
          <a:p>
            <a:endParaRPr/>
          </a:p>
        </p:txBody>
      </p:sp>
      <p:sp>
        <p:nvSpPr>
          <p:cNvPr id="4" name="Holder 4"/>
          <p:cNvSpPr>
            <a:spLocks noGrp="1"/>
          </p:cNvSpPr>
          <p:nvPr>
            <p:ph type="ftr" sz="quarter" idx="5"/>
          </p:nvPr>
        </p:nvSpPr>
        <p:spPr>
          <a:xfrm>
            <a:off x="2331720" y="9212580"/>
            <a:ext cx="2194560" cy="4953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9212580"/>
            <a:ext cx="1577340" cy="4953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8/18/2026</a:t>
            </a:fld>
            <a:endParaRPr lang="en-US"/>
          </a:p>
        </p:txBody>
      </p:sp>
      <p:sp>
        <p:nvSpPr>
          <p:cNvPr id="6" name="Holder 6"/>
          <p:cNvSpPr>
            <a:spLocks noGrp="1"/>
          </p:cNvSpPr>
          <p:nvPr>
            <p:ph type="sldNum" sz="quarter" idx="7"/>
          </p:nvPr>
        </p:nvSpPr>
        <p:spPr>
          <a:xfrm>
            <a:off x="4937760" y="9212580"/>
            <a:ext cx="1577340" cy="4953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slide" Target="slide15.xml"/><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hyperlink" Target="https://annals.math.princeton.edu/wp-content/uploads/annals-v160-n2-p12.pdf" TargetMode="External"/><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www.geeksforgeeks.org/computer-networks/implementation-diffie-hellman-algorithm/" TargetMode="External"/><Relationship Id="rId1" Type="http://schemas.openxmlformats.org/officeDocument/2006/relationships/slideLayout" Target="../slideLayouts/slideLayout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858000" cy="99059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6858000" cy="990599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0570" y="4040504"/>
            <a:ext cx="5570220" cy="391160"/>
          </a:xfrm>
          <a:prstGeom prst="rect">
            <a:avLst/>
          </a:prstGeom>
        </p:spPr>
        <p:txBody>
          <a:bodyPr vert="horz" wrap="square" lIns="0" tIns="12700" rIns="0" bIns="0" rtlCol="0">
            <a:spAutoFit/>
          </a:bodyPr>
          <a:lstStyle/>
          <a:p>
            <a:pPr marL="12700">
              <a:lnSpc>
                <a:spcPct val="100000"/>
              </a:lnSpc>
              <a:spcBef>
                <a:spcPts val="100"/>
              </a:spcBef>
            </a:pPr>
            <a:r>
              <a:rPr sz="2400" spc="-5" dirty="0"/>
              <a:t>Please</a:t>
            </a:r>
            <a:r>
              <a:rPr sz="2400" spc="-100" dirty="0"/>
              <a:t> </a:t>
            </a:r>
            <a:r>
              <a:rPr sz="2400" spc="-10" dirty="0"/>
              <a:t>read</a:t>
            </a:r>
            <a:r>
              <a:rPr sz="2400" spc="-110" dirty="0"/>
              <a:t> </a:t>
            </a:r>
            <a:r>
              <a:rPr sz="2400" spc="5" dirty="0"/>
              <a:t>this</a:t>
            </a:r>
            <a:r>
              <a:rPr sz="2400" spc="-85" dirty="0"/>
              <a:t> </a:t>
            </a:r>
            <a:r>
              <a:rPr sz="2400" spc="-10" dirty="0"/>
              <a:t>disclaimer</a:t>
            </a:r>
            <a:r>
              <a:rPr sz="2400" spc="-95" dirty="0"/>
              <a:t> </a:t>
            </a:r>
            <a:r>
              <a:rPr sz="2400" spc="-30" dirty="0"/>
              <a:t>before</a:t>
            </a:r>
            <a:r>
              <a:rPr sz="2400" spc="-95" dirty="0"/>
              <a:t> </a:t>
            </a:r>
            <a:r>
              <a:rPr sz="2400" spc="-20" dirty="0"/>
              <a:t>proceeding:</a:t>
            </a:r>
            <a:endParaRPr sz="2400"/>
          </a:p>
        </p:txBody>
      </p:sp>
      <p:sp>
        <p:nvSpPr>
          <p:cNvPr id="3" name="object 3"/>
          <p:cNvSpPr txBox="1"/>
          <p:nvPr/>
        </p:nvSpPr>
        <p:spPr>
          <a:xfrm>
            <a:off x="550570" y="4586477"/>
            <a:ext cx="5761355" cy="1966595"/>
          </a:xfrm>
          <a:prstGeom prst="rect">
            <a:avLst/>
          </a:prstGeom>
        </p:spPr>
        <p:txBody>
          <a:bodyPr vert="horz" wrap="square" lIns="0" tIns="33020" rIns="0" bIns="0" rtlCol="0">
            <a:spAutoFit/>
          </a:bodyPr>
          <a:lstStyle/>
          <a:p>
            <a:pPr marL="12700" marR="5080" algn="just">
              <a:lnSpc>
                <a:spcPct val="90000"/>
              </a:lnSpc>
              <a:spcBef>
                <a:spcPts val="260"/>
              </a:spcBef>
            </a:pPr>
            <a:r>
              <a:rPr sz="1400" spc="-10" dirty="0">
                <a:solidFill>
                  <a:srgbClr val="538235"/>
                </a:solidFill>
                <a:latin typeface="Calibri Light"/>
                <a:cs typeface="Calibri Light"/>
              </a:rPr>
              <a:t>This </a:t>
            </a:r>
            <a:r>
              <a:rPr sz="1400" spc="-5" dirty="0">
                <a:solidFill>
                  <a:srgbClr val="538235"/>
                </a:solidFill>
                <a:latin typeface="Calibri Light"/>
                <a:cs typeface="Calibri Light"/>
              </a:rPr>
              <a:t>document is </a:t>
            </a:r>
            <a:r>
              <a:rPr sz="1400" spc="-10" dirty="0">
                <a:solidFill>
                  <a:srgbClr val="538235"/>
                </a:solidFill>
                <a:latin typeface="Calibri Light"/>
                <a:cs typeface="Calibri Light"/>
              </a:rPr>
              <a:t>confidential and intended solely </a:t>
            </a:r>
            <a:r>
              <a:rPr sz="1400" spc="-20" dirty="0">
                <a:solidFill>
                  <a:srgbClr val="538235"/>
                </a:solidFill>
                <a:latin typeface="Calibri Light"/>
                <a:cs typeface="Calibri Light"/>
              </a:rPr>
              <a:t>for </a:t>
            </a:r>
            <a:r>
              <a:rPr sz="1400" spc="-10" dirty="0">
                <a:solidFill>
                  <a:srgbClr val="538235"/>
                </a:solidFill>
                <a:latin typeface="Calibri Light"/>
                <a:cs typeface="Calibri Light"/>
              </a:rPr>
              <a:t>the </a:t>
            </a:r>
            <a:r>
              <a:rPr sz="1400" spc="-5" dirty="0">
                <a:solidFill>
                  <a:srgbClr val="538235"/>
                </a:solidFill>
                <a:latin typeface="Calibri Light"/>
                <a:cs typeface="Calibri Light"/>
              </a:rPr>
              <a:t>educational </a:t>
            </a:r>
            <a:r>
              <a:rPr sz="1400" spc="-10" dirty="0">
                <a:solidFill>
                  <a:srgbClr val="538235"/>
                </a:solidFill>
                <a:latin typeface="Calibri Light"/>
                <a:cs typeface="Calibri Light"/>
              </a:rPr>
              <a:t>purpose </a:t>
            </a:r>
            <a:r>
              <a:rPr sz="1400" spc="10" dirty="0">
                <a:solidFill>
                  <a:srgbClr val="538235"/>
                </a:solidFill>
                <a:latin typeface="Calibri Light"/>
                <a:cs typeface="Calibri Light"/>
              </a:rPr>
              <a:t>of </a:t>
            </a:r>
            <a:r>
              <a:rPr sz="1400" spc="15" dirty="0">
                <a:solidFill>
                  <a:srgbClr val="538235"/>
                </a:solidFill>
                <a:latin typeface="Calibri Light"/>
                <a:cs typeface="Calibri Light"/>
              </a:rPr>
              <a:t> </a:t>
            </a:r>
            <a:r>
              <a:rPr sz="1400" spc="-10" dirty="0">
                <a:solidFill>
                  <a:srgbClr val="538235"/>
                </a:solidFill>
                <a:latin typeface="Calibri Light"/>
                <a:cs typeface="Calibri Light"/>
              </a:rPr>
              <a:t>RMK</a:t>
            </a:r>
            <a:r>
              <a:rPr sz="1400" spc="-5" dirty="0">
                <a:solidFill>
                  <a:srgbClr val="538235"/>
                </a:solidFill>
                <a:latin typeface="Calibri Light"/>
                <a:cs typeface="Calibri Light"/>
              </a:rPr>
              <a:t> </a:t>
            </a:r>
            <a:r>
              <a:rPr sz="1400" spc="-10" dirty="0">
                <a:solidFill>
                  <a:srgbClr val="538235"/>
                </a:solidFill>
                <a:latin typeface="Calibri Light"/>
                <a:cs typeface="Calibri Light"/>
              </a:rPr>
              <a:t>Group</a:t>
            </a:r>
            <a:r>
              <a:rPr sz="1400" spc="-5" dirty="0">
                <a:solidFill>
                  <a:srgbClr val="538235"/>
                </a:solidFill>
                <a:latin typeface="Calibri Light"/>
                <a:cs typeface="Calibri Light"/>
              </a:rPr>
              <a:t> </a:t>
            </a:r>
            <a:r>
              <a:rPr sz="1400" spc="-10" dirty="0">
                <a:solidFill>
                  <a:srgbClr val="538235"/>
                </a:solidFill>
                <a:latin typeface="Calibri Light"/>
                <a:cs typeface="Calibri Light"/>
              </a:rPr>
              <a:t>of</a:t>
            </a:r>
            <a:r>
              <a:rPr sz="1400" spc="-5" dirty="0">
                <a:solidFill>
                  <a:srgbClr val="538235"/>
                </a:solidFill>
                <a:latin typeface="Calibri Light"/>
                <a:cs typeface="Calibri Light"/>
              </a:rPr>
              <a:t> </a:t>
            </a:r>
            <a:r>
              <a:rPr sz="1400" spc="-10" dirty="0">
                <a:solidFill>
                  <a:srgbClr val="538235"/>
                </a:solidFill>
                <a:latin typeface="Calibri Light"/>
                <a:cs typeface="Calibri Light"/>
              </a:rPr>
              <a:t>Educational</a:t>
            </a:r>
            <a:r>
              <a:rPr sz="1400" spc="-5" dirty="0">
                <a:solidFill>
                  <a:srgbClr val="538235"/>
                </a:solidFill>
                <a:latin typeface="Calibri Light"/>
                <a:cs typeface="Calibri Light"/>
              </a:rPr>
              <a:t> </a:t>
            </a:r>
            <a:r>
              <a:rPr sz="1400" spc="-10" dirty="0">
                <a:solidFill>
                  <a:srgbClr val="538235"/>
                </a:solidFill>
                <a:latin typeface="Calibri Light"/>
                <a:cs typeface="Calibri Light"/>
              </a:rPr>
              <a:t>Institutions.</a:t>
            </a:r>
            <a:r>
              <a:rPr sz="1400" spc="-5" dirty="0">
                <a:solidFill>
                  <a:srgbClr val="538235"/>
                </a:solidFill>
                <a:latin typeface="Calibri Light"/>
                <a:cs typeface="Calibri Light"/>
              </a:rPr>
              <a:t> If</a:t>
            </a:r>
            <a:r>
              <a:rPr sz="1400" dirty="0">
                <a:solidFill>
                  <a:srgbClr val="538235"/>
                </a:solidFill>
                <a:latin typeface="Calibri Light"/>
                <a:cs typeface="Calibri Light"/>
              </a:rPr>
              <a:t> </a:t>
            </a:r>
            <a:r>
              <a:rPr sz="1400" spc="-15" dirty="0">
                <a:solidFill>
                  <a:srgbClr val="538235"/>
                </a:solidFill>
                <a:latin typeface="Calibri Light"/>
                <a:cs typeface="Calibri Light"/>
              </a:rPr>
              <a:t>you</a:t>
            </a:r>
            <a:r>
              <a:rPr sz="1400" spc="-10" dirty="0">
                <a:solidFill>
                  <a:srgbClr val="538235"/>
                </a:solidFill>
                <a:latin typeface="Calibri Light"/>
                <a:cs typeface="Calibri Light"/>
              </a:rPr>
              <a:t> </a:t>
            </a:r>
            <a:r>
              <a:rPr sz="1400" spc="-20" dirty="0">
                <a:solidFill>
                  <a:srgbClr val="538235"/>
                </a:solidFill>
                <a:latin typeface="Calibri Light"/>
                <a:cs typeface="Calibri Light"/>
              </a:rPr>
              <a:t>have</a:t>
            </a:r>
            <a:r>
              <a:rPr sz="1400" spc="-15" dirty="0">
                <a:solidFill>
                  <a:srgbClr val="538235"/>
                </a:solidFill>
                <a:latin typeface="Calibri Light"/>
                <a:cs typeface="Calibri Light"/>
              </a:rPr>
              <a:t> </a:t>
            </a:r>
            <a:r>
              <a:rPr sz="1400" spc="-10" dirty="0">
                <a:solidFill>
                  <a:srgbClr val="538235"/>
                </a:solidFill>
                <a:latin typeface="Calibri Light"/>
                <a:cs typeface="Calibri Light"/>
              </a:rPr>
              <a:t>received</a:t>
            </a:r>
            <a:r>
              <a:rPr sz="1400" spc="-5" dirty="0">
                <a:solidFill>
                  <a:srgbClr val="538235"/>
                </a:solidFill>
                <a:latin typeface="Calibri Light"/>
                <a:cs typeface="Calibri Light"/>
              </a:rPr>
              <a:t> this</a:t>
            </a:r>
            <a:r>
              <a:rPr sz="1400" dirty="0">
                <a:solidFill>
                  <a:srgbClr val="538235"/>
                </a:solidFill>
                <a:latin typeface="Calibri Light"/>
                <a:cs typeface="Calibri Light"/>
              </a:rPr>
              <a:t> </a:t>
            </a:r>
            <a:r>
              <a:rPr sz="1400" spc="-10" dirty="0">
                <a:solidFill>
                  <a:srgbClr val="538235"/>
                </a:solidFill>
                <a:latin typeface="Calibri Light"/>
                <a:cs typeface="Calibri Light"/>
              </a:rPr>
              <a:t>document </a:t>
            </a:r>
            <a:r>
              <a:rPr sz="1400" spc="-5" dirty="0">
                <a:solidFill>
                  <a:srgbClr val="538235"/>
                </a:solidFill>
                <a:latin typeface="Calibri Light"/>
                <a:cs typeface="Calibri Light"/>
              </a:rPr>
              <a:t> </a:t>
            </a:r>
            <a:r>
              <a:rPr sz="1400" spc="-10" dirty="0">
                <a:solidFill>
                  <a:srgbClr val="538235"/>
                </a:solidFill>
                <a:latin typeface="Calibri Light"/>
                <a:cs typeface="Calibri Light"/>
              </a:rPr>
              <a:t>through</a:t>
            </a:r>
            <a:r>
              <a:rPr sz="1400" spc="-5" dirty="0">
                <a:solidFill>
                  <a:srgbClr val="538235"/>
                </a:solidFill>
                <a:latin typeface="Calibri Light"/>
                <a:cs typeface="Calibri Light"/>
              </a:rPr>
              <a:t> email</a:t>
            </a:r>
            <a:r>
              <a:rPr sz="1400" dirty="0">
                <a:solidFill>
                  <a:srgbClr val="538235"/>
                </a:solidFill>
                <a:latin typeface="Calibri Light"/>
                <a:cs typeface="Calibri Light"/>
              </a:rPr>
              <a:t> </a:t>
            </a:r>
            <a:r>
              <a:rPr sz="1400" spc="5" dirty="0">
                <a:solidFill>
                  <a:srgbClr val="538235"/>
                </a:solidFill>
                <a:latin typeface="Calibri Light"/>
                <a:cs typeface="Calibri Light"/>
              </a:rPr>
              <a:t>in</a:t>
            </a:r>
            <a:r>
              <a:rPr sz="1400" spc="10" dirty="0">
                <a:solidFill>
                  <a:srgbClr val="538235"/>
                </a:solidFill>
                <a:latin typeface="Calibri Light"/>
                <a:cs typeface="Calibri Light"/>
              </a:rPr>
              <a:t> </a:t>
            </a:r>
            <a:r>
              <a:rPr sz="1400" spc="-30" dirty="0">
                <a:solidFill>
                  <a:srgbClr val="538235"/>
                </a:solidFill>
                <a:latin typeface="Calibri Light"/>
                <a:cs typeface="Calibri Light"/>
              </a:rPr>
              <a:t>error,</a:t>
            </a:r>
            <a:r>
              <a:rPr sz="1400" spc="-25" dirty="0">
                <a:solidFill>
                  <a:srgbClr val="538235"/>
                </a:solidFill>
                <a:latin typeface="Calibri Light"/>
                <a:cs typeface="Calibri Light"/>
              </a:rPr>
              <a:t> </a:t>
            </a:r>
            <a:r>
              <a:rPr sz="1400" spc="-5" dirty="0">
                <a:solidFill>
                  <a:srgbClr val="538235"/>
                </a:solidFill>
                <a:latin typeface="Calibri Light"/>
                <a:cs typeface="Calibri Light"/>
              </a:rPr>
              <a:t>please</a:t>
            </a:r>
            <a:r>
              <a:rPr sz="1400" dirty="0">
                <a:solidFill>
                  <a:srgbClr val="538235"/>
                </a:solidFill>
                <a:latin typeface="Calibri Light"/>
                <a:cs typeface="Calibri Light"/>
              </a:rPr>
              <a:t> </a:t>
            </a:r>
            <a:r>
              <a:rPr sz="1400" spc="-5" dirty="0">
                <a:solidFill>
                  <a:srgbClr val="538235"/>
                </a:solidFill>
                <a:latin typeface="Calibri Light"/>
                <a:cs typeface="Calibri Light"/>
              </a:rPr>
              <a:t>notify</a:t>
            </a:r>
            <a:r>
              <a:rPr sz="1400" dirty="0">
                <a:solidFill>
                  <a:srgbClr val="538235"/>
                </a:solidFill>
                <a:latin typeface="Calibri Light"/>
                <a:cs typeface="Calibri Light"/>
              </a:rPr>
              <a:t> the</a:t>
            </a:r>
            <a:r>
              <a:rPr sz="1400" spc="5" dirty="0">
                <a:solidFill>
                  <a:srgbClr val="538235"/>
                </a:solidFill>
                <a:latin typeface="Calibri Light"/>
                <a:cs typeface="Calibri Light"/>
              </a:rPr>
              <a:t> </a:t>
            </a:r>
            <a:r>
              <a:rPr sz="1400" spc="-25" dirty="0">
                <a:solidFill>
                  <a:srgbClr val="538235"/>
                </a:solidFill>
                <a:latin typeface="Calibri Light"/>
                <a:cs typeface="Calibri Light"/>
              </a:rPr>
              <a:t>system</a:t>
            </a:r>
            <a:r>
              <a:rPr sz="1400" spc="-20" dirty="0">
                <a:solidFill>
                  <a:srgbClr val="538235"/>
                </a:solidFill>
                <a:latin typeface="Calibri Light"/>
                <a:cs typeface="Calibri Light"/>
              </a:rPr>
              <a:t> manager.</a:t>
            </a:r>
            <a:r>
              <a:rPr sz="1400" spc="-15" dirty="0">
                <a:solidFill>
                  <a:srgbClr val="538235"/>
                </a:solidFill>
                <a:latin typeface="Calibri Light"/>
                <a:cs typeface="Calibri Light"/>
              </a:rPr>
              <a:t> </a:t>
            </a:r>
            <a:r>
              <a:rPr sz="1400" spc="-10" dirty="0">
                <a:solidFill>
                  <a:srgbClr val="538235"/>
                </a:solidFill>
                <a:latin typeface="Calibri Light"/>
                <a:cs typeface="Calibri Light"/>
              </a:rPr>
              <a:t>This</a:t>
            </a:r>
            <a:r>
              <a:rPr sz="1400" spc="295" dirty="0">
                <a:solidFill>
                  <a:srgbClr val="538235"/>
                </a:solidFill>
                <a:latin typeface="Calibri Light"/>
                <a:cs typeface="Calibri Light"/>
              </a:rPr>
              <a:t> </a:t>
            </a:r>
            <a:r>
              <a:rPr sz="1400" spc="-5" dirty="0">
                <a:solidFill>
                  <a:srgbClr val="538235"/>
                </a:solidFill>
                <a:latin typeface="Calibri Light"/>
                <a:cs typeface="Calibri Light"/>
              </a:rPr>
              <a:t>document </a:t>
            </a:r>
            <a:r>
              <a:rPr sz="1400" dirty="0">
                <a:solidFill>
                  <a:srgbClr val="538235"/>
                </a:solidFill>
                <a:latin typeface="Calibri Light"/>
                <a:cs typeface="Calibri Light"/>
              </a:rPr>
              <a:t> </a:t>
            </a:r>
            <a:r>
              <a:rPr sz="1400" spc="-10" dirty="0">
                <a:solidFill>
                  <a:srgbClr val="538235"/>
                </a:solidFill>
                <a:latin typeface="Calibri Light"/>
                <a:cs typeface="Calibri Light"/>
              </a:rPr>
              <a:t>contains proprietary information and </a:t>
            </a:r>
            <a:r>
              <a:rPr sz="1400" spc="10" dirty="0">
                <a:solidFill>
                  <a:srgbClr val="538235"/>
                </a:solidFill>
                <a:latin typeface="Calibri Light"/>
                <a:cs typeface="Calibri Light"/>
              </a:rPr>
              <a:t>is </a:t>
            </a:r>
            <a:r>
              <a:rPr sz="1400" spc="-5" dirty="0">
                <a:solidFill>
                  <a:srgbClr val="538235"/>
                </a:solidFill>
                <a:latin typeface="Calibri Light"/>
                <a:cs typeface="Calibri Light"/>
              </a:rPr>
              <a:t>intended </a:t>
            </a:r>
            <a:r>
              <a:rPr sz="1400" spc="-10" dirty="0">
                <a:solidFill>
                  <a:srgbClr val="538235"/>
                </a:solidFill>
                <a:latin typeface="Calibri Light"/>
                <a:cs typeface="Calibri Light"/>
              </a:rPr>
              <a:t>only </a:t>
            </a:r>
            <a:r>
              <a:rPr sz="1400" spc="-20" dirty="0">
                <a:solidFill>
                  <a:srgbClr val="538235"/>
                </a:solidFill>
                <a:latin typeface="Calibri Light"/>
                <a:cs typeface="Calibri Light"/>
              </a:rPr>
              <a:t>to </a:t>
            </a:r>
            <a:r>
              <a:rPr sz="1400" spc="-10" dirty="0">
                <a:solidFill>
                  <a:srgbClr val="538235"/>
                </a:solidFill>
                <a:latin typeface="Calibri Light"/>
                <a:cs typeface="Calibri Light"/>
              </a:rPr>
              <a:t>the respective group </a:t>
            </a:r>
            <a:r>
              <a:rPr sz="1400" spc="-5" dirty="0">
                <a:solidFill>
                  <a:srgbClr val="538235"/>
                </a:solidFill>
                <a:latin typeface="Calibri Light"/>
                <a:cs typeface="Calibri Light"/>
              </a:rPr>
              <a:t>/ </a:t>
            </a:r>
            <a:r>
              <a:rPr sz="1400" dirty="0">
                <a:solidFill>
                  <a:srgbClr val="538235"/>
                </a:solidFill>
                <a:latin typeface="Calibri Light"/>
                <a:cs typeface="Calibri Light"/>
              </a:rPr>
              <a:t> </a:t>
            </a:r>
            <a:r>
              <a:rPr sz="1400" spc="-5" dirty="0">
                <a:solidFill>
                  <a:srgbClr val="538235"/>
                </a:solidFill>
                <a:latin typeface="Calibri Light"/>
                <a:cs typeface="Calibri Light"/>
              </a:rPr>
              <a:t>learning community </a:t>
            </a:r>
            <a:r>
              <a:rPr sz="1400" spc="-10" dirty="0">
                <a:solidFill>
                  <a:srgbClr val="538235"/>
                </a:solidFill>
                <a:latin typeface="Calibri Light"/>
                <a:cs typeface="Calibri Light"/>
              </a:rPr>
              <a:t>as intended. </a:t>
            </a:r>
            <a:r>
              <a:rPr sz="1400" spc="-5" dirty="0">
                <a:solidFill>
                  <a:srgbClr val="538235"/>
                </a:solidFill>
                <a:latin typeface="Calibri Light"/>
                <a:cs typeface="Calibri Light"/>
              </a:rPr>
              <a:t>If you </a:t>
            </a:r>
            <a:r>
              <a:rPr sz="1400" dirty="0">
                <a:solidFill>
                  <a:srgbClr val="538235"/>
                </a:solidFill>
                <a:latin typeface="Calibri Light"/>
                <a:cs typeface="Calibri Light"/>
              </a:rPr>
              <a:t>are </a:t>
            </a:r>
            <a:r>
              <a:rPr sz="1400" spc="-10" dirty="0">
                <a:solidFill>
                  <a:srgbClr val="538235"/>
                </a:solidFill>
                <a:latin typeface="Calibri Light"/>
                <a:cs typeface="Calibri Light"/>
              </a:rPr>
              <a:t>not the </a:t>
            </a:r>
            <a:r>
              <a:rPr sz="1400" spc="-5" dirty="0">
                <a:solidFill>
                  <a:srgbClr val="538235"/>
                </a:solidFill>
                <a:latin typeface="Calibri Light"/>
                <a:cs typeface="Calibri Light"/>
              </a:rPr>
              <a:t>addressee </a:t>
            </a:r>
            <a:r>
              <a:rPr sz="1400" spc="-15" dirty="0">
                <a:solidFill>
                  <a:srgbClr val="538235"/>
                </a:solidFill>
                <a:latin typeface="Calibri Light"/>
                <a:cs typeface="Calibri Light"/>
              </a:rPr>
              <a:t>you </a:t>
            </a:r>
            <a:r>
              <a:rPr sz="1400" spc="-5" dirty="0">
                <a:solidFill>
                  <a:srgbClr val="538235"/>
                </a:solidFill>
                <a:latin typeface="Calibri Light"/>
                <a:cs typeface="Calibri Light"/>
              </a:rPr>
              <a:t>should </a:t>
            </a:r>
            <a:r>
              <a:rPr sz="1400" spc="-10" dirty="0">
                <a:solidFill>
                  <a:srgbClr val="538235"/>
                </a:solidFill>
                <a:latin typeface="Calibri Light"/>
                <a:cs typeface="Calibri Light"/>
              </a:rPr>
              <a:t>not </a:t>
            </a:r>
            <a:r>
              <a:rPr sz="1400" spc="-5" dirty="0">
                <a:solidFill>
                  <a:srgbClr val="538235"/>
                </a:solidFill>
                <a:latin typeface="Calibri Light"/>
                <a:cs typeface="Calibri Light"/>
              </a:rPr>
              <a:t> </a:t>
            </a:r>
            <a:r>
              <a:rPr sz="1400" spc="-10" dirty="0">
                <a:solidFill>
                  <a:srgbClr val="538235"/>
                </a:solidFill>
                <a:latin typeface="Calibri Light"/>
                <a:cs typeface="Calibri Light"/>
              </a:rPr>
              <a:t>disseminate,</a:t>
            </a:r>
            <a:r>
              <a:rPr sz="1400" spc="-5" dirty="0">
                <a:solidFill>
                  <a:srgbClr val="538235"/>
                </a:solidFill>
                <a:latin typeface="Calibri Light"/>
                <a:cs typeface="Calibri Light"/>
              </a:rPr>
              <a:t> distribute</a:t>
            </a:r>
            <a:r>
              <a:rPr sz="1400" dirty="0">
                <a:solidFill>
                  <a:srgbClr val="538235"/>
                </a:solidFill>
                <a:latin typeface="Calibri Light"/>
                <a:cs typeface="Calibri Light"/>
              </a:rPr>
              <a:t> </a:t>
            </a:r>
            <a:r>
              <a:rPr sz="1400" spc="-10" dirty="0">
                <a:solidFill>
                  <a:srgbClr val="538235"/>
                </a:solidFill>
                <a:latin typeface="Calibri Light"/>
                <a:cs typeface="Calibri Light"/>
              </a:rPr>
              <a:t>or</a:t>
            </a:r>
            <a:r>
              <a:rPr sz="1400" spc="-5" dirty="0">
                <a:solidFill>
                  <a:srgbClr val="538235"/>
                </a:solidFill>
                <a:latin typeface="Calibri Light"/>
                <a:cs typeface="Calibri Light"/>
              </a:rPr>
              <a:t> </a:t>
            </a:r>
            <a:r>
              <a:rPr sz="1400" spc="-10" dirty="0">
                <a:solidFill>
                  <a:srgbClr val="538235"/>
                </a:solidFill>
                <a:latin typeface="Calibri Light"/>
                <a:cs typeface="Calibri Light"/>
              </a:rPr>
              <a:t>copy</a:t>
            </a:r>
            <a:r>
              <a:rPr sz="1400" spc="-5" dirty="0">
                <a:solidFill>
                  <a:srgbClr val="538235"/>
                </a:solidFill>
                <a:latin typeface="Calibri Light"/>
                <a:cs typeface="Calibri Light"/>
              </a:rPr>
              <a:t> </a:t>
            </a:r>
            <a:r>
              <a:rPr sz="1400" spc="-10" dirty="0">
                <a:solidFill>
                  <a:srgbClr val="538235"/>
                </a:solidFill>
                <a:latin typeface="Calibri Light"/>
                <a:cs typeface="Calibri Light"/>
              </a:rPr>
              <a:t>through</a:t>
            </a:r>
            <a:r>
              <a:rPr sz="1400" spc="-5" dirty="0">
                <a:solidFill>
                  <a:srgbClr val="538235"/>
                </a:solidFill>
                <a:latin typeface="Calibri Light"/>
                <a:cs typeface="Calibri Light"/>
              </a:rPr>
              <a:t> e-mail.</a:t>
            </a:r>
            <a:r>
              <a:rPr sz="1400" dirty="0">
                <a:solidFill>
                  <a:srgbClr val="538235"/>
                </a:solidFill>
                <a:latin typeface="Calibri Light"/>
                <a:cs typeface="Calibri Light"/>
              </a:rPr>
              <a:t> </a:t>
            </a:r>
            <a:r>
              <a:rPr sz="1400" spc="-10" dirty="0">
                <a:solidFill>
                  <a:srgbClr val="538235"/>
                </a:solidFill>
                <a:latin typeface="Calibri Light"/>
                <a:cs typeface="Calibri Light"/>
              </a:rPr>
              <a:t>Please</a:t>
            </a:r>
            <a:r>
              <a:rPr sz="1400" spc="-5" dirty="0">
                <a:solidFill>
                  <a:srgbClr val="538235"/>
                </a:solidFill>
                <a:latin typeface="Calibri Light"/>
                <a:cs typeface="Calibri Light"/>
              </a:rPr>
              <a:t> notify</a:t>
            </a:r>
            <a:r>
              <a:rPr sz="1400" dirty="0">
                <a:solidFill>
                  <a:srgbClr val="538235"/>
                </a:solidFill>
                <a:latin typeface="Calibri Light"/>
                <a:cs typeface="Calibri Light"/>
              </a:rPr>
              <a:t> </a:t>
            </a:r>
            <a:r>
              <a:rPr sz="1400" spc="-10" dirty="0">
                <a:solidFill>
                  <a:srgbClr val="538235"/>
                </a:solidFill>
                <a:latin typeface="Calibri Light"/>
                <a:cs typeface="Calibri Light"/>
              </a:rPr>
              <a:t>the</a:t>
            </a:r>
            <a:r>
              <a:rPr sz="1400" spc="-5" dirty="0">
                <a:solidFill>
                  <a:srgbClr val="538235"/>
                </a:solidFill>
                <a:latin typeface="Calibri Light"/>
                <a:cs typeface="Calibri Light"/>
              </a:rPr>
              <a:t> </a:t>
            </a:r>
            <a:r>
              <a:rPr sz="1400" spc="-10" dirty="0">
                <a:solidFill>
                  <a:srgbClr val="538235"/>
                </a:solidFill>
                <a:latin typeface="Calibri Light"/>
                <a:cs typeface="Calibri Light"/>
              </a:rPr>
              <a:t>sender </a:t>
            </a:r>
            <a:r>
              <a:rPr sz="1400" spc="-5" dirty="0">
                <a:solidFill>
                  <a:srgbClr val="538235"/>
                </a:solidFill>
                <a:latin typeface="Calibri Light"/>
                <a:cs typeface="Calibri Light"/>
              </a:rPr>
              <a:t> </a:t>
            </a:r>
            <a:r>
              <a:rPr sz="1400" spc="-10" dirty="0">
                <a:solidFill>
                  <a:srgbClr val="538235"/>
                </a:solidFill>
                <a:latin typeface="Calibri Light"/>
                <a:cs typeface="Calibri Light"/>
              </a:rPr>
              <a:t>immediately by </a:t>
            </a:r>
            <a:r>
              <a:rPr sz="1400" spc="-5" dirty="0">
                <a:solidFill>
                  <a:srgbClr val="538235"/>
                </a:solidFill>
                <a:latin typeface="Calibri Light"/>
                <a:cs typeface="Calibri Light"/>
              </a:rPr>
              <a:t>e-mail if </a:t>
            </a:r>
            <a:r>
              <a:rPr sz="1400" spc="-15" dirty="0">
                <a:solidFill>
                  <a:srgbClr val="538235"/>
                </a:solidFill>
                <a:latin typeface="Calibri Light"/>
                <a:cs typeface="Calibri Light"/>
              </a:rPr>
              <a:t>you have </a:t>
            </a:r>
            <a:r>
              <a:rPr sz="1400" spc="-5" dirty="0">
                <a:solidFill>
                  <a:srgbClr val="538235"/>
                </a:solidFill>
                <a:latin typeface="Calibri Light"/>
                <a:cs typeface="Calibri Light"/>
              </a:rPr>
              <a:t>received this document </a:t>
            </a:r>
            <a:r>
              <a:rPr sz="1400" spc="-10" dirty="0">
                <a:solidFill>
                  <a:srgbClr val="538235"/>
                </a:solidFill>
                <a:latin typeface="Calibri Light"/>
                <a:cs typeface="Calibri Light"/>
              </a:rPr>
              <a:t>by </a:t>
            </a:r>
            <a:r>
              <a:rPr sz="1400" spc="-20" dirty="0">
                <a:solidFill>
                  <a:srgbClr val="538235"/>
                </a:solidFill>
                <a:latin typeface="Calibri Light"/>
                <a:cs typeface="Calibri Light"/>
              </a:rPr>
              <a:t>mistake </a:t>
            </a:r>
            <a:r>
              <a:rPr sz="1400" spc="-10" dirty="0">
                <a:solidFill>
                  <a:srgbClr val="538235"/>
                </a:solidFill>
                <a:latin typeface="Calibri Light"/>
                <a:cs typeface="Calibri Light"/>
              </a:rPr>
              <a:t>and delete </a:t>
            </a:r>
            <a:r>
              <a:rPr sz="1400" spc="-5" dirty="0">
                <a:solidFill>
                  <a:srgbClr val="538235"/>
                </a:solidFill>
                <a:latin typeface="Calibri Light"/>
                <a:cs typeface="Calibri Light"/>
              </a:rPr>
              <a:t> this document </a:t>
            </a:r>
            <a:r>
              <a:rPr sz="1400" spc="-15" dirty="0">
                <a:solidFill>
                  <a:srgbClr val="538235"/>
                </a:solidFill>
                <a:latin typeface="Calibri Light"/>
                <a:cs typeface="Calibri Light"/>
              </a:rPr>
              <a:t>from </a:t>
            </a:r>
            <a:r>
              <a:rPr sz="1400" spc="-5" dirty="0">
                <a:solidFill>
                  <a:srgbClr val="538235"/>
                </a:solidFill>
                <a:latin typeface="Calibri Light"/>
                <a:cs typeface="Calibri Light"/>
              </a:rPr>
              <a:t>your </a:t>
            </a:r>
            <a:r>
              <a:rPr sz="1400" spc="-15" dirty="0">
                <a:solidFill>
                  <a:srgbClr val="538235"/>
                </a:solidFill>
                <a:latin typeface="Calibri Light"/>
                <a:cs typeface="Calibri Light"/>
              </a:rPr>
              <a:t>system. </a:t>
            </a:r>
            <a:r>
              <a:rPr sz="1400" spc="-5" dirty="0">
                <a:solidFill>
                  <a:srgbClr val="538235"/>
                </a:solidFill>
                <a:latin typeface="Calibri Light"/>
                <a:cs typeface="Calibri Light"/>
              </a:rPr>
              <a:t>If </a:t>
            </a:r>
            <a:r>
              <a:rPr sz="1400" spc="-15" dirty="0">
                <a:solidFill>
                  <a:srgbClr val="538235"/>
                </a:solidFill>
                <a:latin typeface="Calibri Light"/>
                <a:cs typeface="Calibri Light"/>
              </a:rPr>
              <a:t>you </a:t>
            </a:r>
            <a:r>
              <a:rPr sz="1400" spc="-10" dirty="0">
                <a:solidFill>
                  <a:srgbClr val="538235"/>
                </a:solidFill>
                <a:latin typeface="Calibri Light"/>
                <a:cs typeface="Calibri Light"/>
              </a:rPr>
              <a:t>are not the intended </a:t>
            </a:r>
            <a:r>
              <a:rPr sz="1400" spc="-5" dirty="0">
                <a:solidFill>
                  <a:srgbClr val="538235"/>
                </a:solidFill>
                <a:latin typeface="Calibri Light"/>
                <a:cs typeface="Calibri Light"/>
              </a:rPr>
              <a:t>recipient </a:t>
            </a:r>
            <a:r>
              <a:rPr sz="1400" spc="-15" dirty="0">
                <a:solidFill>
                  <a:srgbClr val="538235"/>
                </a:solidFill>
                <a:latin typeface="Calibri Light"/>
                <a:cs typeface="Calibri Light"/>
              </a:rPr>
              <a:t>you </a:t>
            </a:r>
            <a:r>
              <a:rPr sz="1400" spc="-20" dirty="0">
                <a:solidFill>
                  <a:srgbClr val="538235"/>
                </a:solidFill>
                <a:latin typeface="Calibri Light"/>
                <a:cs typeface="Calibri Light"/>
              </a:rPr>
              <a:t>are </a:t>
            </a:r>
            <a:r>
              <a:rPr sz="1400" spc="-15" dirty="0">
                <a:solidFill>
                  <a:srgbClr val="538235"/>
                </a:solidFill>
                <a:latin typeface="Calibri Light"/>
                <a:cs typeface="Calibri Light"/>
              </a:rPr>
              <a:t> </a:t>
            </a:r>
            <a:r>
              <a:rPr sz="1400" spc="-5" dirty="0">
                <a:solidFill>
                  <a:srgbClr val="538235"/>
                </a:solidFill>
                <a:latin typeface="Calibri Light"/>
                <a:cs typeface="Calibri Light"/>
              </a:rPr>
              <a:t>notified that disclosing, copying, distributing </a:t>
            </a:r>
            <a:r>
              <a:rPr sz="1400" spc="-10" dirty="0">
                <a:solidFill>
                  <a:srgbClr val="538235"/>
                </a:solidFill>
                <a:latin typeface="Calibri Light"/>
                <a:cs typeface="Calibri Light"/>
              </a:rPr>
              <a:t>or taking </a:t>
            </a:r>
            <a:r>
              <a:rPr sz="1400" spc="-20" dirty="0">
                <a:solidFill>
                  <a:srgbClr val="538235"/>
                </a:solidFill>
                <a:latin typeface="Calibri Light"/>
                <a:cs typeface="Calibri Light"/>
              </a:rPr>
              <a:t>any </a:t>
            </a:r>
            <a:r>
              <a:rPr sz="1400" spc="-5" dirty="0">
                <a:solidFill>
                  <a:srgbClr val="538235"/>
                </a:solidFill>
                <a:latin typeface="Calibri Light"/>
                <a:cs typeface="Calibri Light"/>
              </a:rPr>
              <a:t>action in reliance </a:t>
            </a:r>
            <a:r>
              <a:rPr sz="1400" spc="-15" dirty="0">
                <a:solidFill>
                  <a:srgbClr val="538235"/>
                </a:solidFill>
                <a:latin typeface="Calibri Light"/>
                <a:cs typeface="Calibri Light"/>
              </a:rPr>
              <a:t>on </a:t>
            </a:r>
            <a:r>
              <a:rPr sz="1400" spc="-10" dirty="0">
                <a:solidFill>
                  <a:srgbClr val="538235"/>
                </a:solidFill>
                <a:latin typeface="Calibri Light"/>
                <a:cs typeface="Calibri Light"/>
              </a:rPr>
              <a:t> the</a:t>
            </a:r>
            <a:r>
              <a:rPr sz="1400" dirty="0">
                <a:solidFill>
                  <a:srgbClr val="538235"/>
                </a:solidFill>
                <a:latin typeface="Calibri Light"/>
                <a:cs typeface="Calibri Light"/>
              </a:rPr>
              <a:t> </a:t>
            </a:r>
            <a:r>
              <a:rPr sz="1400" spc="-20" dirty="0">
                <a:solidFill>
                  <a:srgbClr val="538235"/>
                </a:solidFill>
                <a:latin typeface="Calibri Light"/>
                <a:cs typeface="Calibri Light"/>
              </a:rPr>
              <a:t>contents</a:t>
            </a:r>
            <a:r>
              <a:rPr sz="1400" spc="55" dirty="0">
                <a:solidFill>
                  <a:srgbClr val="538235"/>
                </a:solidFill>
                <a:latin typeface="Calibri Light"/>
                <a:cs typeface="Calibri Light"/>
              </a:rPr>
              <a:t> </a:t>
            </a:r>
            <a:r>
              <a:rPr sz="1400" spc="-10" dirty="0">
                <a:solidFill>
                  <a:srgbClr val="538235"/>
                </a:solidFill>
                <a:latin typeface="Calibri Light"/>
                <a:cs typeface="Calibri Light"/>
              </a:rPr>
              <a:t>of</a:t>
            </a:r>
            <a:r>
              <a:rPr sz="1400" spc="10" dirty="0">
                <a:solidFill>
                  <a:srgbClr val="538235"/>
                </a:solidFill>
                <a:latin typeface="Calibri Light"/>
                <a:cs typeface="Calibri Light"/>
              </a:rPr>
              <a:t> </a:t>
            </a:r>
            <a:r>
              <a:rPr sz="1400" spc="-5" dirty="0">
                <a:solidFill>
                  <a:srgbClr val="538235"/>
                </a:solidFill>
                <a:latin typeface="Calibri Light"/>
                <a:cs typeface="Calibri Light"/>
              </a:rPr>
              <a:t>this</a:t>
            </a:r>
            <a:r>
              <a:rPr sz="1400" spc="-20" dirty="0">
                <a:solidFill>
                  <a:srgbClr val="538235"/>
                </a:solidFill>
                <a:latin typeface="Calibri Light"/>
                <a:cs typeface="Calibri Light"/>
              </a:rPr>
              <a:t> </a:t>
            </a:r>
            <a:r>
              <a:rPr sz="1400" spc="-15" dirty="0">
                <a:solidFill>
                  <a:srgbClr val="538235"/>
                </a:solidFill>
                <a:latin typeface="Calibri Light"/>
                <a:cs typeface="Calibri Light"/>
              </a:rPr>
              <a:t>information</a:t>
            </a:r>
            <a:r>
              <a:rPr sz="1400" spc="60" dirty="0">
                <a:solidFill>
                  <a:srgbClr val="538235"/>
                </a:solidFill>
                <a:latin typeface="Calibri Light"/>
                <a:cs typeface="Calibri Light"/>
              </a:rPr>
              <a:t> </a:t>
            </a:r>
            <a:r>
              <a:rPr sz="1400" spc="-5" dirty="0">
                <a:solidFill>
                  <a:srgbClr val="538235"/>
                </a:solidFill>
                <a:latin typeface="Calibri Light"/>
                <a:cs typeface="Calibri Light"/>
              </a:rPr>
              <a:t>is</a:t>
            </a:r>
            <a:r>
              <a:rPr sz="1400" spc="-15" dirty="0">
                <a:solidFill>
                  <a:srgbClr val="538235"/>
                </a:solidFill>
                <a:latin typeface="Calibri Light"/>
                <a:cs typeface="Calibri Light"/>
              </a:rPr>
              <a:t> </a:t>
            </a:r>
            <a:r>
              <a:rPr sz="1400" spc="-10" dirty="0">
                <a:solidFill>
                  <a:srgbClr val="538235"/>
                </a:solidFill>
                <a:latin typeface="Calibri Light"/>
                <a:cs typeface="Calibri Light"/>
              </a:rPr>
              <a:t>strictly</a:t>
            </a:r>
            <a:r>
              <a:rPr sz="1400" spc="20" dirty="0">
                <a:solidFill>
                  <a:srgbClr val="538235"/>
                </a:solidFill>
                <a:latin typeface="Calibri Light"/>
                <a:cs typeface="Calibri Light"/>
              </a:rPr>
              <a:t> </a:t>
            </a:r>
            <a:r>
              <a:rPr sz="1400" spc="-10" dirty="0">
                <a:solidFill>
                  <a:srgbClr val="538235"/>
                </a:solidFill>
                <a:latin typeface="Calibri Light"/>
                <a:cs typeface="Calibri Light"/>
              </a:rPr>
              <a:t>prohibited.</a:t>
            </a:r>
            <a:endParaRPr sz="1400">
              <a:latin typeface="Calibri Light"/>
              <a:cs typeface="Calibri Light"/>
            </a:endParaRPr>
          </a:p>
        </p:txBody>
      </p:sp>
      <p:pic>
        <p:nvPicPr>
          <p:cNvPr id="4" name="object 4"/>
          <p:cNvPicPr/>
          <p:nvPr/>
        </p:nvPicPr>
        <p:blipFill>
          <a:blip r:embed="rId2" cstate="print"/>
          <a:stretch>
            <a:fillRect/>
          </a:stretch>
        </p:blipFill>
        <p:spPr>
          <a:xfrm>
            <a:off x="1889760" y="2185416"/>
            <a:ext cx="3078480" cy="143865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54905" y="360807"/>
            <a:ext cx="6092190" cy="983603"/>
          </a:xfrm>
          <a:prstGeom prst="rect">
            <a:avLst/>
          </a:prstGeom>
        </p:spPr>
        <p:txBody>
          <a:bodyPr vert="horz" wrap="square" lIns="0" tIns="12700" rIns="0" bIns="0" rtlCol="0">
            <a:spAutoFit/>
          </a:bodyPr>
          <a:lstStyle/>
          <a:p>
            <a:pPr marL="541655" marR="5080" indent="-529590" algn="ctr">
              <a:lnSpc>
                <a:spcPct val="109000"/>
              </a:lnSpc>
              <a:spcBef>
                <a:spcPts val="100"/>
              </a:spcBef>
            </a:pPr>
            <a:r>
              <a:rPr sz="3000" b="1" dirty="0">
                <a:latin typeface="Times New Roman" panose="02020603050405020304" pitchFamily="18" charset="0"/>
                <a:cs typeface="Times New Roman" panose="02020603050405020304" pitchFamily="18" charset="0"/>
              </a:rPr>
              <a:t>22CS701-</a:t>
            </a:r>
            <a:r>
              <a:rPr sz="3000" b="1" spc="-40" dirty="0">
                <a:latin typeface="Times New Roman" panose="02020603050405020304" pitchFamily="18" charset="0"/>
                <a:cs typeface="Times New Roman" panose="02020603050405020304" pitchFamily="18" charset="0"/>
              </a:rPr>
              <a:t> </a:t>
            </a:r>
            <a:r>
              <a:rPr sz="3000" b="1" spc="-20" dirty="0">
                <a:latin typeface="Times New Roman" panose="02020603050405020304" pitchFamily="18" charset="0"/>
                <a:cs typeface="Times New Roman" panose="02020603050405020304" pitchFamily="18" charset="0"/>
              </a:rPr>
              <a:t>CRYPTOGRAPHY </a:t>
            </a:r>
            <a:r>
              <a:rPr sz="3000" b="1" dirty="0">
                <a:latin typeface="Times New Roman" panose="02020603050405020304" pitchFamily="18" charset="0"/>
                <a:cs typeface="Times New Roman" panose="02020603050405020304" pitchFamily="18" charset="0"/>
              </a:rPr>
              <a:t>AND</a:t>
            </a:r>
            <a:r>
              <a:rPr sz="3000" b="1" spc="-30" dirty="0">
                <a:latin typeface="Times New Roman" panose="02020603050405020304" pitchFamily="18" charset="0"/>
                <a:cs typeface="Times New Roman" panose="02020603050405020304" pitchFamily="18" charset="0"/>
              </a:rPr>
              <a:t> </a:t>
            </a:r>
            <a:r>
              <a:rPr sz="3000" b="1" dirty="0">
                <a:latin typeface="Times New Roman" panose="02020603050405020304" pitchFamily="18" charset="0"/>
                <a:cs typeface="Times New Roman" panose="02020603050405020304" pitchFamily="18" charset="0"/>
              </a:rPr>
              <a:t>CYBER</a:t>
            </a:r>
            <a:r>
              <a:rPr sz="3000" b="1" spc="-20" dirty="0">
                <a:latin typeface="Times New Roman" panose="02020603050405020304" pitchFamily="18" charset="0"/>
                <a:cs typeface="Times New Roman" panose="02020603050405020304" pitchFamily="18" charset="0"/>
              </a:rPr>
              <a:t> </a:t>
            </a:r>
            <a:r>
              <a:rPr sz="3000" b="1" spc="-10" dirty="0">
                <a:latin typeface="Times New Roman" panose="02020603050405020304" pitchFamily="18" charset="0"/>
                <a:cs typeface="Times New Roman" panose="02020603050405020304" pitchFamily="18" charset="0"/>
              </a:rPr>
              <a:t>SECURITY</a:t>
            </a:r>
            <a:endParaRPr sz="3000" b="1" dirty="0">
              <a:latin typeface="Times New Roman" panose="02020603050405020304" pitchFamily="18" charset="0"/>
              <a:cs typeface="Times New Roman" panose="02020603050405020304" pitchFamily="18" charset="0"/>
            </a:endParaRPr>
          </a:p>
        </p:txBody>
      </p:sp>
      <p:sp>
        <p:nvSpPr>
          <p:cNvPr id="3" name="object 3"/>
          <p:cNvSpPr txBox="1"/>
          <p:nvPr/>
        </p:nvSpPr>
        <p:spPr>
          <a:xfrm>
            <a:off x="1539162" y="1915286"/>
            <a:ext cx="3716654" cy="474489"/>
          </a:xfrm>
          <a:prstGeom prst="rect">
            <a:avLst/>
          </a:prstGeom>
        </p:spPr>
        <p:txBody>
          <a:bodyPr vert="horz" wrap="square" lIns="0" tIns="12700" rIns="0" bIns="0" rtlCol="0">
            <a:spAutoFit/>
          </a:bodyPr>
          <a:lstStyle/>
          <a:p>
            <a:pPr marL="12700" algn="ctr">
              <a:lnSpc>
                <a:spcPct val="100000"/>
              </a:lnSpc>
              <a:spcBef>
                <a:spcPts val="100"/>
              </a:spcBef>
            </a:pPr>
            <a:r>
              <a:rPr sz="3000" b="1" dirty="0">
                <a:solidFill>
                  <a:srgbClr val="528235"/>
                </a:solidFill>
                <a:latin typeface="Times New Roman" panose="02020603050405020304" pitchFamily="18" charset="0"/>
                <a:cs typeface="Times New Roman" panose="02020603050405020304" pitchFamily="18" charset="0"/>
              </a:rPr>
              <a:t>(Lab</a:t>
            </a:r>
            <a:r>
              <a:rPr sz="3000" b="1" spc="-20" dirty="0">
                <a:solidFill>
                  <a:srgbClr val="528235"/>
                </a:solidFill>
                <a:latin typeface="Times New Roman" panose="02020603050405020304" pitchFamily="18" charset="0"/>
                <a:cs typeface="Times New Roman" panose="02020603050405020304" pitchFamily="18" charset="0"/>
              </a:rPr>
              <a:t> </a:t>
            </a:r>
            <a:r>
              <a:rPr sz="3000" b="1" spc="-25" dirty="0">
                <a:solidFill>
                  <a:srgbClr val="528235"/>
                </a:solidFill>
                <a:latin typeface="Times New Roman" panose="02020603050405020304" pitchFamily="18" charset="0"/>
                <a:cs typeface="Times New Roman" panose="02020603050405020304" pitchFamily="18" charset="0"/>
              </a:rPr>
              <a:t>Integrated)</a:t>
            </a:r>
            <a:endParaRPr sz="3000" b="1" dirty="0">
              <a:latin typeface="Times New Roman" panose="02020603050405020304" pitchFamily="18" charset="0"/>
              <a:cs typeface="Times New Roman" panose="02020603050405020304" pitchFamily="18" charset="0"/>
            </a:endParaRPr>
          </a:p>
        </p:txBody>
      </p:sp>
      <p:sp>
        <p:nvSpPr>
          <p:cNvPr id="4" name="object 4"/>
          <p:cNvSpPr txBox="1"/>
          <p:nvPr/>
        </p:nvSpPr>
        <p:spPr>
          <a:xfrm>
            <a:off x="2553281" y="2650288"/>
            <a:ext cx="1790120" cy="474489"/>
          </a:xfrm>
          <a:prstGeom prst="rect">
            <a:avLst/>
          </a:prstGeom>
        </p:spPr>
        <p:txBody>
          <a:bodyPr vert="horz" wrap="square" lIns="0" tIns="12700" rIns="0" bIns="0" rtlCol="0">
            <a:spAutoFit/>
          </a:bodyPr>
          <a:lstStyle/>
          <a:p>
            <a:pPr marL="12700" algn="ctr">
              <a:lnSpc>
                <a:spcPct val="100000"/>
              </a:lnSpc>
              <a:spcBef>
                <a:spcPts val="100"/>
              </a:spcBef>
            </a:pPr>
            <a:r>
              <a:rPr sz="3000" b="1" spc="-40" dirty="0">
                <a:solidFill>
                  <a:srgbClr val="528235"/>
                </a:solidFill>
                <a:latin typeface="Times New Roman" panose="02020603050405020304" pitchFamily="18" charset="0"/>
                <a:cs typeface="Times New Roman" panose="02020603050405020304" pitchFamily="18" charset="0"/>
              </a:rPr>
              <a:t>Unit-</a:t>
            </a:r>
            <a:r>
              <a:rPr lang="en-IN" sz="3000" b="1" spc="-40" dirty="0">
                <a:solidFill>
                  <a:srgbClr val="528235"/>
                </a:solidFill>
                <a:latin typeface="Times New Roman" panose="02020603050405020304" pitchFamily="18" charset="0"/>
                <a:cs typeface="Times New Roman" panose="02020603050405020304" pitchFamily="18" charset="0"/>
              </a:rPr>
              <a:t>III</a:t>
            </a:r>
            <a:endParaRPr sz="30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860459" y="3495166"/>
            <a:ext cx="5321300" cy="6147837"/>
          </a:xfrm>
          <a:prstGeom prst="rect">
            <a:avLst/>
          </a:prstGeom>
        </p:spPr>
        <p:txBody>
          <a:bodyPr vert="horz" wrap="square" lIns="0" tIns="12700" rIns="0" bIns="0" rtlCol="0">
            <a:spAutoFit/>
          </a:bodyPr>
          <a:lstStyle/>
          <a:p>
            <a:pPr marL="419735" marR="1568450" algn="ctr">
              <a:lnSpc>
                <a:spcPct val="100000"/>
              </a:lnSpc>
              <a:spcBef>
                <a:spcPts val="100"/>
              </a:spcBef>
            </a:pPr>
            <a:r>
              <a:rPr spc="-10" dirty="0">
                <a:solidFill>
                  <a:srgbClr val="528235"/>
                </a:solidFill>
                <a:latin typeface="Calibri" panose="020F0502020204030204"/>
                <a:cs typeface="Calibri" panose="020F0502020204030204"/>
              </a:rPr>
              <a:t>Department:</a:t>
            </a:r>
            <a:r>
              <a:rPr spc="-65" dirty="0">
                <a:solidFill>
                  <a:srgbClr val="528235"/>
                </a:solidFill>
                <a:latin typeface="Calibri" panose="020F0502020204030204"/>
                <a:cs typeface="Calibri" panose="020F0502020204030204"/>
              </a:rPr>
              <a:t> </a:t>
            </a:r>
            <a:r>
              <a:rPr spc="-10" dirty="0">
                <a:solidFill>
                  <a:srgbClr val="528235"/>
                </a:solidFill>
                <a:latin typeface="Calibri" panose="020F0502020204030204"/>
                <a:cs typeface="Calibri" panose="020F0502020204030204"/>
              </a:rPr>
              <a:t>Computer</a:t>
            </a:r>
            <a:r>
              <a:rPr spc="-65" dirty="0">
                <a:solidFill>
                  <a:srgbClr val="528235"/>
                </a:solidFill>
                <a:latin typeface="Calibri" panose="020F0502020204030204"/>
                <a:cs typeface="Calibri" panose="020F0502020204030204"/>
              </a:rPr>
              <a:t> </a:t>
            </a:r>
            <a:r>
              <a:rPr dirty="0">
                <a:solidFill>
                  <a:srgbClr val="528235"/>
                </a:solidFill>
                <a:latin typeface="Calibri" panose="020F0502020204030204"/>
                <a:cs typeface="Calibri" panose="020F0502020204030204"/>
              </a:rPr>
              <a:t>Science</a:t>
            </a:r>
            <a:r>
              <a:rPr spc="-65" dirty="0">
                <a:solidFill>
                  <a:srgbClr val="528235"/>
                </a:solidFill>
                <a:latin typeface="Calibri" panose="020F0502020204030204"/>
                <a:cs typeface="Calibri" panose="020F0502020204030204"/>
              </a:rPr>
              <a:t> </a:t>
            </a:r>
            <a:r>
              <a:rPr spc="-25" dirty="0">
                <a:solidFill>
                  <a:srgbClr val="528235"/>
                </a:solidFill>
                <a:latin typeface="Calibri" panose="020F0502020204030204"/>
                <a:cs typeface="Calibri" panose="020F0502020204030204"/>
              </a:rPr>
              <a:t>and </a:t>
            </a:r>
            <a:r>
              <a:rPr spc="-10" dirty="0">
                <a:solidFill>
                  <a:srgbClr val="528235"/>
                </a:solidFill>
                <a:latin typeface="Calibri" panose="020F0502020204030204"/>
                <a:cs typeface="Calibri" panose="020F0502020204030204"/>
              </a:rPr>
              <a:t>Engineering</a:t>
            </a:r>
            <a:endParaRPr dirty="0">
              <a:latin typeface="Calibri" panose="020F0502020204030204"/>
              <a:cs typeface="Calibri" panose="020F0502020204030204"/>
            </a:endParaRPr>
          </a:p>
          <a:p>
            <a:pPr>
              <a:lnSpc>
                <a:spcPct val="100000"/>
              </a:lnSpc>
              <a:spcBef>
                <a:spcPts val="330"/>
              </a:spcBef>
            </a:pPr>
            <a:endParaRPr sz="1800" dirty="0">
              <a:latin typeface="Calibri" panose="020F0502020204030204"/>
              <a:cs typeface="Calibri" panose="020F0502020204030204"/>
            </a:endParaRPr>
          </a:p>
          <a:p>
            <a:pPr marL="614680">
              <a:lnSpc>
                <a:spcPct val="100000"/>
              </a:lnSpc>
            </a:pPr>
            <a:r>
              <a:rPr sz="1800" spc="-20" dirty="0">
                <a:solidFill>
                  <a:srgbClr val="528235"/>
                </a:solidFill>
                <a:latin typeface="Calibri" panose="020F0502020204030204"/>
                <a:cs typeface="Calibri" panose="020F0502020204030204"/>
              </a:rPr>
              <a:t>Batch/Year</a:t>
            </a:r>
            <a:r>
              <a:rPr sz="1800" spc="-10" dirty="0">
                <a:solidFill>
                  <a:srgbClr val="528235"/>
                </a:solidFill>
                <a:latin typeface="Calibri" panose="020F0502020204030204"/>
                <a:cs typeface="Calibri" panose="020F0502020204030204"/>
              </a:rPr>
              <a:t> </a:t>
            </a:r>
            <a:r>
              <a:rPr sz="1800" dirty="0">
                <a:solidFill>
                  <a:srgbClr val="528235"/>
                </a:solidFill>
                <a:latin typeface="Calibri" panose="020F0502020204030204"/>
                <a:cs typeface="Calibri" panose="020F0502020204030204"/>
              </a:rPr>
              <a:t>:</a:t>
            </a:r>
            <a:r>
              <a:rPr sz="1800" spc="-10" dirty="0">
                <a:solidFill>
                  <a:srgbClr val="528235"/>
                </a:solidFill>
                <a:latin typeface="Calibri" panose="020F0502020204030204"/>
                <a:cs typeface="Calibri" panose="020F0502020204030204"/>
              </a:rPr>
              <a:t> </a:t>
            </a:r>
            <a:r>
              <a:rPr sz="1800" spc="-20" dirty="0">
                <a:solidFill>
                  <a:srgbClr val="528235"/>
                </a:solidFill>
                <a:latin typeface="Calibri" panose="020F0502020204030204"/>
                <a:cs typeface="Calibri" panose="020F0502020204030204"/>
              </a:rPr>
              <a:t>2023-</a:t>
            </a:r>
            <a:r>
              <a:rPr sz="1800" spc="-10" dirty="0">
                <a:solidFill>
                  <a:srgbClr val="528235"/>
                </a:solidFill>
                <a:latin typeface="Calibri" panose="020F0502020204030204"/>
                <a:cs typeface="Calibri" panose="020F0502020204030204"/>
              </a:rPr>
              <a:t>2027/IV</a:t>
            </a:r>
            <a:endParaRPr sz="1800" dirty="0">
              <a:latin typeface="Calibri" panose="020F0502020204030204"/>
              <a:cs typeface="Calibri" panose="020F0502020204030204"/>
            </a:endParaRPr>
          </a:p>
          <a:p>
            <a:pPr marL="1201420">
              <a:lnSpc>
                <a:spcPct val="100000"/>
              </a:lnSpc>
              <a:spcBef>
                <a:spcPts val="1755"/>
              </a:spcBef>
            </a:pPr>
            <a:r>
              <a:rPr lang="en-US" sz="1800" b="1" dirty="0">
                <a:solidFill>
                  <a:srgbClr val="528235"/>
                </a:solidFill>
                <a:latin typeface="Calibri" panose="020F0502020204030204"/>
                <a:cs typeface="Calibri" panose="020F0502020204030204"/>
              </a:rPr>
              <a:t>           </a:t>
            </a:r>
            <a:r>
              <a:rPr sz="1800" b="1" dirty="0">
                <a:solidFill>
                  <a:srgbClr val="528235"/>
                </a:solidFill>
                <a:latin typeface="Calibri" panose="020F0502020204030204"/>
                <a:cs typeface="Calibri" panose="020F0502020204030204"/>
              </a:rPr>
              <a:t>Created</a:t>
            </a:r>
            <a:r>
              <a:rPr sz="1800" b="1" spc="-100" dirty="0">
                <a:solidFill>
                  <a:srgbClr val="528235"/>
                </a:solidFill>
                <a:latin typeface="Calibri" panose="020F0502020204030204"/>
                <a:cs typeface="Calibri" panose="020F0502020204030204"/>
              </a:rPr>
              <a:t> </a:t>
            </a:r>
            <a:r>
              <a:rPr sz="1800" b="1" spc="-25" dirty="0">
                <a:solidFill>
                  <a:srgbClr val="528235"/>
                </a:solidFill>
                <a:latin typeface="Calibri" panose="020F0502020204030204"/>
                <a:cs typeface="Calibri" panose="020F0502020204030204"/>
              </a:rPr>
              <a:t>by:</a:t>
            </a:r>
            <a:endParaRPr sz="1800" dirty="0">
              <a:latin typeface="Calibri" panose="020F0502020204030204"/>
              <a:cs typeface="Calibri" panose="020F0502020204030204"/>
            </a:endParaRPr>
          </a:p>
          <a:p>
            <a:pPr algn="ctr">
              <a:lnSpc>
                <a:spcPct val="100000"/>
              </a:lnSpc>
            </a:pPr>
            <a:r>
              <a:rPr sz="1800" spc="-30" dirty="0">
                <a:solidFill>
                  <a:srgbClr val="528235"/>
                </a:solidFill>
                <a:latin typeface="Calibri" panose="020F0502020204030204"/>
                <a:cs typeface="Calibri" panose="020F0502020204030204"/>
              </a:rPr>
              <a:t>Dr.M.P.Karthikeyan,Associate</a:t>
            </a:r>
            <a:r>
              <a:rPr sz="1800" spc="130" dirty="0">
                <a:solidFill>
                  <a:srgbClr val="528235"/>
                </a:solidFill>
                <a:latin typeface="Calibri" panose="020F0502020204030204"/>
                <a:cs typeface="Calibri" panose="020F0502020204030204"/>
              </a:rPr>
              <a:t> </a:t>
            </a:r>
            <a:r>
              <a:rPr sz="1800" spc="-10" dirty="0">
                <a:solidFill>
                  <a:srgbClr val="528235"/>
                </a:solidFill>
                <a:latin typeface="Calibri" panose="020F0502020204030204"/>
                <a:cs typeface="Calibri" panose="020F0502020204030204"/>
              </a:rPr>
              <a:t>Professor/CSE/RMKEC</a:t>
            </a:r>
            <a:endParaRPr sz="1800" dirty="0">
              <a:latin typeface="Calibri" panose="020F0502020204030204"/>
              <a:cs typeface="Calibri" panose="020F0502020204030204"/>
            </a:endParaRPr>
          </a:p>
          <a:p>
            <a:pPr marL="52070" algn="ctr">
              <a:lnSpc>
                <a:spcPct val="100000"/>
              </a:lnSpc>
              <a:spcBef>
                <a:spcPts val="1080"/>
              </a:spcBef>
            </a:pPr>
            <a:r>
              <a:rPr sz="1800" spc="-10" dirty="0">
                <a:solidFill>
                  <a:srgbClr val="528235"/>
                </a:solidFill>
                <a:latin typeface="Calibri" panose="020F0502020204030204"/>
                <a:cs typeface="Calibri" panose="020F0502020204030204"/>
              </a:rPr>
              <a:t>Ms.Kanimozhi.S</a:t>
            </a:r>
            <a:r>
              <a:rPr sz="1800" spc="-25" dirty="0">
                <a:solidFill>
                  <a:srgbClr val="528235"/>
                </a:solidFill>
                <a:latin typeface="Calibri" panose="020F0502020204030204"/>
                <a:cs typeface="Calibri" panose="020F0502020204030204"/>
              </a:rPr>
              <a:t> </a:t>
            </a:r>
            <a:r>
              <a:rPr sz="1800" spc="-10" dirty="0">
                <a:solidFill>
                  <a:srgbClr val="528235"/>
                </a:solidFill>
                <a:latin typeface="Calibri" panose="020F0502020204030204"/>
                <a:cs typeface="Calibri" panose="020F0502020204030204"/>
              </a:rPr>
              <a:t>Assistant</a:t>
            </a:r>
            <a:r>
              <a:rPr sz="1800" spc="-20" dirty="0">
                <a:solidFill>
                  <a:srgbClr val="528235"/>
                </a:solidFill>
                <a:latin typeface="Calibri" panose="020F0502020204030204"/>
                <a:cs typeface="Calibri" panose="020F0502020204030204"/>
              </a:rPr>
              <a:t> </a:t>
            </a:r>
            <a:r>
              <a:rPr sz="1800" spc="-10" dirty="0">
                <a:solidFill>
                  <a:srgbClr val="528235"/>
                </a:solidFill>
                <a:latin typeface="Calibri" panose="020F0502020204030204"/>
                <a:cs typeface="Calibri" panose="020F0502020204030204"/>
              </a:rPr>
              <a:t>Professor/CSE/RMKEC</a:t>
            </a:r>
            <a:endParaRPr sz="1800" dirty="0">
              <a:latin typeface="Calibri" panose="020F0502020204030204"/>
              <a:cs typeface="Calibri" panose="020F0502020204030204"/>
            </a:endParaRPr>
          </a:p>
          <a:p>
            <a:pPr marL="12065" marR="5080" algn="ctr">
              <a:lnSpc>
                <a:spcPct val="150000"/>
              </a:lnSpc>
            </a:pPr>
            <a:r>
              <a:rPr sz="1800" spc="-60" dirty="0">
                <a:solidFill>
                  <a:srgbClr val="528235"/>
                </a:solidFill>
                <a:latin typeface="Calibri" panose="020F0502020204030204"/>
                <a:cs typeface="Calibri" panose="020F0502020204030204"/>
              </a:rPr>
              <a:t>Dr.</a:t>
            </a:r>
            <a:r>
              <a:rPr sz="1800" spc="-5" dirty="0">
                <a:solidFill>
                  <a:srgbClr val="528235"/>
                </a:solidFill>
                <a:latin typeface="Calibri" panose="020F0502020204030204"/>
                <a:cs typeface="Calibri" panose="020F0502020204030204"/>
              </a:rPr>
              <a:t> </a:t>
            </a:r>
            <a:r>
              <a:rPr sz="1800" spc="-20" dirty="0">
                <a:solidFill>
                  <a:srgbClr val="528235"/>
                </a:solidFill>
                <a:latin typeface="Calibri" panose="020F0502020204030204"/>
                <a:cs typeface="Calibri" panose="020F0502020204030204"/>
              </a:rPr>
              <a:t>K.Mohanasundaram,</a:t>
            </a:r>
            <a:r>
              <a:rPr sz="1800" spc="-5" dirty="0">
                <a:solidFill>
                  <a:srgbClr val="528235"/>
                </a:solidFill>
                <a:latin typeface="Calibri" panose="020F0502020204030204"/>
                <a:cs typeface="Calibri" panose="020F0502020204030204"/>
              </a:rPr>
              <a:t> </a:t>
            </a:r>
            <a:r>
              <a:rPr sz="1800" dirty="0">
                <a:solidFill>
                  <a:srgbClr val="528235"/>
                </a:solidFill>
                <a:latin typeface="Calibri" panose="020F0502020204030204"/>
                <a:cs typeface="Calibri" panose="020F0502020204030204"/>
              </a:rPr>
              <a:t>Associate</a:t>
            </a:r>
            <a:r>
              <a:rPr sz="1800" spc="-5" dirty="0">
                <a:solidFill>
                  <a:srgbClr val="528235"/>
                </a:solidFill>
                <a:latin typeface="Calibri" panose="020F0502020204030204"/>
                <a:cs typeface="Calibri" panose="020F0502020204030204"/>
              </a:rPr>
              <a:t> </a:t>
            </a:r>
            <a:r>
              <a:rPr sz="1800" spc="-10" dirty="0">
                <a:solidFill>
                  <a:srgbClr val="528235"/>
                </a:solidFill>
                <a:latin typeface="Calibri" panose="020F0502020204030204"/>
                <a:cs typeface="Calibri" panose="020F0502020204030204"/>
              </a:rPr>
              <a:t>Professor/CSE/RMDEC </a:t>
            </a:r>
            <a:r>
              <a:rPr sz="1800" spc="-25" dirty="0">
                <a:solidFill>
                  <a:srgbClr val="528235"/>
                </a:solidFill>
                <a:latin typeface="Calibri" panose="020F0502020204030204"/>
                <a:cs typeface="Calibri" panose="020F0502020204030204"/>
              </a:rPr>
              <a:t>Dr.J.Sherine</a:t>
            </a:r>
            <a:r>
              <a:rPr sz="1800" spc="-30" dirty="0">
                <a:solidFill>
                  <a:srgbClr val="528235"/>
                </a:solidFill>
                <a:latin typeface="Calibri" panose="020F0502020204030204"/>
                <a:cs typeface="Calibri" panose="020F0502020204030204"/>
              </a:rPr>
              <a:t> </a:t>
            </a:r>
            <a:r>
              <a:rPr sz="1800" dirty="0">
                <a:solidFill>
                  <a:srgbClr val="528235"/>
                </a:solidFill>
                <a:latin typeface="Calibri" panose="020F0502020204030204"/>
                <a:cs typeface="Calibri" panose="020F0502020204030204"/>
              </a:rPr>
              <a:t>Glory</a:t>
            </a:r>
            <a:r>
              <a:rPr sz="1800" spc="-25" dirty="0">
                <a:solidFill>
                  <a:srgbClr val="528235"/>
                </a:solidFill>
                <a:latin typeface="Calibri" panose="020F0502020204030204"/>
                <a:cs typeface="Calibri" panose="020F0502020204030204"/>
              </a:rPr>
              <a:t> </a:t>
            </a:r>
            <a:r>
              <a:rPr sz="1800" dirty="0">
                <a:solidFill>
                  <a:srgbClr val="528235"/>
                </a:solidFill>
                <a:latin typeface="Calibri" panose="020F0502020204030204"/>
                <a:cs typeface="Calibri" panose="020F0502020204030204"/>
              </a:rPr>
              <a:t>,Associate</a:t>
            </a:r>
            <a:r>
              <a:rPr sz="1800" spc="-25" dirty="0">
                <a:solidFill>
                  <a:srgbClr val="528235"/>
                </a:solidFill>
                <a:latin typeface="Calibri" panose="020F0502020204030204"/>
                <a:cs typeface="Calibri" panose="020F0502020204030204"/>
              </a:rPr>
              <a:t> </a:t>
            </a:r>
            <a:r>
              <a:rPr sz="1800" spc="-10" dirty="0">
                <a:solidFill>
                  <a:srgbClr val="528235"/>
                </a:solidFill>
                <a:latin typeface="Calibri" panose="020F0502020204030204"/>
                <a:cs typeface="Calibri" panose="020F0502020204030204"/>
              </a:rPr>
              <a:t>Professor/CSE/RMDEC </a:t>
            </a:r>
            <a:r>
              <a:rPr sz="1800" spc="-20" dirty="0">
                <a:solidFill>
                  <a:srgbClr val="528235"/>
                </a:solidFill>
                <a:latin typeface="Calibri" panose="020F0502020204030204"/>
                <a:cs typeface="Calibri" panose="020F0502020204030204"/>
              </a:rPr>
              <a:t>Dr.R.Aruna,Associate</a:t>
            </a:r>
            <a:r>
              <a:rPr sz="1800" spc="85" dirty="0">
                <a:solidFill>
                  <a:srgbClr val="528235"/>
                </a:solidFill>
                <a:latin typeface="Calibri" panose="020F0502020204030204"/>
                <a:cs typeface="Calibri" panose="020F0502020204030204"/>
              </a:rPr>
              <a:t> </a:t>
            </a:r>
            <a:r>
              <a:rPr sz="1800" spc="-10" dirty="0">
                <a:solidFill>
                  <a:srgbClr val="528235"/>
                </a:solidFill>
                <a:latin typeface="Calibri" panose="020F0502020204030204"/>
                <a:cs typeface="Calibri" panose="020F0502020204030204"/>
              </a:rPr>
              <a:t>Professor/CSE/RMDEC </a:t>
            </a:r>
            <a:r>
              <a:rPr sz="1800" spc="-20" dirty="0" err="1">
                <a:solidFill>
                  <a:srgbClr val="528235"/>
                </a:solidFill>
                <a:latin typeface="Calibri" panose="020F0502020204030204"/>
                <a:cs typeface="Calibri" panose="020F0502020204030204"/>
              </a:rPr>
              <a:t>Dr.N</a:t>
            </a:r>
            <a:r>
              <a:rPr sz="1800" spc="-20" dirty="0">
                <a:solidFill>
                  <a:srgbClr val="528235"/>
                </a:solidFill>
                <a:latin typeface="Calibri" panose="020F0502020204030204"/>
                <a:cs typeface="Calibri" panose="020F0502020204030204"/>
              </a:rPr>
              <a:t>.</a:t>
            </a:r>
            <a:r>
              <a:rPr lang="en-IN" spc="-20" dirty="0">
                <a:solidFill>
                  <a:srgbClr val="528235"/>
                </a:solidFill>
                <a:latin typeface="Calibri" panose="020F0502020204030204"/>
                <a:cs typeface="Calibri" panose="020F0502020204030204"/>
              </a:rPr>
              <a:t>P.</a:t>
            </a:r>
            <a:r>
              <a:rPr sz="1800" spc="-20" dirty="0" err="1">
                <a:solidFill>
                  <a:srgbClr val="528235"/>
                </a:solidFill>
                <a:latin typeface="Calibri" panose="020F0502020204030204"/>
                <a:cs typeface="Calibri" panose="020F0502020204030204"/>
              </a:rPr>
              <a:t>Ponnuviji,Associate</a:t>
            </a:r>
            <a:r>
              <a:rPr sz="1800" spc="75" dirty="0">
                <a:solidFill>
                  <a:srgbClr val="528235"/>
                </a:solidFill>
                <a:latin typeface="Calibri" panose="020F0502020204030204"/>
                <a:cs typeface="Calibri" panose="020F0502020204030204"/>
              </a:rPr>
              <a:t> </a:t>
            </a:r>
            <a:r>
              <a:rPr sz="1800" spc="-10" dirty="0">
                <a:solidFill>
                  <a:srgbClr val="528235"/>
                </a:solidFill>
                <a:latin typeface="Calibri" panose="020F0502020204030204"/>
                <a:cs typeface="Calibri" panose="020F0502020204030204"/>
              </a:rPr>
              <a:t>Professor/CSE/RMKCET </a:t>
            </a:r>
            <a:r>
              <a:rPr sz="1800" spc="-25" dirty="0">
                <a:solidFill>
                  <a:srgbClr val="528235"/>
                </a:solidFill>
                <a:latin typeface="Calibri" panose="020F0502020204030204"/>
                <a:cs typeface="Calibri" panose="020F0502020204030204"/>
              </a:rPr>
              <a:t>Dr.R.Prasath</a:t>
            </a:r>
            <a:r>
              <a:rPr sz="1800" spc="-5" dirty="0">
                <a:solidFill>
                  <a:srgbClr val="528235"/>
                </a:solidFill>
                <a:latin typeface="Calibri" panose="020F0502020204030204"/>
                <a:cs typeface="Calibri" panose="020F0502020204030204"/>
              </a:rPr>
              <a:t> </a:t>
            </a:r>
            <a:r>
              <a:rPr sz="1800" dirty="0">
                <a:solidFill>
                  <a:srgbClr val="528235"/>
                </a:solidFill>
                <a:latin typeface="Calibri" panose="020F0502020204030204"/>
                <a:cs typeface="Calibri" panose="020F0502020204030204"/>
              </a:rPr>
              <a:t>,</a:t>
            </a:r>
            <a:r>
              <a:rPr sz="1800" spc="-5" dirty="0">
                <a:solidFill>
                  <a:srgbClr val="528235"/>
                </a:solidFill>
                <a:latin typeface="Calibri" panose="020F0502020204030204"/>
                <a:cs typeface="Calibri" panose="020F0502020204030204"/>
              </a:rPr>
              <a:t> </a:t>
            </a:r>
            <a:r>
              <a:rPr sz="1800" spc="-10" dirty="0">
                <a:solidFill>
                  <a:srgbClr val="528235"/>
                </a:solidFill>
                <a:latin typeface="Calibri" panose="020F0502020204030204"/>
                <a:cs typeface="Calibri" panose="020F0502020204030204"/>
              </a:rPr>
              <a:t>Professor/CSE/RMKCET</a:t>
            </a:r>
            <a:endParaRPr lang="en-US" sz="1800" spc="-10" dirty="0">
              <a:solidFill>
                <a:srgbClr val="528235"/>
              </a:solidFill>
              <a:latin typeface="Calibri" panose="020F0502020204030204"/>
              <a:cs typeface="Calibri" panose="020F0502020204030204"/>
            </a:endParaRPr>
          </a:p>
          <a:p>
            <a:pPr marL="12065" marR="5080" algn="ctr">
              <a:lnSpc>
                <a:spcPct val="150000"/>
              </a:lnSpc>
            </a:pPr>
            <a:r>
              <a:rPr lang="en-US" spc="-10" dirty="0">
                <a:solidFill>
                  <a:srgbClr val="528235"/>
                </a:solidFill>
                <a:latin typeface="Calibri" panose="020F0502020204030204"/>
                <a:cs typeface="Calibri" panose="020F0502020204030204"/>
              </a:rPr>
              <a:t>Dr.G.Indra, </a:t>
            </a:r>
            <a:r>
              <a:rPr lang="en-US" sz="1800" spc="-20" dirty="0">
                <a:solidFill>
                  <a:srgbClr val="528235"/>
                </a:solidFill>
                <a:latin typeface="Calibri" panose="020F0502020204030204"/>
                <a:cs typeface="Calibri" panose="020F0502020204030204"/>
              </a:rPr>
              <a:t>Associate</a:t>
            </a:r>
            <a:r>
              <a:rPr lang="en-US" sz="1800" spc="75" dirty="0">
                <a:solidFill>
                  <a:srgbClr val="528235"/>
                </a:solidFill>
                <a:latin typeface="Calibri" panose="020F0502020204030204"/>
                <a:cs typeface="Calibri" panose="020F0502020204030204"/>
              </a:rPr>
              <a:t> </a:t>
            </a:r>
            <a:r>
              <a:rPr lang="en-US" sz="1800" spc="-10" dirty="0">
                <a:solidFill>
                  <a:srgbClr val="528235"/>
                </a:solidFill>
                <a:latin typeface="Calibri" panose="020F0502020204030204"/>
                <a:cs typeface="Calibri" panose="020F0502020204030204"/>
              </a:rPr>
              <a:t>Professor/CSE/RMKCET </a:t>
            </a:r>
            <a:endParaRPr sz="1800" dirty="0">
              <a:latin typeface="Calibri" panose="020F0502020204030204"/>
              <a:cs typeface="Calibri" panose="020F0502020204030204"/>
            </a:endParaRPr>
          </a:p>
          <a:p>
            <a:pPr algn="ctr">
              <a:lnSpc>
                <a:spcPct val="100000"/>
              </a:lnSpc>
              <a:spcBef>
                <a:spcPts val="1080"/>
              </a:spcBef>
            </a:pPr>
            <a:r>
              <a:rPr sz="1800" spc="-40" dirty="0">
                <a:solidFill>
                  <a:srgbClr val="528235"/>
                </a:solidFill>
                <a:latin typeface="Calibri" panose="020F0502020204030204"/>
                <a:cs typeface="Calibri" panose="020F0502020204030204"/>
              </a:rPr>
              <a:t>Mr.Vinoth</a:t>
            </a:r>
            <a:r>
              <a:rPr sz="1800" spc="-65" dirty="0">
                <a:solidFill>
                  <a:srgbClr val="528235"/>
                </a:solidFill>
                <a:latin typeface="Calibri" panose="020F0502020204030204"/>
                <a:cs typeface="Calibri" panose="020F0502020204030204"/>
              </a:rPr>
              <a:t> </a:t>
            </a:r>
            <a:r>
              <a:rPr sz="1800" dirty="0">
                <a:solidFill>
                  <a:srgbClr val="528235"/>
                </a:solidFill>
                <a:latin typeface="Calibri" panose="020F0502020204030204"/>
                <a:cs typeface="Calibri" panose="020F0502020204030204"/>
              </a:rPr>
              <a:t>Kumar</a:t>
            </a:r>
            <a:r>
              <a:rPr sz="1800" spc="-50" dirty="0">
                <a:solidFill>
                  <a:srgbClr val="528235"/>
                </a:solidFill>
                <a:latin typeface="Calibri" panose="020F0502020204030204"/>
                <a:cs typeface="Calibri" panose="020F0502020204030204"/>
              </a:rPr>
              <a:t> </a:t>
            </a:r>
            <a:r>
              <a:rPr sz="1800" spc="-75" dirty="0">
                <a:solidFill>
                  <a:srgbClr val="528235"/>
                </a:solidFill>
                <a:latin typeface="Calibri" panose="020F0502020204030204"/>
                <a:cs typeface="Calibri" panose="020F0502020204030204"/>
              </a:rPr>
              <a:t>V,</a:t>
            </a:r>
            <a:r>
              <a:rPr sz="1800" spc="-25" dirty="0">
                <a:solidFill>
                  <a:srgbClr val="528235"/>
                </a:solidFill>
                <a:latin typeface="Calibri" panose="020F0502020204030204"/>
                <a:cs typeface="Calibri" panose="020F0502020204030204"/>
              </a:rPr>
              <a:t> </a:t>
            </a:r>
            <a:r>
              <a:rPr sz="1800" spc="-10" dirty="0">
                <a:solidFill>
                  <a:srgbClr val="528235"/>
                </a:solidFill>
                <a:latin typeface="Calibri" panose="020F0502020204030204"/>
                <a:cs typeface="Calibri" panose="020F0502020204030204"/>
              </a:rPr>
              <a:t>Assistant</a:t>
            </a:r>
            <a:r>
              <a:rPr sz="1800" spc="-45" dirty="0">
                <a:solidFill>
                  <a:srgbClr val="528235"/>
                </a:solidFill>
                <a:latin typeface="Calibri" panose="020F0502020204030204"/>
                <a:cs typeface="Calibri" panose="020F0502020204030204"/>
              </a:rPr>
              <a:t> </a:t>
            </a:r>
            <a:r>
              <a:rPr sz="1800" spc="-10" dirty="0">
                <a:solidFill>
                  <a:srgbClr val="528235"/>
                </a:solidFill>
                <a:latin typeface="Calibri" panose="020F0502020204030204"/>
                <a:cs typeface="Calibri" panose="020F0502020204030204"/>
              </a:rPr>
              <a:t>Professor/CSE(CS)/RMKCET</a:t>
            </a:r>
            <a:endParaRPr sz="1800" dirty="0">
              <a:latin typeface="Calibri" panose="020F0502020204030204"/>
              <a:cs typeface="Calibri" panose="020F0502020204030204"/>
            </a:endParaRPr>
          </a:p>
          <a:p>
            <a:pPr>
              <a:lnSpc>
                <a:spcPct val="100000"/>
              </a:lnSpc>
            </a:pPr>
            <a:endParaRPr sz="1800" dirty="0">
              <a:latin typeface="Calibri" panose="020F0502020204030204"/>
              <a:cs typeface="Calibri" panose="020F0502020204030204"/>
            </a:endParaRPr>
          </a:p>
          <a:p>
            <a:pPr>
              <a:lnSpc>
                <a:spcPct val="100000"/>
              </a:lnSpc>
              <a:spcBef>
                <a:spcPts val="120"/>
              </a:spcBef>
            </a:pPr>
            <a:endParaRPr sz="1800" dirty="0">
              <a:latin typeface="Calibri" panose="020F0502020204030204"/>
              <a:cs typeface="Calibri" panose="020F0502020204030204"/>
            </a:endParaRPr>
          </a:p>
          <a:p>
            <a:pPr marL="5080" algn="ctr">
              <a:lnSpc>
                <a:spcPct val="100000"/>
              </a:lnSpc>
            </a:pPr>
            <a:r>
              <a:rPr sz="2000" b="1" dirty="0">
                <a:solidFill>
                  <a:srgbClr val="528235"/>
                </a:solidFill>
                <a:latin typeface="Calibri" panose="020F0502020204030204"/>
                <a:cs typeface="Calibri" panose="020F0502020204030204"/>
              </a:rPr>
              <a:t>Date:</a:t>
            </a:r>
            <a:r>
              <a:rPr sz="2000" b="1" spc="-105" dirty="0">
                <a:solidFill>
                  <a:srgbClr val="528235"/>
                </a:solidFill>
                <a:latin typeface="Calibri" panose="020F0502020204030204"/>
                <a:cs typeface="Calibri" panose="020F0502020204030204"/>
              </a:rPr>
              <a:t> </a:t>
            </a:r>
            <a:r>
              <a:rPr sz="2000" b="1" spc="-10" dirty="0">
                <a:solidFill>
                  <a:srgbClr val="528235"/>
                </a:solidFill>
                <a:latin typeface="Calibri" panose="020F0502020204030204"/>
                <a:cs typeface="Calibri" panose="020F0502020204030204"/>
              </a:rPr>
              <a:t>06.05.2026</a:t>
            </a:r>
            <a:endParaRPr sz="2000" dirty="0">
              <a:latin typeface="Calibri" panose="020F0502020204030204"/>
              <a:cs typeface="Calibri" panose="020F0502020204030204"/>
            </a:endParaRPr>
          </a:p>
        </p:txBody>
      </p:sp>
      <p:sp>
        <p:nvSpPr>
          <p:cNvPr id="8" name="Slide Number Placeholder 7"/>
          <p:cNvSpPr>
            <a:spLocks noGrp="1"/>
          </p:cNvSpPr>
          <p:nvPr>
            <p:ph type="sldNum" sz="quarter" idx="7"/>
          </p:nvPr>
        </p:nvSpPr>
        <p:spPr/>
        <p:txBody>
          <a:bodyPr/>
          <a:lstStyle/>
          <a:p>
            <a:fld id="{B6F15528-21DE-4FAA-801E-634DDDAF4B2B}"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768855" y="0"/>
            <a:ext cx="5758689" cy="452120"/>
          </a:xfrm>
          <a:prstGeom prst="rect">
            <a:avLst/>
          </a:prstGeom>
        </p:spPr>
        <p:txBody>
          <a:bodyPr vert="horz" wrap="square" lIns="0" tIns="12700" rIns="0" bIns="0" rtlCol="0">
            <a:spAutoFit/>
          </a:bodyPr>
          <a:lstStyle/>
          <a:p>
            <a:pPr marL="12700">
              <a:lnSpc>
                <a:spcPct val="100000"/>
              </a:lnSpc>
              <a:spcBef>
                <a:spcPts val="100"/>
              </a:spcBef>
            </a:pPr>
            <a:r>
              <a:rPr spc="-25" dirty="0">
                <a:latin typeface="Calibri" panose="020F0502020204030204"/>
                <a:cs typeface="Calibri" panose="020F0502020204030204"/>
              </a:rPr>
              <a:t>Table</a:t>
            </a:r>
            <a:r>
              <a:rPr spc="-65" dirty="0">
                <a:latin typeface="Calibri" panose="020F0502020204030204"/>
                <a:cs typeface="Calibri" panose="020F0502020204030204"/>
              </a:rPr>
              <a:t> </a:t>
            </a:r>
            <a:r>
              <a:rPr dirty="0">
                <a:latin typeface="Calibri" panose="020F0502020204030204"/>
                <a:cs typeface="Calibri" panose="020F0502020204030204"/>
              </a:rPr>
              <a:t>of</a:t>
            </a:r>
            <a:r>
              <a:rPr spc="-60" dirty="0">
                <a:latin typeface="Calibri" panose="020F0502020204030204"/>
                <a:cs typeface="Calibri" panose="020F0502020204030204"/>
              </a:rPr>
              <a:t> </a:t>
            </a:r>
            <a:r>
              <a:rPr spc="-10" dirty="0">
                <a:latin typeface="Calibri" panose="020F0502020204030204"/>
                <a:cs typeface="Calibri" panose="020F0502020204030204"/>
              </a:rPr>
              <a:t>Contents</a:t>
            </a:r>
          </a:p>
        </p:txBody>
      </p:sp>
      <p:graphicFrame>
        <p:nvGraphicFramePr>
          <p:cNvPr id="5" name="Table 4"/>
          <p:cNvGraphicFramePr>
            <a:graphicFrameLocks noGrp="1"/>
          </p:cNvGraphicFramePr>
          <p:nvPr>
            <p:extLst>
              <p:ext uri="{D42A27DB-BD31-4B8C-83A1-F6EECF244321}">
                <p14:modId xmlns:p14="http://schemas.microsoft.com/office/powerpoint/2010/main" val="2225397584"/>
              </p:ext>
            </p:extLst>
          </p:nvPr>
        </p:nvGraphicFramePr>
        <p:xfrm>
          <a:off x="156756" y="510280"/>
          <a:ext cx="6358344" cy="9150056"/>
        </p:xfrm>
        <a:graphic>
          <a:graphicData uri="http://schemas.openxmlformats.org/drawingml/2006/table">
            <a:tbl>
              <a:tblPr firstRow="1" bandRow="1">
                <a:tableStyleId>{F5AB1C69-6EDB-4FF4-983F-18BD219EF322}</a:tableStyleId>
              </a:tblPr>
              <a:tblGrid>
                <a:gridCol w="578031">
                  <a:extLst>
                    <a:ext uri="{9D8B030D-6E8A-4147-A177-3AD203B41FA5}">
                      <a16:colId xmlns:a16="http://schemas.microsoft.com/office/drawing/2014/main" val="20000"/>
                    </a:ext>
                  </a:extLst>
                </a:gridCol>
                <a:gridCol w="5057774">
                  <a:extLst>
                    <a:ext uri="{9D8B030D-6E8A-4147-A177-3AD203B41FA5}">
                      <a16:colId xmlns:a16="http://schemas.microsoft.com/office/drawing/2014/main" val="20001"/>
                    </a:ext>
                  </a:extLst>
                </a:gridCol>
                <a:gridCol w="722539">
                  <a:extLst>
                    <a:ext uri="{9D8B030D-6E8A-4147-A177-3AD203B41FA5}">
                      <a16:colId xmlns:a16="http://schemas.microsoft.com/office/drawing/2014/main" val="20002"/>
                    </a:ext>
                  </a:extLst>
                </a:gridCol>
              </a:tblGrid>
              <a:tr h="302230">
                <a:tc>
                  <a:txBody>
                    <a:bodyPr/>
                    <a:lstStyle/>
                    <a:p>
                      <a:r>
                        <a:rPr lang="en-US" sz="1400" b="1" dirty="0"/>
                        <a:t>S.NO</a:t>
                      </a:r>
                    </a:p>
                  </a:txBody>
                  <a:tcPr anchor="ctr"/>
                </a:tc>
                <a:tc>
                  <a:txBody>
                    <a:bodyPr/>
                    <a:lstStyle/>
                    <a:p>
                      <a:pPr algn="ctr"/>
                      <a:r>
                        <a:rPr lang="en-US" sz="1400" b="1" dirty="0"/>
                        <a:t>CONTENTS</a:t>
                      </a:r>
                    </a:p>
                  </a:txBody>
                  <a:tcPr anchor="ctr"/>
                </a:tc>
                <a:tc>
                  <a:txBody>
                    <a:bodyPr/>
                    <a:lstStyle/>
                    <a:p>
                      <a:r>
                        <a:rPr lang="en-US" sz="1400" b="1" dirty="0"/>
                        <a:t>PG NO</a:t>
                      </a:r>
                    </a:p>
                  </a:txBody>
                  <a:tcPr anchor="ctr"/>
                </a:tc>
                <a:extLst>
                  <a:ext uri="{0D108BD9-81ED-4DB2-BD59-A6C34878D82A}">
                    <a16:rowId xmlns:a16="http://schemas.microsoft.com/office/drawing/2014/main" val="10000"/>
                  </a:ext>
                </a:extLst>
              </a:tr>
              <a:tr h="362676">
                <a:tc>
                  <a:txBody>
                    <a:bodyPr/>
                    <a:lstStyle/>
                    <a:p>
                      <a:pPr algn="ctr"/>
                      <a:r>
                        <a:rPr lang="en-US" sz="1200" b="1" dirty="0">
                          <a:latin typeface="Times New Roman" panose="02020603050405020304" pitchFamily="18" charset="0"/>
                          <a:cs typeface="Times New Roman" panose="02020603050405020304" pitchFamily="18" charset="0"/>
                        </a:rPr>
                        <a:t>1</a:t>
                      </a:r>
                    </a:p>
                  </a:txBody>
                  <a:tcPr anchor="ctr"/>
                </a:tc>
                <a:tc>
                  <a:txBody>
                    <a:bodyPr/>
                    <a:lstStyle/>
                    <a:p>
                      <a:pPr algn="l"/>
                      <a:r>
                        <a:rPr lang="en-US" sz="1200" b="1" dirty="0">
                          <a:latin typeface="Times New Roman" panose="02020603050405020304" pitchFamily="18" charset="0"/>
                          <a:cs typeface="Times New Roman" panose="02020603050405020304" pitchFamily="18" charset="0"/>
                        </a:rPr>
                        <a:t>Contents</a:t>
                      </a:r>
                    </a:p>
                  </a:txBody>
                  <a:tcPr anchor="ctr"/>
                </a:tc>
                <a:tc>
                  <a:txBody>
                    <a:bodyPr/>
                    <a:lstStyle/>
                    <a:p>
                      <a:pPr algn="ctr"/>
                      <a:r>
                        <a:rPr lang="en-US" sz="1200" b="1" dirty="0">
                          <a:latin typeface="Times New Roman" panose="02020603050405020304" pitchFamily="18" charset="0"/>
                          <a:cs typeface="Times New Roman" panose="02020603050405020304" pitchFamily="18" charset="0"/>
                        </a:rPr>
                        <a:t>5</a:t>
                      </a:r>
                    </a:p>
                  </a:txBody>
                  <a:tcPr anchor="ctr"/>
                </a:tc>
                <a:extLst>
                  <a:ext uri="{0D108BD9-81ED-4DB2-BD59-A6C34878D82A}">
                    <a16:rowId xmlns:a16="http://schemas.microsoft.com/office/drawing/2014/main" val="10001"/>
                  </a:ext>
                </a:extLst>
              </a:tr>
              <a:tr h="362676">
                <a:tc>
                  <a:txBody>
                    <a:bodyPr/>
                    <a:lstStyle/>
                    <a:p>
                      <a:pPr algn="ctr"/>
                      <a:r>
                        <a:rPr lang="en-US" sz="1200" b="1" dirty="0">
                          <a:latin typeface="Times New Roman" panose="02020603050405020304" pitchFamily="18" charset="0"/>
                          <a:cs typeface="Times New Roman" panose="02020603050405020304" pitchFamily="18" charset="0"/>
                        </a:rPr>
                        <a:t>2</a:t>
                      </a:r>
                    </a:p>
                  </a:txBody>
                  <a:tcPr anchor="ctr"/>
                </a:tc>
                <a:tc>
                  <a:txBody>
                    <a:bodyPr/>
                    <a:lstStyle/>
                    <a:p>
                      <a:pPr indent="-1270" algn="l" fontAlgn="t">
                        <a:lnSpc>
                          <a:spcPct val="115000"/>
                        </a:lnSpc>
                        <a:spcAft>
                          <a:spcPts val="1000"/>
                        </a:spcAft>
                      </a:pPr>
                      <a:r>
                        <a:rPr lang="en-US" sz="1200" b="1" dirty="0">
                          <a:latin typeface="Times New Roman" panose="02020603050405020304" pitchFamily="18" charset="0"/>
                          <a:ea typeface="Calibri" panose="020F0502020204030204"/>
                          <a:cs typeface="Times New Roman" panose="02020603050405020304" pitchFamily="18" charset="0"/>
                        </a:rPr>
                        <a:t>College Vision &amp; Mission </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6</a:t>
                      </a:r>
                    </a:p>
                  </a:txBody>
                  <a:tcPr anchor="ctr"/>
                </a:tc>
                <a:extLst>
                  <a:ext uri="{0D108BD9-81ED-4DB2-BD59-A6C34878D82A}">
                    <a16:rowId xmlns:a16="http://schemas.microsoft.com/office/drawing/2014/main" val="10002"/>
                  </a:ext>
                </a:extLst>
              </a:tr>
              <a:tr h="362676">
                <a:tc>
                  <a:txBody>
                    <a:bodyPr/>
                    <a:lstStyle/>
                    <a:p>
                      <a:pPr algn="ctr"/>
                      <a:r>
                        <a:rPr lang="en-US" sz="1200" b="1" dirty="0">
                          <a:latin typeface="Times New Roman" panose="02020603050405020304" pitchFamily="18" charset="0"/>
                          <a:cs typeface="Times New Roman" panose="02020603050405020304" pitchFamily="18" charset="0"/>
                        </a:rPr>
                        <a:t>3</a:t>
                      </a:r>
                    </a:p>
                  </a:txBody>
                  <a:tcPr anchor="ctr"/>
                </a:tc>
                <a:tc>
                  <a:txBody>
                    <a:bodyPr/>
                    <a:lstStyle/>
                    <a:p>
                      <a:pPr algn="l"/>
                      <a:r>
                        <a:rPr lang="en-US" sz="1200" b="1" dirty="0">
                          <a:solidFill>
                            <a:schemeClr val="dk1"/>
                          </a:solidFill>
                          <a:latin typeface="Times New Roman" panose="02020603050405020304" pitchFamily="18" charset="0"/>
                          <a:ea typeface="+mn-ea"/>
                          <a:cs typeface="Times New Roman" panose="02020603050405020304" pitchFamily="18" charset="0"/>
                        </a:rPr>
                        <a:t>Department Vision &amp; Mission </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7</a:t>
                      </a:r>
                    </a:p>
                  </a:txBody>
                  <a:tcPr anchor="ctr"/>
                </a:tc>
                <a:extLst>
                  <a:ext uri="{0D108BD9-81ED-4DB2-BD59-A6C34878D82A}">
                    <a16:rowId xmlns:a16="http://schemas.microsoft.com/office/drawing/2014/main" val="10003"/>
                  </a:ext>
                </a:extLst>
              </a:tr>
              <a:tr h="362676">
                <a:tc>
                  <a:txBody>
                    <a:bodyPr/>
                    <a:lstStyle/>
                    <a:p>
                      <a:pPr algn="ctr"/>
                      <a:r>
                        <a:rPr lang="en-US" sz="1200" b="1" dirty="0">
                          <a:latin typeface="Times New Roman" panose="02020603050405020304" pitchFamily="18" charset="0"/>
                          <a:cs typeface="Times New Roman" panose="02020603050405020304" pitchFamily="18" charset="0"/>
                        </a:rPr>
                        <a:t>4</a:t>
                      </a:r>
                    </a:p>
                  </a:txBody>
                  <a:tcPr anchor="ctr"/>
                </a:tc>
                <a:tc>
                  <a:txBody>
                    <a:bodyPr/>
                    <a:lstStyle/>
                    <a:p>
                      <a:pPr indent="-1270" algn="l" fontAlgn="t">
                        <a:lnSpc>
                          <a:spcPct val="115000"/>
                        </a:lnSpc>
                        <a:spcAft>
                          <a:spcPts val="1000"/>
                        </a:spcAft>
                      </a:pPr>
                      <a:r>
                        <a:rPr lang="en-US" sz="1200" b="1" dirty="0">
                          <a:latin typeface="Times New Roman" panose="02020603050405020304" pitchFamily="18" charset="0"/>
                          <a:ea typeface="Calibri" panose="020F0502020204030204"/>
                          <a:cs typeface="Times New Roman" panose="02020603050405020304" pitchFamily="18" charset="0"/>
                        </a:rPr>
                        <a:t>Course Objectives</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8</a:t>
                      </a:r>
                    </a:p>
                  </a:txBody>
                  <a:tcPr anchor="ctr"/>
                </a:tc>
                <a:extLst>
                  <a:ext uri="{0D108BD9-81ED-4DB2-BD59-A6C34878D82A}">
                    <a16:rowId xmlns:a16="http://schemas.microsoft.com/office/drawing/2014/main" val="10004"/>
                  </a:ext>
                </a:extLst>
              </a:tr>
              <a:tr h="362676">
                <a:tc>
                  <a:txBody>
                    <a:bodyPr/>
                    <a:lstStyle/>
                    <a:p>
                      <a:pPr algn="ctr"/>
                      <a:r>
                        <a:rPr lang="en-US" sz="1200" b="1" dirty="0">
                          <a:latin typeface="Times New Roman" panose="02020603050405020304" pitchFamily="18" charset="0"/>
                          <a:cs typeface="Times New Roman" panose="02020603050405020304" pitchFamily="18" charset="0"/>
                        </a:rPr>
                        <a:t>5</a:t>
                      </a:r>
                    </a:p>
                  </a:txBody>
                  <a:tcPr anchor="ctr"/>
                </a:tc>
                <a:tc>
                  <a:txBody>
                    <a:bodyPr/>
                    <a:lstStyle/>
                    <a:p>
                      <a:pPr indent="-1270" algn="l" fontAlgn="t">
                        <a:lnSpc>
                          <a:spcPct val="115000"/>
                        </a:lnSpc>
                        <a:spcAft>
                          <a:spcPts val="1000"/>
                        </a:spcAft>
                      </a:pPr>
                      <a:r>
                        <a:rPr lang="en-US" sz="1200" b="1" dirty="0">
                          <a:latin typeface="Times New Roman" panose="02020603050405020304" pitchFamily="18" charset="0"/>
                          <a:ea typeface="Calibri" panose="020F0502020204030204"/>
                          <a:cs typeface="Times New Roman" panose="02020603050405020304" pitchFamily="18" charset="0"/>
                        </a:rPr>
                        <a:t>Pre-Requisites (Course Name with Code)</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8</a:t>
                      </a:r>
                    </a:p>
                  </a:txBody>
                  <a:tcPr anchor="ctr"/>
                </a:tc>
                <a:extLst>
                  <a:ext uri="{0D108BD9-81ED-4DB2-BD59-A6C34878D82A}">
                    <a16:rowId xmlns:a16="http://schemas.microsoft.com/office/drawing/2014/main" val="10005"/>
                  </a:ext>
                </a:extLst>
              </a:tr>
              <a:tr h="417077">
                <a:tc>
                  <a:txBody>
                    <a:bodyPr/>
                    <a:lstStyle/>
                    <a:p>
                      <a:pPr algn="ctr"/>
                      <a:r>
                        <a:rPr lang="en-US" sz="1200" b="1" dirty="0">
                          <a:latin typeface="Times New Roman" panose="02020603050405020304" pitchFamily="18" charset="0"/>
                          <a:cs typeface="Times New Roman" panose="02020603050405020304" pitchFamily="18" charset="0"/>
                        </a:rPr>
                        <a:t>6</a:t>
                      </a:r>
                    </a:p>
                  </a:txBody>
                  <a:tcPr anchor="ctr"/>
                </a:tc>
                <a:tc>
                  <a:txBody>
                    <a:bodyPr/>
                    <a:lstStyle/>
                    <a:p>
                      <a:pPr indent="-1270" algn="l" fontAlgn="t">
                        <a:lnSpc>
                          <a:spcPct val="115000"/>
                        </a:lnSpc>
                        <a:spcAft>
                          <a:spcPts val="1000"/>
                        </a:spcAft>
                      </a:pPr>
                      <a:r>
                        <a:rPr lang="en-US" sz="1200" b="1" dirty="0">
                          <a:latin typeface="Times New Roman" panose="02020603050405020304" pitchFamily="18" charset="0"/>
                          <a:ea typeface="Calibri" panose="020F0502020204030204"/>
                          <a:cs typeface="Times New Roman" panose="02020603050405020304" pitchFamily="18" charset="0"/>
                        </a:rPr>
                        <a:t>Syllabus  (With Subject Code, Name, LTPC Details  Total hours , Text book and reference books details )</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9</a:t>
                      </a:r>
                    </a:p>
                  </a:txBody>
                  <a:tcPr anchor="ctr"/>
                </a:tc>
                <a:extLst>
                  <a:ext uri="{0D108BD9-81ED-4DB2-BD59-A6C34878D82A}">
                    <a16:rowId xmlns:a16="http://schemas.microsoft.com/office/drawing/2014/main" val="10006"/>
                  </a:ext>
                </a:extLst>
              </a:tr>
              <a:tr h="362676">
                <a:tc>
                  <a:txBody>
                    <a:bodyPr/>
                    <a:lstStyle/>
                    <a:p>
                      <a:pPr algn="ctr"/>
                      <a:r>
                        <a:rPr lang="en-US" sz="1200" b="1" dirty="0">
                          <a:latin typeface="Times New Roman" panose="02020603050405020304" pitchFamily="18" charset="0"/>
                          <a:cs typeface="Times New Roman" panose="02020603050405020304" pitchFamily="18" charset="0"/>
                        </a:rPr>
                        <a:t>7</a:t>
                      </a:r>
                    </a:p>
                  </a:txBody>
                  <a:tcPr anchor="ctr"/>
                </a:tc>
                <a:tc>
                  <a:txBody>
                    <a:bodyPr/>
                    <a:lstStyle/>
                    <a:p>
                      <a:pPr indent="-1270" algn="l" fontAlgn="t">
                        <a:lnSpc>
                          <a:spcPct val="115000"/>
                        </a:lnSpc>
                        <a:spcAft>
                          <a:spcPts val="1000"/>
                        </a:spcAft>
                      </a:pPr>
                      <a:r>
                        <a:rPr lang="en-US" sz="1200" b="1" dirty="0">
                          <a:latin typeface="Times New Roman" panose="02020603050405020304" pitchFamily="18" charset="0"/>
                          <a:ea typeface="Calibri" panose="020F0502020204030204"/>
                          <a:cs typeface="Times New Roman" panose="02020603050405020304" pitchFamily="18" charset="0"/>
                        </a:rPr>
                        <a:t>Course Outcomes ( Maximum 6)</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11</a:t>
                      </a:r>
                    </a:p>
                  </a:txBody>
                  <a:tcPr anchor="ctr"/>
                </a:tc>
                <a:extLst>
                  <a:ext uri="{0D108BD9-81ED-4DB2-BD59-A6C34878D82A}">
                    <a16:rowId xmlns:a16="http://schemas.microsoft.com/office/drawing/2014/main" val="10007"/>
                  </a:ext>
                </a:extLst>
              </a:tr>
              <a:tr h="362676">
                <a:tc>
                  <a:txBody>
                    <a:bodyPr/>
                    <a:lstStyle/>
                    <a:p>
                      <a:pPr algn="ctr"/>
                      <a:r>
                        <a:rPr lang="en-US" sz="1200" b="1" dirty="0">
                          <a:latin typeface="Times New Roman" panose="02020603050405020304" pitchFamily="18" charset="0"/>
                          <a:cs typeface="Times New Roman" panose="02020603050405020304" pitchFamily="18" charset="0"/>
                        </a:rPr>
                        <a:t>8</a:t>
                      </a:r>
                    </a:p>
                  </a:txBody>
                  <a:tcPr anchor="ctr"/>
                </a:tc>
                <a:tc>
                  <a:txBody>
                    <a:bodyPr/>
                    <a:lstStyle/>
                    <a:p>
                      <a:pPr algn="l"/>
                      <a:r>
                        <a:rPr lang="en-US" sz="1200" b="1" dirty="0">
                          <a:solidFill>
                            <a:schemeClr val="dk1"/>
                          </a:solidFill>
                          <a:latin typeface="Times New Roman" panose="02020603050405020304" pitchFamily="18" charset="0"/>
                          <a:ea typeface="+mn-ea"/>
                          <a:cs typeface="Times New Roman" panose="02020603050405020304" pitchFamily="18" charset="0"/>
                        </a:rPr>
                        <a:t>CO-PO/PSO Mapping </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12</a:t>
                      </a:r>
                    </a:p>
                  </a:txBody>
                  <a:tcPr anchor="ctr"/>
                </a:tc>
                <a:extLst>
                  <a:ext uri="{0D108BD9-81ED-4DB2-BD59-A6C34878D82A}">
                    <a16:rowId xmlns:a16="http://schemas.microsoft.com/office/drawing/2014/main" val="10008"/>
                  </a:ext>
                </a:extLst>
              </a:tr>
              <a:tr h="453345">
                <a:tc>
                  <a:txBody>
                    <a:bodyPr/>
                    <a:lstStyle/>
                    <a:p>
                      <a:pPr algn="ctr"/>
                      <a:r>
                        <a:rPr lang="en-US" sz="1200" b="1" dirty="0">
                          <a:latin typeface="Times New Roman" panose="02020603050405020304" pitchFamily="18" charset="0"/>
                          <a:cs typeface="Times New Roman" panose="02020603050405020304" pitchFamily="18" charset="0"/>
                        </a:rPr>
                        <a:t>9</a:t>
                      </a:r>
                    </a:p>
                  </a:txBody>
                  <a:tcPr anchor="ctr"/>
                </a:tc>
                <a:tc>
                  <a:txBody>
                    <a:bodyPr/>
                    <a:lstStyle/>
                    <a:p>
                      <a:pPr algn="l"/>
                      <a:r>
                        <a:rPr lang="en-US" sz="1200" b="1" dirty="0">
                          <a:solidFill>
                            <a:schemeClr val="dk1"/>
                          </a:solidFill>
                          <a:latin typeface="Times New Roman" panose="02020603050405020304" pitchFamily="18" charset="0"/>
                          <a:ea typeface="+mn-ea"/>
                          <a:cs typeface="Times New Roman" panose="02020603050405020304" pitchFamily="18" charset="0"/>
                        </a:rPr>
                        <a:t>Lecture Plan </a:t>
                      </a:r>
                      <a:br>
                        <a:rPr lang="en-US" sz="1200" b="1" dirty="0">
                          <a:solidFill>
                            <a:schemeClr val="dk1"/>
                          </a:solidFill>
                          <a:latin typeface="Times New Roman" panose="02020603050405020304" pitchFamily="18" charset="0"/>
                          <a:ea typeface="+mn-ea"/>
                          <a:cs typeface="Times New Roman" panose="02020603050405020304" pitchFamily="18" charset="0"/>
                        </a:rPr>
                      </a:br>
                      <a:endParaRPr lang="en-US"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13</a:t>
                      </a:r>
                    </a:p>
                  </a:txBody>
                  <a:tcPr anchor="ctr"/>
                </a:tc>
                <a:extLst>
                  <a:ext uri="{0D108BD9-81ED-4DB2-BD59-A6C34878D82A}">
                    <a16:rowId xmlns:a16="http://schemas.microsoft.com/office/drawing/2014/main" val="10009"/>
                  </a:ext>
                </a:extLst>
              </a:tr>
              <a:tr h="362676">
                <a:tc>
                  <a:txBody>
                    <a:bodyPr/>
                    <a:lstStyle/>
                    <a:p>
                      <a:pPr algn="ctr"/>
                      <a:r>
                        <a:rPr lang="en-US" sz="1200" b="1" dirty="0">
                          <a:latin typeface="Times New Roman" panose="02020603050405020304" pitchFamily="18" charset="0"/>
                          <a:cs typeface="Times New Roman" panose="02020603050405020304" pitchFamily="18" charset="0"/>
                        </a:rPr>
                        <a:t>10</a:t>
                      </a:r>
                    </a:p>
                  </a:txBody>
                  <a:tcPr anchor="ctr"/>
                </a:tc>
                <a:tc>
                  <a:txBody>
                    <a:bodyPr/>
                    <a:lstStyle/>
                    <a:p>
                      <a:pPr algn="l">
                        <a:lnSpc>
                          <a:spcPts val="1320"/>
                        </a:lnSpc>
                        <a:spcAft>
                          <a:spcPts val="1000"/>
                        </a:spcAft>
                      </a:pPr>
                      <a:r>
                        <a:rPr lang="en-US" sz="1200" b="1" dirty="0">
                          <a:latin typeface="Times New Roman" panose="02020603050405020304" pitchFamily="18" charset="0"/>
                          <a:ea typeface="Calibri" panose="020F0502020204030204"/>
                          <a:cs typeface="Times New Roman" panose="02020603050405020304" pitchFamily="18" charset="0"/>
                        </a:rPr>
                        <a:t>Pedagogy / Teaching –Learning Methods</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14</a:t>
                      </a:r>
                    </a:p>
                  </a:txBody>
                  <a:tcPr anchor="ctr"/>
                </a:tc>
                <a:extLst>
                  <a:ext uri="{0D108BD9-81ED-4DB2-BD59-A6C34878D82A}">
                    <a16:rowId xmlns:a16="http://schemas.microsoft.com/office/drawing/2014/main" val="10010"/>
                  </a:ext>
                </a:extLst>
              </a:tr>
              <a:tr h="362676">
                <a:tc>
                  <a:txBody>
                    <a:bodyPr/>
                    <a:lstStyle/>
                    <a:p>
                      <a:pPr algn="ctr"/>
                      <a:r>
                        <a:rPr lang="en-US" sz="1200" b="1" dirty="0">
                          <a:latin typeface="Times New Roman" panose="02020603050405020304" pitchFamily="18" charset="0"/>
                          <a:cs typeface="Times New Roman" panose="02020603050405020304" pitchFamily="18" charset="0"/>
                        </a:rPr>
                        <a:t>11</a:t>
                      </a:r>
                    </a:p>
                  </a:txBody>
                  <a:tcPr anchor="ctr"/>
                </a:tc>
                <a:tc>
                  <a:txBody>
                    <a:bodyPr/>
                    <a:lstStyle/>
                    <a:p>
                      <a:pPr algn="l">
                        <a:lnSpc>
                          <a:spcPts val="1320"/>
                        </a:lnSpc>
                        <a:spcAft>
                          <a:spcPts val="1000"/>
                        </a:spcAft>
                      </a:pPr>
                      <a:r>
                        <a:rPr lang="en-US" sz="1200" b="1" dirty="0">
                          <a:latin typeface="Times New Roman" panose="02020603050405020304" pitchFamily="18" charset="0"/>
                          <a:ea typeface="Calibri" panose="020F0502020204030204"/>
                          <a:cs typeface="Times New Roman" panose="02020603050405020304" pitchFamily="18" charset="0"/>
                        </a:rPr>
                        <a:t>Case Study based Teaching, Activity Based Learning</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15,16</a:t>
                      </a:r>
                    </a:p>
                  </a:txBody>
                  <a:tcPr anchor="ctr"/>
                </a:tc>
                <a:extLst>
                  <a:ext uri="{0D108BD9-81ED-4DB2-BD59-A6C34878D82A}">
                    <a16:rowId xmlns:a16="http://schemas.microsoft.com/office/drawing/2014/main" val="10011"/>
                  </a:ext>
                </a:extLst>
              </a:tr>
              <a:tr h="362676">
                <a:tc>
                  <a:txBody>
                    <a:bodyPr/>
                    <a:lstStyle/>
                    <a:p>
                      <a:pPr algn="ctr"/>
                      <a:r>
                        <a:rPr lang="en-US" sz="1200" b="1" dirty="0">
                          <a:latin typeface="Times New Roman" panose="02020603050405020304" pitchFamily="18" charset="0"/>
                          <a:cs typeface="Times New Roman" panose="02020603050405020304" pitchFamily="18" charset="0"/>
                        </a:rPr>
                        <a:t>12</a:t>
                      </a:r>
                    </a:p>
                  </a:txBody>
                  <a:tcPr anchor="ctr"/>
                </a:tc>
                <a:tc>
                  <a:txBody>
                    <a:bodyPr/>
                    <a:lstStyle/>
                    <a:p>
                      <a:pPr algn="l"/>
                      <a:r>
                        <a:rPr lang="en-US" sz="1200" b="1" dirty="0">
                          <a:solidFill>
                            <a:schemeClr val="dk1"/>
                          </a:solidFill>
                          <a:latin typeface="Times New Roman" panose="02020603050405020304" pitchFamily="18" charset="0"/>
                          <a:ea typeface="+mn-ea"/>
                          <a:cs typeface="Times New Roman" panose="02020603050405020304" pitchFamily="18" charset="0"/>
                        </a:rPr>
                        <a:t>Lecture Notes </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18</a:t>
                      </a:r>
                    </a:p>
                  </a:txBody>
                  <a:tcPr anchor="ctr"/>
                </a:tc>
                <a:extLst>
                  <a:ext uri="{0D108BD9-81ED-4DB2-BD59-A6C34878D82A}">
                    <a16:rowId xmlns:a16="http://schemas.microsoft.com/office/drawing/2014/main" val="10012"/>
                  </a:ext>
                </a:extLst>
              </a:tr>
              <a:tr h="362676">
                <a:tc>
                  <a:txBody>
                    <a:bodyPr/>
                    <a:lstStyle/>
                    <a:p>
                      <a:pPr algn="ctr"/>
                      <a:r>
                        <a:rPr lang="en-US" sz="1200" b="1" dirty="0">
                          <a:latin typeface="Times New Roman" panose="02020603050405020304" pitchFamily="18" charset="0"/>
                          <a:cs typeface="Times New Roman" panose="02020603050405020304" pitchFamily="18" charset="0"/>
                        </a:rPr>
                        <a:t>13</a:t>
                      </a:r>
                    </a:p>
                  </a:txBody>
                  <a:tcPr anchor="ctr"/>
                </a:tc>
                <a:tc>
                  <a:txBody>
                    <a:bodyPr/>
                    <a:lstStyle/>
                    <a:p>
                      <a:pPr algn="l"/>
                      <a:r>
                        <a:rPr lang="en-US" sz="1200" b="1" dirty="0">
                          <a:solidFill>
                            <a:schemeClr val="dk1"/>
                          </a:solidFill>
                          <a:latin typeface="Times New Roman" panose="02020603050405020304" pitchFamily="18" charset="0"/>
                          <a:ea typeface="+mn-ea"/>
                          <a:cs typeface="Times New Roman" panose="02020603050405020304" pitchFamily="18" charset="0"/>
                        </a:rPr>
                        <a:t>Assignments, AI Based Examples</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44, 46</a:t>
                      </a:r>
                    </a:p>
                  </a:txBody>
                  <a:tcPr anchor="ctr"/>
                </a:tc>
                <a:extLst>
                  <a:ext uri="{0D108BD9-81ED-4DB2-BD59-A6C34878D82A}">
                    <a16:rowId xmlns:a16="http://schemas.microsoft.com/office/drawing/2014/main" val="10013"/>
                  </a:ext>
                </a:extLst>
              </a:tr>
              <a:tr h="362676">
                <a:tc>
                  <a:txBody>
                    <a:bodyPr/>
                    <a:lstStyle/>
                    <a:p>
                      <a:pPr algn="ctr"/>
                      <a:r>
                        <a:rPr lang="en-US" sz="1200" b="1" dirty="0">
                          <a:latin typeface="Times New Roman" panose="02020603050405020304" pitchFamily="18" charset="0"/>
                          <a:cs typeface="Times New Roman" panose="02020603050405020304" pitchFamily="18" charset="0"/>
                        </a:rPr>
                        <a:t>14</a:t>
                      </a:r>
                    </a:p>
                  </a:txBody>
                  <a:tcPr anchor="ctr"/>
                </a:tc>
                <a:tc>
                  <a:txBody>
                    <a:bodyPr/>
                    <a:lstStyle/>
                    <a:p>
                      <a:pPr algn="l"/>
                      <a:r>
                        <a:rPr lang="en-US" sz="1200" b="1" dirty="0">
                          <a:solidFill>
                            <a:schemeClr val="dk1"/>
                          </a:solidFill>
                          <a:latin typeface="Times New Roman" panose="02020603050405020304" pitchFamily="18" charset="0"/>
                          <a:ea typeface="+mn-ea"/>
                          <a:cs typeface="Times New Roman" panose="02020603050405020304" pitchFamily="18" charset="0"/>
                        </a:rPr>
                        <a:t>Part A Questions &amp; Answers (with K Level and CO)</a:t>
                      </a:r>
                      <a:endParaRPr lang="en-US" sz="1200" b="1" dirty="0">
                        <a:latin typeface="Times New Roman" panose="02020603050405020304" pitchFamily="18" charset="0"/>
                        <a:cs typeface="Times New Roman" panose="02020603050405020304" pitchFamily="18" charset="0"/>
                      </a:endParaRPr>
                    </a:p>
                  </a:txBody>
                  <a:tcPr anchor="ctr"/>
                </a:tc>
                <a:tc>
                  <a:txBody>
                    <a:bodyPr/>
                    <a:lstStyle/>
                    <a:p>
                      <a:pPr algn="ctr"/>
                      <a:r>
                        <a:rPr lang="en-US" sz="1200" b="1" dirty="0">
                          <a:latin typeface="Times New Roman" panose="02020603050405020304" pitchFamily="18" charset="0"/>
                          <a:cs typeface="Times New Roman" panose="02020603050405020304" pitchFamily="18" charset="0"/>
                        </a:rPr>
                        <a:t>48</a:t>
                      </a:r>
                    </a:p>
                  </a:txBody>
                  <a:tcPr anchor="ctr"/>
                </a:tc>
                <a:extLst>
                  <a:ext uri="{0D108BD9-81ED-4DB2-BD59-A6C34878D82A}">
                    <a16:rowId xmlns:a16="http://schemas.microsoft.com/office/drawing/2014/main" val="10014"/>
                  </a:ext>
                </a:extLst>
              </a:tr>
              <a:tr h="362676">
                <a:tc>
                  <a:txBody>
                    <a:bodyPr/>
                    <a:lstStyle/>
                    <a:p>
                      <a:pPr algn="ctr"/>
                      <a:r>
                        <a:rPr lang="en-US" sz="1200" b="1" dirty="0">
                          <a:latin typeface="Times New Roman" panose="02020603050405020304" pitchFamily="18" charset="0"/>
                          <a:cs typeface="Times New Roman" panose="02020603050405020304" pitchFamily="18" charset="0"/>
                        </a:rPr>
                        <a:t>15</a:t>
                      </a:r>
                    </a:p>
                  </a:txBody>
                  <a:tcPr anchor="ctr"/>
                </a:tc>
                <a:tc>
                  <a:txBody>
                    <a:bodyPr/>
                    <a:lstStyle/>
                    <a:p>
                      <a:pPr indent="-1270" algn="l" fontAlgn="t">
                        <a:lnSpc>
                          <a:spcPct val="115000"/>
                        </a:lnSpc>
                        <a:spcAft>
                          <a:spcPts val="1000"/>
                        </a:spcAft>
                      </a:pPr>
                      <a:r>
                        <a:rPr lang="en-US" sz="1200" b="1" dirty="0">
                          <a:latin typeface="Times New Roman" panose="02020603050405020304" pitchFamily="18" charset="0"/>
                          <a:ea typeface="Calibri" panose="020F0502020204030204"/>
                          <a:cs typeface="Times New Roman" panose="02020603050405020304" pitchFamily="18" charset="0"/>
                        </a:rPr>
                        <a:t>Part B Questions (with K Level and CO)</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54</a:t>
                      </a:r>
                    </a:p>
                  </a:txBody>
                  <a:tcPr anchor="ctr"/>
                </a:tc>
                <a:extLst>
                  <a:ext uri="{0D108BD9-81ED-4DB2-BD59-A6C34878D82A}">
                    <a16:rowId xmlns:a16="http://schemas.microsoft.com/office/drawing/2014/main" val="10015"/>
                  </a:ext>
                </a:extLst>
              </a:tr>
              <a:tr h="417077">
                <a:tc>
                  <a:txBody>
                    <a:bodyPr/>
                    <a:lstStyle/>
                    <a:p>
                      <a:pPr algn="ctr"/>
                      <a:r>
                        <a:rPr lang="en-US" sz="1200" b="1" dirty="0">
                          <a:latin typeface="Times New Roman" panose="02020603050405020304" pitchFamily="18" charset="0"/>
                          <a:cs typeface="Times New Roman" panose="02020603050405020304" pitchFamily="18" charset="0"/>
                        </a:rPr>
                        <a:t>16</a:t>
                      </a:r>
                    </a:p>
                  </a:txBody>
                  <a:tcPr anchor="ctr"/>
                </a:tc>
                <a:tc>
                  <a:txBody>
                    <a:bodyPr/>
                    <a:lstStyle/>
                    <a:p>
                      <a:pPr indent="-1270" algn="l" fontAlgn="t">
                        <a:lnSpc>
                          <a:spcPct val="115000"/>
                        </a:lnSpc>
                        <a:spcAft>
                          <a:spcPts val="1000"/>
                        </a:spcAft>
                      </a:pPr>
                      <a:r>
                        <a:rPr lang="en-US" sz="1200" b="1" dirty="0">
                          <a:latin typeface="Times New Roman" panose="02020603050405020304" pitchFamily="18" charset="0"/>
                          <a:ea typeface="Calibri" panose="020F0502020204030204"/>
                          <a:cs typeface="Times New Roman" panose="02020603050405020304" pitchFamily="18" charset="0"/>
                        </a:rPr>
                        <a:t>GATE Questions, Supportive Online Certification Courses (NPTEL, SWAYAM, Coursera, Udemy, etc.)</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56, 58</a:t>
                      </a:r>
                    </a:p>
                  </a:txBody>
                  <a:tcPr anchor="ctr"/>
                </a:tc>
                <a:extLst>
                  <a:ext uri="{0D108BD9-81ED-4DB2-BD59-A6C34878D82A}">
                    <a16:rowId xmlns:a16="http://schemas.microsoft.com/office/drawing/2014/main" val="10016"/>
                  </a:ext>
                </a:extLst>
              </a:tr>
              <a:tr h="362676">
                <a:tc>
                  <a:txBody>
                    <a:bodyPr/>
                    <a:lstStyle/>
                    <a:p>
                      <a:pPr algn="ctr"/>
                      <a:r>
                        <a:rPr lang="en-US" sz="1200" b="1" dirty="0">
                          <a:latin typeface="Times New Roman" panose="02020603050405020304" pitchFamily="18" charset="0"/>
                          <a:cs typeface="Times New Roman" panose="02020603050405020304" pitchFamily="18" charset="0"/>
                        </a:rPr>
                        <a:t>17</a:t>
                      </a:r>
                    </a:p>
                  </a:txBody>
                  <a:tcPr anchor="ctr"/>
                </a:tc>
                <a:tc>
                  <a:txBody>
                    <a:bodyPr/>
                    <a:lstStyle/>
                    <a:p>
                      <a:pPr indent="-1270" algn="l" fontAlgn="t">
                        <a:lnSpc>
                          <a:spcPct val="115000"/>
                        </a:lnSpc>
                        <a:spcAft>
                          <a:spcPts val="1000"/>
                        </a:spcAft>
                      </a:pPr>
                      <a:r>
                        <a:rPr lang="en-US" sz="1200" b="1" dirty="0">
                          <a:latin typeface="Times New Roman" panose="02020603050405020304" pitchFamily="18" charset="0"/>
                          <a:ea typeface="Calibri" panose="020F0502020204030204"/>
                          <a:cs typeface="Times New Roman" panose="02020603050405020304" pitchFamily="18" charset="0"/>
                        </a:rPr>
                        <a:t>Real-Time Applications in Day-to-Day Life and Industry</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59</a:t>
                      </a:r>
                    </a:p>
                  </a:txBody>
                  <a:tcPr anchor="ctr"/>
                </a:tc>
                <a:extLst>
                  <a:ext uri="{0D108BD9-81ED-4DB2-BD59-A6C34878D82A}">
                    <a16:rowId xmlns:a16="http://schemas.microsoft.com/office/drawing/2014/main" val="10017"/>
                  </a:ext>
                </a:extLst>
              </a:tr>
              <a:tr h="362676">
                <a:tc>
                  <a:txBody>
                    <a:bodyPr/>
                    <a:lstStyle/>
                    <a:p>
                      <a:pPr algn="ctr"/>
                      <a:r>
                        <a:rPr lang="en-US" sz="1200" b="1" dirty="0">
                          <a:latin typeface="Times New Roman" panose="02020603050405020304" pitchFamily="18" charset="0"/>
                          <a:cs typeface="Times New Roman" panose="02020603050405020304" pitchFamily="18" charset="0"/>
                        </a:rPr>
                        <a:t>18</a:t>
                      </a:r>
                    </a:p>
                  </a:txBody>
                  <a:tcPr anchor="ctr"/>
                </a:tc>
                <a:tc>
                  <a:txBody>
                    <a:bodyPr/>
                    <a:lstStyle/>
                    <a:p>
                      <a:pPr algn="l">
                        <a:lnSpc>
                          <a:spcPts val="1320"/>
                        </a:lnSpc>
                        <a:spcAft>
                          <a:spcPts val="1000"/>
                        </a:spcAft>
                      </a:pPr>
                      <a:r>
                        <a:rPr lang="en-US" sz="1200" b="1" dirty="0">
                          <a:latin typeface="Times New Roman" panose="02020603050405020304" pitchFamily="18" charset="0"/>
                          <a:ea typeface="Calibri" panose="020F0502020204030204"/>
                          <a:cs typeface="Times New Roman" panose="02020603050405020304" pitchFamily="18" charset="0"/>
                        </a:rPr>
                        <a:t>Complex engineering problem</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60</a:t>
                      </a:r>
                    </a:p>
                  </a:txBody>
                  <a:tcPr anchor="ctr"/>
                </a:tc>
                <a:extLst>
                  <a:ext uri="{0D108BD9-81ED-4DB2-BD59-A6C34878D82A}">
                    <a16:rowId xmlns:a16="http://schemas.microsoft.com/office/drawing/2014/main" val="10018"/>
                  </a:ext>
                </a:extLst>
              </a:tr>
              <a:tr h="362676">
                <a:tc>
                  <a:txBody>
                    <a:bodyPr/>
                    <a:lstStyle/>
                    <a:p>
                      <a:pPr algn="ctr"/>
                      <a:r>
                        <a:rPr lang="en-US" sz="1200" b="1" dirty="0">
                          <a:latin typeface="Times New Roman" panose="02020603050405020304" pitchFamily="18" charset="0"/>
                          <a:cs typeface="Times New Roman" panose="02020603050405020304" pitchFamily="18" charset="0"/>
                        </a:rPr>
                        <a:t>19</a:t>
                      </a:r>
                    </a:p>
                  </a:txBody>
                  <a:tcPr anchor="ctr"/>
                </a:tc>
                <a:tc>
                  <a:txBody>
                    <a:bodyPr/>
                    <a:lstStyle/>
                    <a:p>
                      <a:pPr algn="l">
                        <a:lnSpc>
                          <a:spcPts val="1320"/>
                        </a:lnSpc>
                        <a:spcAft>
                          <a:spcPts val="1000"/>
                        </a:spcAft>
                      </a:pPr>
                      <a:r>
                        <a:rPr lang="en-US" sz="1200" b="1" dirty="0">
                          <a:latin typeface="Times New Roman" panose="02020603050405020304" pitchFamily="18" charset="0"/>
                          <a:ea typeface="Calibri" panose="020F0502020204030204"/>
                          <a:cs typeface="Times New Roman" panose="02020603050405020304" pitchFamily="18" charset="0"/>
                        </a:rPr>
                        <a:t>SDG activities for the  course </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61</a:t>
                      </a:r>
                    </a:p>
                  </a:txBody>
                  <a:tcPr anchor="ctr"/>
                </a:tc>
                <a:extLst>
                  <a:ext uri="{0D108BD9-81ED-4DB2-BD59-A6C34878D82A}">
                    <a16:rowId xmlns:a16="http://schemas.microsoft.com/office/drawing/2014/main" val="10019"/>
                  </a:ext>
                </a:extLst>
              </a:tr>
              <a:tr h="362676">
                <a:tc>
                  <a:txBody>
                    <a:bodyPr/>
                    <a:lstStyle/>
                    <a:p>
                      <a:pPr algn="ctr"/>
                      <a:r>
                        <a:rPr lang="en-US" sz="1200" b="1" dirty="0">
                          <a:latin typeface="Times New Roman" panose="02020603050405020304" pitchFamily="18" charset="0"/>
                          <a:cs typeface="Times New Roman" panose="02020603050405020304" pitchFamily="18" charset="0"/>
                        </a:rPr>
                        <a:t>20</a:t>
                      </a:r>
                    </a:p>
                  </a:txBody>
                  <a:tcPr anchor="ctr"/>
                </a:tc>
                <a:tc>
                  <a:txBody>
                    <a:bodyPr/>
                    <a:lstStyle/>
                    <a:p>
                      <a:pPr marL="0" algn="l">
                        <a:lnSpc>
                          <a:spcPts val="1320"/>
                        </a:lnSpc>
                        <a:spcAft>
                          <a:spcPts val="1000"/>
                        </a:spcAft>
                      </a:pPr>
                      <a:r>
                        <a:rPr lang="en-US" sz="1200" b="1" dirty="0">
                          <a:solidFill>
                            <a:schemeClr val="dk1"/>
                          </a:solidFill>
                          <a:latin typeface="Times New Roman" panose="02020603050405020304" pitchFamily="18" charset="0"/>
                          <a:ea typeface="Calibri" panose="020F0502020204030204"/>
                          <a:cs typeface="Times New Roman" panose="02020603050405020304" pitchFamily="18" charset="0"/>
                        </a:rPr>
                        <a:t>Contents Beyond the Syllabus (CO-related Value-Added Courses)</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62</a:t>
                      </a:r>
                    </a:p>
                  </a:txBody>
                  <a:tcPr anchor="ctr"/>
                </a:tc>
                <a:extLst>
                  <a:ext uri="{0D108BD9-81ED-4DB2-BD59-A6C34878D82A}">
                    <a16:rowId xmlns:a16="http://schemas.microsoft.com/office/drawing/2014/main" val="10020"/>
                  </a:ext>
                </a:extLst>
              </a:tr>
              <a:tr h="293288">
                <a:tc>
                  <a:txBody>
                    <a:bodyPr/>
                    <a:lstStyle/>
                    <a:p>
                      <a:pPr algn="ctr"/>
                      <a:r>
                        <a:rPr lang="en-US" sz="1200" b="1" dirty="0">
                          <a:latin typeface="Times New Roman" panose="02020603050405020304" pitchFamily="18" charset="0"/>
                          <a:cs typeface="Times New Roman" panose="02020603050405020304" pitchFamily="18" charset="0"/>
                        </a:rPr>
                        <a:t>21</a:t>
                      </a:r>
                    </a:p>
                  </a:txBody>
                  <a:tcPr anchor="ctr"/>
                </a:tc>
                <a:tc>
                  <a:txBody>
                    <a:bodyPr/>
                    <a:lstStyle/>
                    <a:p>
                      <a:pPr marL="0" algn="l">
                        <a:lnSpc>
                          <a:spcPts val="1320"/>
                        </a:lnSpc>
                        <a:spcAft>
                          <a:spcPts val="1000"/>
                        </a:spcAft>
                      </a:pPr>
                      <a:r>
                        <a:rPr lang="en-US" sz="1200" b="1" dirty="0">
                          <a:solidFill>
                            <a:schemeClr val="dk1"/>
                          </a:solidFill>
                          <a:latin typeface="Times New Roman" panose="02020603050405020304" pitchFamily="18" charset="0"/>
                          <a:ea typeface="Calibri" panose="020F0502020204030204"/>
                          <a:cs typeface="Times New Roman" panose="02020603050405020304" pitchFamily="18" charset="0"/>
                        </a:rPr>
                        <a:t>Assessment Schedule (Proposed Date &amp; Actual Date)</a:t>
                      </a:r>
                    </a:p>
                  </a:txBody>
                  <a:tcPr marL="0" marR="0" marT="0" marB="0" anchor="ctr"/>
                </a:tc>
                <a:tc>
                  <a:txBody>
                    <a:bodyPr/>
                    <a:lstStyle/>
                    <a:p>
                      <a:pPr marL="0" algn="ctr"/>
                      <a:r>
                        <a:rPr lang="en-US" sz="1200" b="1" dirty="0">
                          <a:solidFill>
                            <a:schemeClr val="dk1"/>
                          </a:solidFill>
                          <a:latin typeface="Times New Roman" panose="02020603050405020304" pitchFamily="18" charset="0"/>
                          <a:ea typeface="Calibri" panose="020F0502020204030204"/>
                          <a:cs typeface="Times New Roman" panose="02020603050405020304" pitchFamily="18" charset="0"/>
                        </a:rPr>
                        <a:t>63</a:t>
                      </a:r>
                    </a:p>
                  </a:txBody>
                  <a:tcPr anchor="ctr"/>
                </a:tc>
                <a:extLst>
                  <a:ext uri="{0D108BD9-81ED-4DB2-BD59-A6C34878D82A}">
                    <a16:rowId xmlns:a16="http://schemas.microsoft.com/office/drawing/2014/main" val="10021"/>
                  </a:ext>
                </a:extLst>
              </a:tr>
              <a:tr h="362676">
                <a:tc>
                  <a:txBody>
                    <a:bodyPr/>
                    <a:lstStyle/>
                    <a:p>
                      <a:pPr algn="ctr"/>
                      <a:r>
                        <a:rPr lang="en-US" sz="1200" b="1" dirty="0">
                          <a:latin typeface="Times New Roman" panose="02020603050405020304" pitchFamily="18" charset="0"/>
                          <a:cs typeface="Times New Roman" panose="02020603050405020304" pitchFamily="18" charset="0"/>
                        </a:rPr>
                        <a:t>22</a:t>
                      </a:r>
                    </a:p>
                  </a:txBody>
                  <a:tcPr anchor="ctr"/>
                </a:tc>
                <a:tc>
                  <a:txBody>
                    <a:bodyPr/>
                    <a:lstStyle/>
                    <a:p>
                      <a:pPr algn="l">
                        <a:lnSpc>
                          <a:spcPts val="1320"/>
                        </a:lnSpc>
                        <a:spcAft>
                          <a:spcPts val="1000"/>
                        </a:spcAft>
                      </a:pPr>
                      <a:r>
                        <a:rPr lang="en-US" sz="1200" b="1" dirty="0">
                          <a:latin typeface="Times New Roman" panose="02020603050405020304" pitchFamily="18" charset="0"/>
                          <a:ea typeface="Calibri" panose="020F0502020204030204"/>
                          <a:cs typeface="Times New Roman" panose="02020603050405020304" pitchFamily="18" charset="0"/>
                        </a:rPr>
                        <a:t>Seminar topics</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64</a:t>
                      </a:r>
                    </a:p>
                  </a:txBody>
                  <a:tcPr anchor="ctr"/>
                </a:tc>
                <a:extLst>
                  <a:ext uri="{0D108BD9-81ED-4DB2-BD59-A6C34878D82A}">
                    <a16:rowId xmlns:a16="http://schemas.microsoft.com/office/drawing/2014/main" val="10022"/>
                  </a:ext>
                </a:extLst>
              </a:tr>
              <a:tr h="362676">
                <a:tc>
                  <a:txBody>
                    <a:bodyPr/>
                    <a:lstStyle/>
                    <a:p>
                      <a:pPr algn="ctr"/>
                      <a:r>
                        <a:rPr lang="en-US" sz="1200" b="1" dirty="0">
                          <a:latin typeface="Times New Roman" panose="02020603050405020304" pitchFamily="18" charset="0"/>
                          <a:cs typeface="Times New Roman" panose="02020603050405020304" pitchFamily="18" charset="0"/>
                        </a:rPr>
                        <a:t>23</a:t>
                      </a:r>
                    </a:p>
                  </a:txBody>
                  <a:tcPr anchor="ctr"/>
                </a:tc>
                <a:tc>
                  <a:txBody>
                    <a:bodyPr/>
                    <a:lstStyle/>
                    <a:p>
                      <a:pPr algn="l">
                        <a:lnSpc>
                          <a:spcPts val="1320"/>
                        </a:lnSpc>
                        <a:spcAft>
                          <a:spcPts val="1000"/>
                        </a:spcAft>
                      </a:pPr>
                      <a:r>
                        <a:rPr lang="en-US" sz="1200" b="1" dirty="0">
                          <a:latin typeface="Times New Roman" panose="02020603050405020304" pitchFamily="18" charset="0"/>
                          <a:ea typeface="Calibri" panose="020F0502020204030204"/>
                          <a:cs typeface="Times New Roman" panose="02020603050405020304" pitchFamily="18" charset="0"/>
                        </a:rPr>
                        <a:t>Mini / Micro Project list</a:t>
                      </a:r>
                    </a:p>
                  </a:txBody>
                  <a:tcPr marL="0" marR="0" marT="0" marB="0" anchor="ct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200" b="1" dirty="0">
                          <a:latin typeface="Times New Roman" panose="02020603050405020304" pitchFamily="18" charset="0"/>
                          <a:cs typeface="Times New Roman" panose="02020603050405020304" pitchFamily="18" charset="0"/>
                        </a:rPr>
                        <a:t>65</a:t>
                      </a:r>
                      <a:endParaRPr lang="en-US" dirty="0"/>
                    </a:p>
                  </a:txBody>
                  <a:tcPr anchor="ctr"/>
                </a:tc>
                <a:extLst>
                  <a:ext uri="{0D108BD9-81ED-4DB2-BD59-A6C34878D82A}">
                    <a16:rowId xmlns:a16="http://schemas.microsoft.com/office/drawing/2014/main" val="10023"/>
                  </a:ext>
                </a:extLst>
              </a:tr>
              <a:tr h="362676">
                <a:tc>
                  <a:txBody>
                    <a:bodyPr/>
                    <a:lstStyle/>
                    <a:p>
                      <a:pPr algn="ctr"/>
                      <a:r>
                        <a:rPr lang="en-US" sz="1200" b="1" dirty="0">
                          <a:latin typeface="Times New Roman" panose="02020603050405020304" pitchFamily="18" charset="0"/>
                          <a:cs typeface="Times New Roman" panose="02020603050405020304" pitchFamily="18" charset="0"/>
                        </a:rPr>
                        <a:t>24</a:t>
                      </a:r>
                    </a:p>
                  </a:txBody>
                  <a:tcPr anchor="ctr"/>
                </a:tc>
                <a:tc>
                  <a:txBody>
                    <a:bodyPr/>
                    <a:lstStyle/>
                    <a:p>
                      <a:pPr marL="0" algn="l">
                        <a:lnSpc>
                          <a:spcPts val="1320"/>
                        </a:lnSpc>
                        <a:spcAft>
                          <a:spcPts val="1000"/>
                        </a:spcAft>
                      </a:pPr>
                      <a:r>
                        <a:rPr lang="en-US" sz="1200" b="1" dirty="0">
                          <a:solidFill>
                            <a:schemeClr val="dk1"/>
                          </a:solidFill>
                          <a:latin typeface="Times New Roman" panose="02020603050405020304" pitchFamily="18" charset="0"/>
                          <a:ea typeface="Calibri" panose="020F0502020204030204"/>
                          <a:cs typeface="Times New Roman" panose="02020603050405020304" pitchFamily="18" charset="0"/>
                        </a:rPr>
                        <a:t>Prescribed Textbooks &amp; Reference Books</a:t>
                      </a:r>
                    </a:p>
                  </a:txBody>
                  <a:tcPr marL="0" marR="0" marT="0" marB="0" anchor="ctr"/>
                </a:tc>
                <a:tc>
                  <a:txBody>
                    <a:bodyPr/>
                    <a:lstStyle/>
                    <a:p>
                      <a:pPr algn="ctr"/>
                      <a:r>
                        <a:rPr lang="en-US" sz="1200" b="1" dirty="0">
                          <a:latin typeface="Times New Roman" panose="02020603050405020304" pitchFamily="18" charset="0"/>
                          <a:cs typeface="Times New Roman" panose="02020603050405020304" pitchFamily="18" charset="0"/>
                        </a:rPr>
                        <a:t>67</a:t>
                      </a:r>
                    </a:p>
                  </a:txBody>
                  <a:tcPr anchor="ctr"/>
                </a:tc>
                <a:extLst>
                  <a:ext uri="{0D108BD9-81ED-4DB2-BD59-A6C34878D82A}">
                    <a16:rowId xmlns:a16="http://schemas.microsoft.com/office/drawing/2014/main" val="1002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655" y="187273"/>
            <a:ext cx="5758689" cy="461665"/>
          </a:xfrm>
        </p:spPr>
        <p:txBody>
          <a:bodyPr/>
          <a:lstStyle/>
          <a:p>
            <a:r>
              <a:rPr lang="en-US" sz="3000" b="1" dirty="0">
                <a:latin typeface="Times New Roman" panose="02020603050405020304" pitchFamily="18" charset="0"/>
                <a:cs typeface="Times New Roman" panose="02020603050405020304" pitchFamily="18" charset="0"/>
              </a:rPr>
              <a:t>COLLEGE VISION  &amp; MISSION</a:t>
            </a:r>
          </a:p>
        </p:txBody>
      </p:sp>
      <p:sp>
        <p:nvSpPr>
          <p:cNvPr id="3" name="Text Placeholder 2"/>
          <p:cNvSpPr>
            <a:spLocks noGrp="1"/>
          </p:cNvSpPr>
          <p:nvPr>
            <p:ph type="body" idx="1"/>
          </p:nvPr>
        </p:nvSpPr>
        <p:spPr>
          <a:xfrm>
            <a:off x="252013" y="1143000"/>
            <a:ext cx="6529787" cy="6340197"/>
          </a:xfrm>
        </p:spPr>
        <p:txBody>
          <a:bodyPr/>
          <a:lstStyle/>
          <a:p>
            <a:pPr algn="l"/>
            <a:r>
              <a:rPr lang="en-US" sz="3000" b="1" dirty="0">
                <a:latin typeface="Times New Roman" panose="02020603050405020304" pitchFamily="18" charset="0"/>
                <a:ea typeface="+mj-ea"/>
                <a:cs typeface="Times New Roman" panose="02020603050405020304" pitchFamily="18" charset="0"/>
              </a:rPr>
              <a:t>Vision</a:t>
            </a:r>
          </a:p>
          <a:p>
            <a:pPr algn="just" rtl="0" fontAlgn="base">
              <a:lnSpc>
                <a:spcPct val="150000"/>
              </a:lnSpc>
            </a:pPr>
            <a:r>
              <a:rPr lang="en-US" sz="1600" dirty="0"/>
              <a:t>To be a globally recognized institution of technical excellence that nurtures knowledge, fosters innovation, and promotes research aligned with the Sustainable Development Goals, transforming students into ethical engineers and visionary leaders for societal development.</a:t>
            </a:r>
          </a:p>
          <a:p>
            <a:pPr algn="l"/>
            <a:endParaRPr lang="en-US" sz="1600" b="0" i="0" dirty="0">
              <a:solidFill>
                <a:schemeClr val="tx1"/>
              </a:solidFill>
              <a:effectLst/>
              <a:highlight>
                <a:srgbClr val="FFFFFF"/>
              </a:highlight>
              <a:latin typeface="poppins" panose="00000500000000000000" pitchFamily="2" charset="0"/>
            </a:endParaRPr>
          </a:p>
          <a:p>
            <a:pPr algn="l"/>
            <a:r>
              <a:rPr lang="en-US" sz="3000" b="1" dirty="0">
                <a:latin typeface="Times New Roman" panose="02020603050405020304" pitchFamily="18" charset="0"/>
                <a:ea typeface="+mj-ea"/>
                <a:cs typeface="Times New Roman" panose="02020603050405020304" pitchFamily="18" charset="0"/>
              </a:rPr>
              <a:t>Mission</a:t>
            </a:r>
          </a:p>
          <a:p>
            <a:pPr marL="285750" indent="-285750" algn="just" rtl="0" fontAlgn="base">
              <a:lnSpc>
                <a:spcPct val="150000"/>
              </a:lnSpc>
              <a:buFont typeface="Arial" panose="020B0604020202020204" pitchFamily="34" charset="0"/>
              <a:buChar char="•"/>
            </a:pPr>
            <a:r>
              <a:rPr lang="en-US" sz="1600" b="0" i="0" dirty="0" smtClean="0">
                <a:solidFill>
                  <a:schemeClr val="tx1"/>
                </a:solidFill>
                <a:effectLst/>
                <a:highlight>
                  <a:srgbClr val="FFFFFF"/>
                </a:highlight>
                <a:latin typeface="poppins" panose="00000500000000000000" pitchFamily="2" charset="0"/>
              </a:rPr>
              <a:t> </a:t>
            </a:r>
            <a:r>
              <a:rPr lang="en-US" sz="1600" dirty="0" smtClean="0"/>
              <a:t>To provide quality technical education that builds strong fundamentals, practical skills, and lifelong learning abilities in students. </a:t>
            </a:r>
          </a:p>
          <a:p>
            <a:pPr marL="285750" indent="-285750" algn="just" rtl="0" fontAlgn="base">
              <a:lnSpc>
                <a:spcPct val="150000"/>
              </a:lnSpc>
              <a:buFont typeface="Arial" panose="020B0604020202020204" pitchFamily="34" charset="0"/>
              <a:buChar char="•"/>
            </a:pPr>
            <a:r>
              <a:rPr lang="en-US" sz="1600" dirty="0" smtClean="0"/>
              <a:t>To </a:t>
            </a:r>
            <a:r>
              <a:rPr lang="en-US" sz="1600" dirty="0"/>
              <a:t>promote innovation, entrepreneurship, and research through a creative academic environment and industry collaboration. </a:t>
            </a:r>
            <a:endParaRPr lang="en-US" sz="1600" dirty="0" smtClean="0"/>
          </a:p>
          <a:p>
            <a:pPr marL="285750" indent="-285750" algn="just" rtl="0" fontAlgn="base">
              <a:lnSpc>
                <a:spcPct val="150000"/>
              </a:lnSpc>
              <a:buFont typeface="Arial" panose="020B0604020202020204" pitchFamily="34" charset="0"/>
              <a:buChar char="•"/>
            </a:pPr>
            <a:r>
              <a:rPr lang="en-US" sz="1600" dirty="0" smtClean="0"/>
              <a:t>To </a:t>
            </a:r>
            <a:r>
              <a:rPr lang="en-US" sz="1600" dirty="0"/>
              <a:t>develop ethically responsible engineers who contribute to sustainable development and societal well-being. </a:t>
            </a:r>
            <a:endParaRPr lang="en-US" sz="1600" dirty="0" smtClean="0"/>
          </a:p>
          <a:p>
            <a:pPr marL="285750" indent="-285750" algn="just" rtl="0" fontAlgn="base">
              <a:lnSpc>
                <a:spcPct val="150000"/>
              </a:lnSpc>
              <a:buFont typeface="Arial" panose="020B0604020202020204" pitchFamily="34" charset="0"/>
              <a:buChar char="•"/>
            </a:pPr>
            <a:r>
              <a:rPr lang="en-US" sz="1600" dirty="0" smtClean="0"/>
              <a:t>To </a:t>
            </a:r>
            <a:r>
              <a:rPr lang="en-US" sz="1600" dirty="0"/>
              <a:t>encourage interdisciplinary learning and problem-solving that addresses real-world challenges in line with the Sustainable Development Goals. </a:t>
            </a:r>
            <a:endParaRPr lang="en-US" sz="1600" dirty="0" smtClean="0"/>
          </a:p>
          <a:p>
            <a:pPr marL="285750" indent="-285750" algn="just" rtl="0" fontAlgn="base">
              <a:lnSpc>
                <a:spcPct val="150000"/>
              </a:lnSpc>
              <a:buFont typeface="Arial" panose="020B0604020202020204" pitchFamily="34" charset="0"/>
              <a:buChar char="•"/>
            </a:pPr>
            <a:r>
              <a:rPr lang="en-US" sz="1600" dirty="0" smtClean="0"/>
              <a:t>To </a:t>
            </a:r>
            <a:r>
              <a:rPr lang="en-US" sz="1600" dirty="0"/>
              <a:t>nurture leadership, teamwork, and professional excellence so that students emerge as competent engineers and visionary </a:t>
            </a:r>
            <a:r>
              <a:rPr lang="en-US" sz="1600" dirty="0" smtClean="0"/>
              <a:t>leaders</a:t>
            </a:r>
            <a:endParaRPr lang="en-US" dirty="0"/>
          </a:p>
        </p:txBody>
      </p:sp>
      <p:sp>
        <p:nvSpPr>
          <p:cNvPr id="6" name="Slide Number Placeholder 5"/>
          <p:cNvSpPr>
            <a:spLocks noGrp="1"/>
          </p:cNvSpPr>
          <p:nvPr>
            <p:ph type="sldNum" sz="quarter" idx="7"/>
          </p:nvPr>
        </p:nvSpPr>
        <p:spPr/>
        <p:txBody>
          <a:bodyPr/>
          <a:lstStyle/>
          <a:p>
            <a:fld id="{B6F15528-21DE-4FAA-801E-634DDDAF4B2B}" type="slidenum">
              <a:rPr lang="en-IN" smtClean="0"/>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013" y="187273"/>
            <a:ext cx="6758387" cy="923330"/>
          </a:xfrm>
        </p:spPr>
        <p:txBody>
          <a:bodyPr/>
          <a:lstStyle/>
          <a:p>
            <a:pPr algn="ctr"/>
            <a:r>
              <a:rPr lang="en-US" sz="3000" b="1" dirty="0">
                <a:latin typeface="Times New Roman" panose="02020603050405020304" pitchFamily="18" charset="0"/>
                <a:cs typeface="Times New Roman" panose="02020603050405020304" pitchFamily="18" charset="0"/>
              </a:rPr>
              <a:t>DEPARTMENT VISION AND MISSION</a:t>
            </a:r>
          </a:p>
        </p:txBody>
      </p:sp>
      <p:sp>
        <p:nvSpPr>
          <p:cNvPr id="3" name="Text Placeholder 2"/>
          <p:cNvSpPr>
            <a:spLocks noGrp="1"/>
          </p:cNvSpPr>
          <p:nvPr>
            <p:ph type="body" idx="1"/>
          </p:nvPr>
        </p:nvSpPr>
        <p:spPr>
          <a:xfrm>
            <a:off x="288108" y="1422106"/>
            <a:ext cx="6147435" cy="5609228"/>
          </a:xfrm>
        </p:spPr>
        <p:txBody>
          <a:bodyPr/>
          <a:lstStyle/>
          <a:p>
            <a:pPr algn="just">
              <a:lnSpc>
                <a:spcPct val="150000"/>
              </a:lnSpc>
            </a:pPr>
            <a:r>
              <a:rPr lang="en-US" sz="1600" b="1" i="0" dirty="0">
                <a:solidFill>
                  <a:schemeClr val="accent3">
                    <a:lumMod val="50000"/>
                  </a:schemeClr>
                </a:solidFill>
                <a:effectLst/>
                <a:highlight>
                  <a:srgbClr val="FFFFFF"/>
                </a:highlight>
                <a:latin typeface="Times New Roman" panose="02020603050405020304" pitchFamily="18" charset="0"/>
                <a:cs typeface="Times New Roman" panose="02020603050405020304" pitchFamily="18" charset="0"/>
              </a:rPr>
              <a:t>VISION</a:t>
            </a:r>
            <a:endParaRPr lang="en-US" sz="1600" b="0" i="0" dirty="0">
              <a:solidFill>
                <a:schemeClr val="accent3">
                  <a:lumMod val="50000"/>
                </a:schemeClr>
              </a:solidFill>
              <a:effectLst/>
              <a:highlight>
                <a:srgbClr val="FFFFFF"/>
              </a:highlight>
              <a:latin typeface="Times New Roman" panose="02020603050405020304" pitchFamily="18" charset="0"/>
              <a:cs typeface="Times New Roman" panose="02020603050405020304" pitchFamily="18" charset="0"/>
            </a:endParaRPr>
          </a:p>
          <a:p>
            <a:pPr algn="just">
              <a:lnSpc>
                <a:spcPct val="150000"/>
              </a:lnSpc>
            </a:pPr>
            <a:r>
              <a:rPr lang="en-US" sz="1600" dirty="0" smtClean="0"/>
              <a:t>To produce intellectual and globally competent software professionals through excellence in education, innovation, and research, providing sustainable </a:t>
            </a:r>
            <a:r>
              <a:rPr lang="en-US" sz="1600" dirty="0"/>
              <a:t>solution</a:t>
            </a:r>
            <a:r>
              <a:rPr lang="en-US" sz="1600" dirty="0" smtClean="0"/>
              <a:t> for societal development</a:t>
            </a:r>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r>
              <a:rPr lang="en-US" sz="1600" b="1" i="0" dirty="0">
                <a:solidFill>
                  <a:schemeClr val="accent3">
                    <a:lumMod val="50000"/>
                  </a:schemeClr>
                </a:solidFill>
                <a:effectLst/>
                <a:highlight>
                  <a:srgbClr val="FFFFFF"/>
                </a:highlight>
                <a:latin typeface="Times New Roman" panose="02020603050405020304" pitchFamily="18" charset="0"/>
                <a:cs typeface="Times New Roman" panose="02020603050405020304" pitchFamily="18" charset="0"/>
              </a:rPr>
              <a:t>MISSION</a:t>
            </a:r>
            <a:endParaRPr lang="en-US" sz="1600" dirty="0"/>
          </a:p>
          <a:p>
            <a:pPr marL="285750" indent="-285750" algn="just" rtl="0" fontAlgn="base">
              <a:lnSpc>
                <a:spcPct val="150000"/>
              </a:lnSpc>
              <a:buFont typeface="Arial" panose="020B0604020202020204" pitchFamily="34" charset="0"/>
              <a:buChar char="•"/>
            </a:pPr>
            <a:r>
              <a:rPr lang="en-US" sz="1600" dirty="0"/>
              <a:t>To impart modern teaching methodologies to provide quality technical education in Computer Science and </a:t>
            </a:r>
            <a:r>
              <a:rPr lang="en-US" sz="1600" dirty="0" smtClean="0"/>
              <a:t>Engineering.</a:t>
            </a:r>
          </a:p>
          <a:p>
            <a:pPr marL="285750" indent="-285750" algn="just" rtl="0" fontAlgn="base">
              <a:lnSpc>
                <a:spcPct val="150000"/>
              </a:lnSpc>
              <a:buFont typeface="Arial" panose="020B0604020202020204" pitchFamily="34" charset="0"/>
              <a:buChar char="•"/>
            </a:pPr>
            <a:r>
              <a:rPr lang="en-US" sz="1600" dirty="0" smtClean="0"/>
              <a:t>To </a:t>
            </a:r>
            <a:r>
              <a:rPr lang="en-US" sz="1600" dirty="0"/>
              <a:t>establish a conducive learning environment to practice emerging software tools and programming </a:t>
            </a:r>
            <a:r>
              <a:rPr lang="en-US" sz="1600" dirty="0" smtClean="0"/>
              <a:t>languages.</a:t>
            </a:r>
          </a:p>
          <a:p>
            <a:pPr marL="285750" indent="-285750" algn="just" rtl="0" fontAlgn="base">
              <a:lnSpc>
                <a:spcPct val="150000"/>
              </a:lnSpc>
              <a:buFont typeface="Arial" panose="020B0604020202020204" pitchFamily="34" charset="0"/>
              <a:buChar char="•"/>
            </a:pPr>
            <a:r>
              <a:rPr lang="en-US" sz="1600" dirty="0" smtClean="0"/>
              <a:t>To </a:t>
            </a:r>
            <a:r>
              <a:rPr lang="en-US" sz="1600" dirty="0"/>
              <a:t>identify industry requirements and develop employable software </a:t>
            </a:r>
            <a:r>
              <a:rPr lang="en-US" sz="1600" dirty="0" smtClean="0"/>
              <a:t>engineers.</a:t>
            </a:r>
          </a:p>
          <a:p>
            <a:pPr marL="285750" indent="-285750" algn="just" rtl="0" fontAlgn="base">
              <a:lnSpc>
                <a:spcPct val="150000"/>
              </a:lnSpc>
              <a:buFont typeface="Arial" panose="020B0604020202020204" pitchFamily="34" charset="0"/>
              <a:buChar char="•"/>
            </a:pPr>
            <a:r>
              <a:rPr lang="en-US" sz="1600" dirty="0" smtClean="0"/>
              <a:t>To </a:t>
            </a:r>
            <a:r>
              <a:rPr lang="en-US" sz="1600" dirty="0"/>
              <a:t>engage students and faculty in research and innovation to address the evolving needs of the software industry and societal development.</a:t>
            </a:r>
          </a:p>
          <a:p>
            <a:pPr>
              <a:lnSpc>
                <a:spcPct val="150000"/>
              </a:lnSpc>
            </a:pPr>
            <a:endParaRPr lang="en-US" dirty="0"/>
          </a:p>
        </p:txBody>
      </p:sp>
      <p:sp>
        <p:nvSpPr>
          <p:cNvPr id="6" name="Slide Number Placeholder 5"/>
          <p:cNvSpPr>
            <a:spLocks noGrp="1"/>
          </p:cNvSpPr>
          <p:nvPr>
            <p:ph type="sldNum" sz="quarter" idx="7"/>
          </p:nvPr>
        </p:nvSpPr>
        <p:spPr/>
        <p:txBody>
          <a:bodyPr/>
          <a:lstStyle/>
          <a:p>
            <a:fld id="{B6F15528-21DE-4FAA-801E-634DDDAF4B2B}" type="slidenum">
              <a:rPr lang="en-IN" smtClean="0"/>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6"/>
          <p:cNvSpPr txBox="1"/>
          <p:nvPr/>
        </p:nvSpPr>
        <p:spPr>
          <a:xfrm>
            <a:off x="550570" y="287274"/>
            <a:ext cx="5472300" cy="51960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None/>
            </a:pPr>
            <a:r>
              <a:rPr lang="en-US" sz="1600" b="1" i="0" u="none" strike="noStrike" cap="none">
                <a:solidFill>
                  <a:srgbClr val="538235"/>
                </a:solidFill>
                <a:latin typeface="Tahoma"/>
                <a:ea typeface="Tahoma"/>
                <a:cs typeface="Tahoma"/>
                <a:sym typeface="Tahoma"/>
              </a:rPr>
              <a:t>22CS70</a:t>
            </a:r>
            <a:r>
              <a:rPr lang="en-US" sz="1600" b="1">
                <a:solidFill>
                  <a:srgbClr val="538235"/>
                </a:solidFill>
                <a:latin typeface="Tahoma"/>
                <a:ea typeface="Tahoma"/>
                <a:cs typeface="Tahoma"/>
                <a:sym typeface="Tahoma"/>
              </a:rPr>
              <a:t>1</a:t>
            </a:r>
            <a:r>
              <a:rPr lang="en-US" sz="1600" b="1" i="0" u="none" strike="noStrike" cap="none">
                <a:solidFill>
                  <a:srgbClr val="538235"/>
                </a:solidFill>
                <a:latin typeface="Tahoma"/>
                <a:ea typeface="Tahoma"/>
                <a:cs typeface="Tahoma"/>
                <a:sym typeface="Tahoma"/>
              </a:rPr>
              <a:t>-CRYPTOGRAPHY AND CYBER SECURITY             </a:t>
            </a:r>
            <a:endParaRPr/>
          </a:p>
          <a:p>
            <a:pPr marL="12700" marR="0" lvl="0" indent="0" algn="l" rtl="0">
              <a:lnSpc>
                <a:spcPct val="100000"/>
              </a:lnSpc>
              <a:spcBef>
                <a:spcPts val="105"/>
              </a:spcBef>
              <a:spcAft>
                <a:spcPts val="0"/>
              </a:spcAft>
              <a:buNone/>
            </a:pPr>
            <a:r>
              <a:rPr lang="en-US" sz="1600" b="1" i="0" u="none" strike="noStrike" cap="none">
                <a:solidFill>
                  <a:srgbClr val="538235"/>
                </a:solidFill>
                <a:latin typeface="Tahoma"/>
                <a:ea typeface="Tahoma"/>
                <a:cs typeface="Tahoma"/>
                <a:sym typeface="Tahoma"/>
              </a:rPr>
              <a:t>                 (Lab Integrated)</a:t>
            </a:r>
            <a:endParaRPr sz="1600" b="0" i="0" u="none" strike="noStrike" cap="none">
              <a:solidFill>
                <a:schemeClr val="dk1"/>
              </a:solidFill>
              <a:latin typeface="Tahoma"/>
              <a:ea typeface="Tahoma"/>
              <a:cs typeface="Tahoma"/>
              <a:sym typeface="Tahoma"/>
            </a:endParaRPr>
          </a:p>
        </p:txBody>
      </p:sp>
      <p:sp>
        <p:nvSpPr>
          <p:cNvPr id="78" name="Google Shape;78;p6"/>
          <p:cNvSpPr txBox="1"/>
          <p:nvPr/>
        </p:nvSpPr>
        <p:spPr>
          <a:xfrm>
            <a:off x="914400" y="1287904"/>
            <a:ext cx="5715000" cy="3243822"/>
          </a:xfrm>
          <a:prstGeom prst="rect">
            <a:avLst/>
          </a:prstGeom>
          <a:noFill/>
          <a:ln>
            <a:noFill/>
          </a:ln>
        </p:spPr>
        <p:txBody>
          <a:bodyPr spcFirstLastPara="1" wrap="square" lIns="0" tIns="126350" rIns="0" bIns="0" anchor="t" anchorCtr="0">
            <a:spAutoFit/>
          </a:bodyPr>
          <a:lstStyle/>
          <a:p>
            <a:pPr marL="12700" marR="0" lvl="0" indent="0" algn="l" rtl="0">
              <a:lnSpc>
                <a:spcPct val="100000"/>
              </a:lnSpc>
              <a:spcBef>
                <a:spcPts val="0"/>
              </a:spcBef>
              <a:spcAft>
                <a:spcPts val="0"/>
              </a:spcAft>
              <a:buNone/>
            </a:pPr>
            <a:r>
              <a:rPr lang="en-US" sz="1400" b="1" i="0" u="none" strike="noStrike" cap="none" dirty="0">
                <a:solidFill>
                  <a:srgbClr val="538235"/>
                </a:solidFill>
                <a:latin typeface="Tahoma"/>
                <a:ea typeface="Tahoma"/>
                <a:cs typeface="Tahoma"/>
                <a:sym typeface="Tahoma"/>
              </a:rPr>
              <a:t>COURSE OBJECTIVES</a:t>
            </a:r>
            <a:endParaRPr sz="1400" b="0" i="0" u="none" strike="noStrike" cap="none" dirty="0">
              <a:solidFill>
                <a:schemeClr val="dk1"/>
              </a:solidFill>
              <a:latin typeface="Tahoma"/>
              <a:ea typeface="Tahoma"/>
              <a:cs typeface="Tahoma"/>
              <a:sym typeface="Tahoma"/>
            </a:endParaRPr>
          </a:p>
          <a:p>
            <a:pPr marL="24765" marR="0" lvl="0" indent="0" algn="l" rtl="0">
              <a:lnSpc>
                <a:spcPct val="100000"/>
              </a:lnSpc>
              <a:spcBef>
                <a:spcPts val="775"/>
              </a:spcBef>
              <a:spcAft>
                <a:spcPts val="0"/>
              </a:spcAft>
              <a:buNone/>
            </a:pPr>
            <a:r>
              <a:rPr lang="en-US" sz="1200" b="0" i="0" u="none" strike="noStrike" cap="none" dirty="0">
                <a:solidFill>
                  <a:srgbClr val="538235"/>
                </a:solidFill>
                <a:latin typeface="Tahoma"/>
                <a:ea typeface="Tahoma"/>
                <a:cs typeface="Tahoma"/>
                <a:sym typeface="Tahoma"/>
              </a:rPr>
              <a:t>The Course will enable learners to:</a:t>
            </a:r>
            <a:endParaRPr dirty="0"/>
          </a:p>
          <a:p>
            <a:pPr marL="24765" marR="0" lvl="0" indent="0" algn="l" rtl="0">
              <a:lnSpc>
                <a:spcPct val="100000"/>
              </a:lnSpc>
              <a:spcBef>
                <a:spcPts val="775"/>
              </a:spcBef>
              <a:spcAft>
                <a:spcPts val="0"/>
              </a:spcAft>
              <a:buNone/>
            </a:pPr>
            <a:r>
              <a:rPr lang="en-US" sz="1200" b="0" i="0" u="none" strike="noStrike" cap="none" dirty="0">
                <a:solidFill>
                  <a:srgbClr val="538235"/>
                </a:solidFill>
                <a:latin typeface="Tahoma"/>
                <a:ea typeface="Tahoma"/>
                <a:cs typeface="Tahoma"/>
                <a:sym typeface="Tahoma"/>
              </a:rPr>
              <a:t>● Understand the fundamentals of network security and security architecture.</a:t>
            </a:r>
            <a:endParaRPr dirty="0"/>
          </a:p>
          <a:p>
            <a:pPr marL="24765" marR="0" lvl="0" indent="0" algn="l" rtl="0">
              <a:lnSpc>
                <a:spcPct val="100000"/>
              </a:lnSpc>
              <a:spcBef>
                <a:spcPts val="775"/>
              </a:spcBef>
              <a:spcAft>
                <a:spcPts val="0"/>
              </a:spcAft>
              <a:buNone/>
            </a:pPr>
            <a:r>
              <a:rPr lang="en-US" sz="1200" b="0" i="0" u="none" strike="noStrike" cap="none" dirty="0">
                <a:solidFill>
                  <a:srgbClr val="538235"/>
                </a:solidFill>
                <a:latin typeface="Tahoma"/>
                <a:ea typeface="Tahoma"/>
                <a:cs typeface="Tahoma"/>
                <a:sym typeface="Tahoma"/>
              </a:rPr>
              <a:t>● Learn the different symmetric key cryptographic algorithms.</a:t>
            </a:r>
            <a:endParaRPr dirty="0"/>
          </a:p>
          <a:p>
            <a:pPr marL="24765" marR="0" lvl="0" indent="0" algn="l" rtl="0">
              <a:lnSpc>
                <a:spcPct val="100000"/>
              </a:lnSpc>
              <a:spcBef>
                <a:spcPts val="775"/>
              </a:spcBef>
              <a:spcAft>
                <a:spcPts val="0"/>
              </a:spcAft>
              <a:buNone/>
            </a:pPr>
            <a:r>
              <a:rPr lang="en-US" sz="1200" b="0" i="0" u="none" strike="noStrike" cap="none" dirty="0">
                <a:solidFill>
                  <a:srgbClr val="538235"/>
                </a:solidFill>
                <a:latin typeface="Tahoma"/>
                <a:ea typeface="Tahoma"/>
                <a:cs typeface="Tahoma"/>
                <a:sym typeface="Tahoma"/>
              </a:rPr>
              <a:t>● Study the various asymmetric key cryptographic algorithms and techniques.</a:t>
            </a:r>
            <a:endParaRPr dirty="0"/>
          </a:p>
          <a:p>
            <a:pPr marL="24765" marR="0" lvl="0" indent="0" algn="l" rtl="0">
              <a:lnSpc>
                <a:spcPct val="100000"/>
              </a:lnSpc>
              <a:spcBef>
                <a:spcPts val="775"/>
              </a:spcBef>
              <a:spcAft>
                <a:spcPts val="0"/>
              </a:spcAft>
              <a:buNone/>
            </a:pPr>
            <a:r>
              <a:rPr lang="en-US" sz="1200" b="0" i="0" u="none" strike="noStrike" cap="none" dirty="0">
                <a:solidFill>
                  <a:srgbClr val="538235"/>
                </a:solidFill>
                <a:latin typeface="Tahoma"/>
                <a:ea typeface="Tahoma"/>
                <a:cs typeface="Tahoma"/>
                <a:sym typeface="Tahoma"/>
              </a:rPr>
              <a:t>● Know the importance of message authentication and integrity.</a:t>
            </a:r>
            <a:endParaRPr dirty="0"/>
          </a:p>
          <a:p>
            <a:pPr marL="24765" marR="0" lvl="0" indent="0" algn="l" rtl="0">
              <a:lnSpc>
                <a:spcPct val="100000"/>
              </a:lnSpc>
              <a:spcBef>
                <a:spcPts val="775"/>
              </a:spcBef>
              <a:spcAft>
                <a:spcPts val="0"/>
              </a:spcAft>
              <a:buNone/>
            </a:pPr>
            <a:r>
              <a:rPr lang="en-US" sz="1200" b="0" i="0" u="none" strike="noStrike" cap="none" dirty="0">
                <a:solidFill>
                  <a:srgbClr val="538235"/>
                </a:solidFill>
                <a:latin typeface="Tahoma"/>
                <a:ea typeface="Tahoma"/>
                <a:cs typeface="Tahoma"/>
                <a:sym typeface="Tahoma"/>
              </a:rPr>
              <a:t>● Learn the various cyber-crimes and cyber security</a:t>
            </a:r>
            <a:endParaRPr dirty="0"/>
          </a:p>
          <a:p>
            <a:pPr marL="0" marR="0" lvl="0" indent="0" algn="l" rtl="0">
              <a:lnSpc>
                <a:spcPct val="100000"/>
              </a:lnSpc>
              <a:spcBef>
                <a:spcPts val="0"/>
              </a:spcBef>
              <a:spcAft>
                <a:spcPts val="0"/>
              </a:spcAft>
              <a:buNone/>
            </a:pPr>
            <a:endParaRPr sz="1400" b="0" i="0" u="none" strike="noStrike" cap="none" dirty="0">
              <a:solidFill>
                <a:schemeClr val="dk1"/>
              </a:solidFill>
              <a:latin typeface="Tahoma"/>
              <a:ea typeface="Tahoma"/>
              <a:cs typeface="Tahoma"/>
              <a:sym typeface="Tahoma"/>
            </a:endParaRPr>
          </a:p>
          <a:p>
            <a:pPr marL="12700" marR="0" lvl="0" indent="0" algn="l" rtl="0">
              <a:lnSpc>
                <a:spcPct val="100000"/>
              </a:lnSpc>
              <a:spcBef>
                <a:spcPts val="1255"/>
              </a:spcBef>
              <a:spcAft>
                <a:spcPts val="0"/>
              </a:spcAft>
              <a:buNone/>
            </a:pPr>
            <a:r>
              <a:rPr lang="en-US" sz="1400" b="1" i="0" u="none" strike="noStrike" cap="none" dirty="0">
                <a:solidFill>
                  <a:srgbClr val="538235"/>
                </a:solidFill>
                <a:latin typeface="Tahoma"/>
                <a:ea typeface="Tahoma"/>
                <a:cs typeface="Tahoma"/>
                <a:sym typeface="Tahoma"/>
              </a:rPr>
              <a:t>PREREQUISITE</a:t>
            </a:r>
            <a:endParaRPr sz="1400" b="0" i="0" u="none" strike="noStrike" cap="none" dirty="0">
              <a:solidFill>
                <a:schemeClr val="dk1"/>
              </a:solidFill>
              <a:latin typeface="Tahoma"/>
              <a:ea typeface="Tahoma"/>
              <a:cs typeface="Tahoma"/>
              <a:sym typeface="Tahoma"/>
            </a:endParaRPr>
          </a:p>
          <a:p>
            <a:pPr marL="196215" marR="2340610" lvl="0" indent="-171450" algn="l" rtl="0">
              <a:lnSpc>
                <a:spcPct val="150100"/>
              </a:lnSpc>
              <a:spcBef>
                <a:spcPts val="55"/>
              </a:spcBef>
              <a:spcAft>
                <a:spcPts val="0"/>
              </a:spcAft>
              <a:buClr>
                <a:srgbClr val="538235"/>
              </a:buClr>
              <a:buSzPts val="1200"/>
              <a:buFont typeface="Arial"/>
              <a:buChar char="•"/>
            </a:pPr>
            <a:r>
              <a:rPr lang="en-US" sz="1200" b="0" i="0" u="none" strike="noStrike" cap="none" dirty="0">
                <a:solidFill>
                  <a:srgbClr val="538235"/>
                </a:solidFill>
                <a:latin typeface="Tahoma"/>
                <a:ea typeface="Tahoma"/>
                <a:cs typeface="Tahoma"/>
                <a:sym typeface="Tahoma"/>
              </a:rPr>
              <a:t>22MA201  Transforms and Numerical Methods </a:t>
            </a:r>
            <a:endParaRPr dirty="0"/>
          </a:p>
          <a:p>
            <a:pPr marL="196215" marR="2340610" lvl="0" indent="-171450" algn="l" rtl="0">
              <a:lnSpc>
                <a:spcPct val="150100"/>
              </a:lnSpc>
              <a:spcBef>
                <a:spcPts val="55"/>
              </a:spcBef>
              <a:spcAft>
                <a:spcPts val="0"/>
              </a:spcAft>
              <a:buClr>
                <a:srgbClr val="538235"/>
              </a:buClr>
              <a:buSzPts val="1200"/>
              <a:buFont typeface="Arial"/>
              <a:buChar char="•"/>
            </a:pPr>
            <a:r>
              <a:rPr lang="en-US" sz="1200" b="0" i="0" u="none" strike="noStrike" cap="none" dirty="0">
                <a:solidFill>
                  <a:srgbClr val="538235"/>
                </a:solidFill>
                <a:latin typeface="Tahoma"/>
                <a:ea typeface="Tahoma"/>
                <a:cs typeface="Tahoma"/>
                <a:sym typeface="Tahoma"/>
              </a:rPr>
              <a:t>22CS501   Computer Networks</a:t>
            </a:r>
            <a:endParaRPr sz="1200" b="0" i="0" u="none" strike="noStrike" cap="none" dirty="0">
              <a:solidFill>
                <a:schemeClr val="dk1"/>
              </a:solidFill>
              <a:latin typeface="Tahoma"/>
              <a:ea typeface="Tahoma"/>
              <a:cs typeface="Tahoma"/>
              <a:sym typeface="Tahom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7"/>
          <p:cNvSpPr txBox="1"/>
          <p:nvPr/>
        </p:nvSpPr>
        <p:spPr>
          <a:xfrm>
            <a:off x="550570" y="287274"/>
            <a:ext cx="5850230" cy="518732"/>
          </a:xfrm>
          <a:prstGeom prst="rect">
            <a:avLst/>
          </a:prstGeom>
          <a:noFill/>
          <a:ln>
            <a:noFill/>
          </a:ln>
        </p:spPr>
        <p:txBody>
          <a:bodyPr spcFirstLastPara="1" wrap="square" lIns="0" tIns="13325" rIns="0" bIns="0" anchor="t" anchorCtr="0">
            <a:spAutoFit/>
          </a:bodyPr>
          <a:lstStyle/>
          <a:p>
            <a:pPr marL="12700" marR="0" lvl="0" indent="0" algn="ctr" rtl="0">
              <a:lnSpc>
                <a:spcPct val="100000"/>
              </a:lnSpc>
              <a:spcBef>
                <a:spcPts val="0"/>
              </a:spcBef>
              <a:spcAft>
                <a:spcPts val="0"/>
              </a:spcAft>
              <a:buNone/>
            </a:pPr>
            <a:r>
              <a:rPr lang="en-US" sz="1600" b="1" i="0" u="none" strike="noStrike" cap="none" dirty="0">
                <a:solidFill>
                  <a:srgbClr val="538235"/>
                </a:solidFill>
                <a:latin typeface="Tahoma"/>
                <a:ea typeface="Tahoma"/>
                <a:cs typeface="Tahoma"/>
                <a:sym typeface="Tahoma"/>
              </a:rPr>
              <a:t>22CS701 CRYPTOGRAPHY AND CYBER SECURITY</a:t>
            </a:r>
          </a:p>
          <a:p>
            <a:pPr marL="12700" marR="0" lvl="0" indent="0" algn="ctr" rtl="0">
              <a:lnSpc>
                <a:spcPct val="100000"/>
              </a:lnSpc>
              <a:spcBef>
                <a:spcPts val="0"/>
              </a:spcBef>
              <a:spcAft>
                <a:spcPts val="0"/>
              </a:spcAft>
              <a:buNone/>
            </a:pPr>
            <a:r>
              <a:rPr lang="en-US" sz="1600" b="1" i="0" u="none" strike="noStrike" cap="none" dirty="0">
                <a:solidFill>
                  <a:srgbClr val="538235"/>
                </a:solidFill>
                <a:latin typeface="Tahoma"/>
                <a:ea typeface="Tahoma"/>
                <a:cs typeface="Tahoma"/>
                <a:sym typeface="Tahoma"/>
              </a:rPr>
              <a:t>(Lab Integrated)</a:t>
            </a:r>
            <a:endParaRPr sz="1600" b="0" i="0" u="none" strike="noStrike" cap="none" dirty="0">
              <a:solidFill>
                <a:schemeClr val="dk1"/>
              </a:solidFill>
              <a:latin typeface="Tahoma"/>
              <a:ea typeface="Tahoma"/>
              <a:cs typeface="Tahoma"/>
              <a:sym typeface="Tahoma"/>
            </a:endParaRPr>
          </a:p>
        </p:txBody>
      </p:sp>
      <p:sp>
        <p:nvSpPr>
          <p:cNvPr id="84" name="Google Shape;84;p7"/>
          <p:cNvSpPr txBox="1"/>
          <p:nvPr/>
        </p:nvSpPr>
        <p:spPr>
          <a:xfrm>
            <a:off x="684682" y="963295"/>
            <a:ext cx="3963518" cy="243636"/>
          </a:xfrm>
          <a:prstGeom prst="rect">
            <a:avLst/>
          </a:prstGeom>
          <a:noFill/>
          <a:ln>
            <a:noFill/>
          </a:ln>
        </p:spPr>
        <p:txBody>
          <a:bodyPr spcFirstLastPara="1" wrap="square" lIns="0" tIns="58400" rIns="0" bIns="0" anchor="t" anchorCtr="0">
            <a:spAutoFit/>
          </a:bodyPr>
          <a:lstStyle/>
          <a:p>
            <a:pPr marL="12700" marR="0" lvl="0" indent="0" algn="ctr" rtl="0">
              <a:lnSpc>
                <a:spcPct val="100000"/>
              </a:lnSpc>
              <a:spcBef>
                <a:spcPts val="0"/>
              </a:spcBef>
              <a:spcAft>
                <a:spcPts val="0"/>
              </a:spcAft>
              <a:buNone/>
            </a:pPr>
            <a:r>
              <a:rPr lang="en-US" sz="1200" b="1" i="0" u="none" strike="noStrike" cap="none" dirty="0">
                <a:solidFill>
                  <a:srgbClr val="538235"/>
                </a:solidFill>
                <a:latin typeface="Tahoma"/>
                <a:ea typeface="Tahoma"/>
                <a:cs typeface="Tahoma"/>
                <a:sym typeface="Tahoma"/>
              </a:rPr>
              <a:t>SYLLABUS</a:t>
            </a:r>
            <a:endParaRPr sz="1200" b="1" i="0" u="none" strike="noStrike" cap="none" dirty="0">
              <a:solidFill>
                <a:srgbClr val="538235"/>
              </a:solidFill>
              <a:latin typeface="Tahoma"/>
              <a:ea typeface="Tahoma"/>
              <a:cs typeface="Tahoma"/>
              <a:sym typeface="Tahoma"/>
            </a:endParaRPr>
          </a:p>
        </p:txBody>
      </p:sp>
      <p:sp>
        <p:nvSpPr>
          <p:cNvPr id="85" name="Google Shape;85;p7"/>
          <p:cNvSpPr txBox="1"/>
          <p:nvPr/>
        </p:nvSpPr>
        <p:spPr>
          <a:xfrm>
            <a:off x="5674843" y="963295"/>
            <a:ext cx="498475" cy="19749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3 0 2 4</a:t>
            </a:r>
            <a:endParaRPr sz="1200" b="0" i="0" u="none" strike="noStrike" cap="none" dirty="0">
              <a:solidFill>
                <a:schemeClr val="dk1"/>
              </a:solidFill>
              <a:latin typeface="Tahoma"/>
              <a:ea typeface="Tahoma"/>
              <a:cs typeface="Tahoma"/>
              <a:sym typeface="Tahoma"/>
            </a:endParaRPr>
          </a:p>
        </p:txBody>
      </p:sp>
      <p:sp>
        <p:nvSpPr>
          <p:cNvPr id="86" name="Google Shape;86;p7"/>
          <p:cNvSpPr txBox="1"/>
          <p:nvPr/>
        </p:nvSpPr>
        <p:spPr>
          <a:xfrm>
            <a:off x="556200" y="1371600"/>
            <a:ext cx="5616000" cy="6660798"/>
          </a:xfrm>
          <a:prstGeom prst="rect">
            <a:avLst/>
          </a:prstGeom>
          <a:noFill/>
          <a:ln>
            <a:noFill/>
          </a:ln>
        </p:spPr>
        <p:txBody>
          <a:bodyPr spcFirstLastPara="1" wrap="square" lIns="0" tIns="12700" rIns="0" bIns="0" anchor="t" anchorCtr="0">
            <a:spAutoFit/>
          </a:bodyPr>
          <a:lstStyle/>
          <a:p>
            <a:pPr marL="42545" marR="0" lvl="0" indent="0" algn="l" rtl="0">
              <a:lnSpc>
                <a:spcPct val="100000"/>
              </a:lnSpc>
              <a:spcBef>
                <a:spcPts val="0"/>
              </a:spcBef>
              <a:spcAft>
                <a:spcPts val="0"/>
              </a:spcAft>
              <a:buNone/>
            </a:pPr>
            <a:r>
              <a:rPr lang="en-US" sz="1200" b="1" i="0" u="none" strike="noStrike" cap="none" dirty="0">
                <a:solidFill>
                  <a:srgbClr val="538235"/>
                </a:solidFill>
                <a:latin typeface="Tahoma"/>
                <a:ea typeface="Tahoma"/>
                <a:cs typeface="Tahoma"/>
                <a:sym typeface="Tahoma"/>
              </a:rPr>
              <a:t>UNIT I INTRODUCTION TO SECURITY                                                9+6	</a:t>
            </a:r>
            <a:endParaRPr sz="1200" b="0" i="0" u="none" strike="noStrike" cap="none" dirty="0">
              <a:solidFill>
                <a:schemeClr val="dk1"/>
              </a:solidFill>
              <a:latin typeface="Tahoma"/>
              <a:ea typeface="Tahoma"/>
              <a:cs typeface="Tahoma"/>
              <a:sym typeface="Tahoma"/>
            </a:endParaRPr>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Computer Security Concepts – The OSI Security Architecture – Security Attacks – Security Services and Mechanisms – A Model for Network Security – Classical encryption techniques: Substitution techniques, Transposition techniques, Steganography –Foundations of modern cryptography: Perfect security – Information Theory – Product Cryptosystem – Cryptanalysis.</a:t>
            </a:r>
            <a:endParaRPr dirty="0"/>
          </a:p>
          <a:p>
            <a:pPr marL="36830" marR="9525" lvl="0" indent="-24765" algn="just" rtl="0">
              <a:lnSpc>
                <a:spcPct val="100000"/>
              </a:lnSpc>
              <a:spcBef>
                <a:spcPts val="0"/>
              </a:spcBef>
              <a:spcAft>
                <a:spcPts val="0"/>
              </a:spcAft>
              <a:buNone/>
            </a:pPr>
            <a:r>
              <a:rPr lang="en-US" sz="1200" b="1" i="0" u="none" strike="noStrike" cap="none" dirty="0">
                <a:solidFill>
                  <a:srgbClr val="538235"/>
                </a:solidFill>
                <a:latin typeface="Tahoma"/>
                <a:ea typeface="Tahoma"/>
                <a:cs typeface="Tahoma"/>
                <a:sym typeface="Tahoma"/>
              </a:rPr>
              <a:t>List of Exercise/Experiments:</a:t>
            </a:r>
            <a:endParaRPr b="1"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1. Perform encryption, decryption using the following substitution techniques</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a:t>
            </a:r>
            <a:r>
              <a:rPr lang="en-US" sz="1200" b="0" i="0" u="none" strike="noStrike" cap="none" dirty="0" err="1">
                <a:solidFill>
                  <a:srgbClr val="538235"/>
                </a:solidFill>
                <a:latin typeface="Tahoma"/>
                <a:ea typeface="Tahoma"/>
                <a:cs typeface="Tahoma"/>
                <a:sym typeface="Tahoma"/>
              </a:rPr>
              <a:t>i</a:t>
            </a:r>
            <a:r>
              <a:rPr lang="en-US" sz="1200" b="0" i="0" u="none" strike="noStrike" cap="none" dirty="0">
                <a:solidFill>
                  <a:srgbClr val="538235"/>
                </a:solidFill>
                <a:latin typeface="Tahoma"/>
                <a:ea typeface="Tahoma"/>
                <a:cs typeface="Tahoma"/>
                <a:sym typeface="Tahoma"/>
              </a:rPr>
              <a:t>) Ceaser cipher, (ii) </a:t>
            </a:r>
            <a:r>
              <a:rPr lang="en-US" sz="1200" b="0" i="0" u="none" strike="noStrike" cap="none" dirty="0" err="1">
                <a:solidFill>
                  <a:srgbClr val="538235"/>
                </a:solidFill>
                <a:latin typeface="Tahoma"/>
                <a:ea typeface="Tahoma"/>
                <a:cs typeface="Tahoma"/>
                <a:sym typeface="Tahoma"/>
              </a:rPr>
              <a:t>playfair</a:t>
            </a:r>
            <a:r>
              <a:rPr lang="en-US" sz="1200" b="0" i="0" u="none" strike="noStrike" cap="none" dirty="0">
                <a:solidFill>
                  <a:srgbClr val="538235"/>
                </a:solidFill>
                <a:latin typeface="Tahoma"/>
                <a:ea typeface="Tahoma"/>
                <a:cs typeface="Tahoma"/>
                <a:sym typeface="Tahoma"/>
              </a:rPr>
              <a:t> cipher iii) Hill Cipher iv) </a:t>
            </a:r>
            <a:r>
              <a:rPr lang="en-US" sz="1200" b="0" i="0" u="none" strike="noStrike" cap="none" dirty="0" err="1">
                <a:solidFill>
                  <a:srgbClr val="538235"/>
                </a:solidFill>
                <a:latin typeface="Tahoma"/>
                <a:ea typeface="Tahoma"/>
                <a:cs typeface="Tahoma"/>
                <a:sym typeface="Tahoma"/>
              </a:rPr>
              <a:t>Vigenere</a:t>
            </a:r>
            <a:r>
              <a:rPr lang="en-US" sz="1200" b="0" i="0" u="none" strike="noStrike" cap="none" dirty="0">
                <a:solidFill>
                  <a:srgbClr val="538235"/>
                </a:solidFill>
                <a:latin typeface="Tahoma"/>
                <a:ea typeface="Tahoma"/>
                <a:cs typeface="Tahoma"/>
                <a:sym typeface="Tahoma"/>
              </a:rPr>
              <a:t> cipher</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2. Perform encryption and decryption using following transposition techniques</a:t>
            </a:r>
            <a:endParaRPr dirty="0"/>
          </a:p>
          <a:p>
            <a:pPr marL="297815" marR="9525" lvl="0" indent="-285750" algn="just" rtl="0">
              <a:lnSpc>
                <a:spcPct val="100000"/>
              </a:lnSpc>
              <a:spcBef>
                <a:spcPts val="0"/>
              </a:spcBef>
              <a:spcAft>
                <a:spcPts val="0"/>
              </a:spcAft>
              <a:buClr>
                <a:srgbClr val="538235"/>
              </a:buClr>
              <a:buSzPts val="1200"/>
              <a:buFont typeface="Tahoma"/>
              <a:buAutoNum type="romanLcParenR"/>
            </a:pPr>
            <a:r>
              <a:rPr lang="en-US" sz="1200" b="0" i="0" u="none" strike="noStrike" cap="none" dirty="0">
                <a:solidFill>
                  <a:srgbClr val="538235"/>
                </a:solidFill>
                <a:latin typeface="Tahoma"/>
                <a:ea typeface="Tahoma"/>
                <a:cs typeface="Tahoma"/>
                <a:sym typeface="Tahoma"/>
              </a:rPr>
              <a:t>Rail fence ii) row &amp; Column Transformation</a:t>
            </a:r>
            <a:endParaRPr dirty="0"/>
          </a:p>
          <a:p>
            <a:pPr marL="297815" marR="9525" lvl="0" indent="-209550" algn="just" rtl="0">
              <a:lnSpc>
                <a:spcPct val="100000"/>
              </a:lnSpc>
              <a:spcBef>
                <a:spcPts val="0"/>
              </a:spcBef>
              <a:spcAft>
                <a:spcPts val="0"/>
              </a:spcAft>
              <a:buClr>
                <a:schemeClr val="dk1"/>
              </a:buClr>
              <a:buSzPts val="1200"/>
              <a:buFont typeface="Calibri"/>
              <a:buNone/>
            </a:pPr>
            <a:endParaRPr sz="1200" b="0" i="0" u="none" strike="noStrike" cap="none" dirty="0">
              <a:solidFill>
                <a:srgbClr val="538235"/>
              </a:solidFill>
              <a:latin typeface="Tahoma"/>
              <a:ea typeface="Tahoma"/>
              <a:cs typeface="Tahoma"/>
              <a:sym typeface="Tahoma"/>
            </a:endParaRPr>
          </a:p>
          <a:p>
            <a:pPr marL="36830" marR="9525" lvl="0" indent="-24765" algn="just" rtl="0">
              <a:lnSpc>
                <a:spcPct val="100000"/>
              </a:lnSpc>
              <a:spcBef>
                <a:spcPts val="0"/>
              </a:spcBef>
              <a:spcAft>
                <a:spcPts val="0"/>
              </a:spcAft>
              <a:buNone/>
            </a:pPr>
            <a:r>
              <a:rPr lang="en-US" sz="1200" b="1" i="0" u="none" strike="noStrike" cap="none" dirty="0">
                <a:solidFill>
                  <a:srgbClr val="538235"/>
                </a:solidFill>
                <a:latin typeface="Tahoma"/>
                <a:ea typeface="Tahoma"/>
                <a:cs typeface="Tahoma"/>
                <a:sym typeface="Tahoma"/>
              </a:rPr>
              <a:t>UNIT II SYMMETRIC CIPHERS                                                               9+6</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Number theory – Algebraic Structures – Modular Arithmetic - Euclid‘s algorithm –</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Congruence and matrices – Group, Rings, Fields, Finite Fields SYMMETRIC KEY CIPHERS: SDES – Block Ciphers – DES, Strength of DES – Differential and linear cryptanalysis – Block cipher design principles – Block cipher mode of operation</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 Evaluation criteria for AES – Pseudorandom Number Generators – RC4 – Key</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distribution.</a:t>
            </a:r>
            <a:endParaRPr dirty="0"/>
          </a:p>
          <a:p>
            <a:pPr marL="36830" marR="9525" lvl="0" indent="-24765" algn="just" rtl="0">
              <a:lnSpc>
                <a:spcPct val="100000"/>
              </a:lnSpc>
              <a:spcBef>
                <a:spcPts val="0"/>
              </a:spcBef>
              <a:spcAft>
                <a:spcPts val="0"/>
              </a:spcAft>
              <a:buNone/>
            </a:pPr>
            <a:r>
              <a:rPr lang="en-US" sz="1200" b="1" i="0" u="none" strike="noStrike" cap="none" dirty="0">
                <a:solidFill>
                  <a:srgbClr val="538235"/>
                </a:solidFill>
                <a:latin typeface="Tahoma"/>
                <a:ea typeface="Tahoma"/>
                <a:cs typeface="Tahoma"/>
                <a:sym typeface="Tahoma"/>
              </a:rPr>
              <a:t>List of Exercise/Experiments:</a:t>
            </a:r>
            <a:endParaRPr b="1"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1. Apply DES algorithm for practical applications.</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2. Apply AES algorithm for practical applications.</a:t>
            </a:r>
            <a:endParaRPr dirty="0"/>
          </a:p>
          <a:p>
            <a:pPr marL="36830" marR="9525" lvl="0" indent="-24765" algn="just" rtl="0">
              <a:lnSpc>
                <a:spcPct val="100000"/>
              </a:lnSpc>
              <a:spcBef>
                <a:spcPts val="0"/>
              </a:spcBef>
              <a:spcAft>
                <a:spcPts val="0"/>
              </a:spcAft>
              <a:buNone/>
            </a:pPr>
            <a:endParaRPr sz="1200" b="1" i="0" u="none" strike="noStrike" cap="none" dirty="0">
              <a:solidFill>
                <a:srgbClr val="538235"/>
              </a:solidFill>
              <a:latin typeface="Tahoma"/>
              <a:ea typeface="Tahoma"/>
              <a:cs typeface="Tahoma"/>
              <a:sym typeface="Tahoma"/>
            </a:endParaRPr>
          </a:p>
          <a:p>
            <a:pPr marL="36830" marR="9525" lvl="0" indent="-24765" algn="just" rtl="0">
              <a:lnSpc>
                <a:spcPct val="100000"/>
              </a:lnSpc>
              <a:spcBef>
                <a:spcPts val="0"/>
              </a:spcBef>
              <a:spcAft>
                <a:spcPts val="0"/>
              </a:spcAft>
              <a:buNone/>
            </a:pPr>
            <a:r>
              <a:rPr lang="en-US" sz="1200" b="1" i="0" u="none" strike="noStrike" cap="none" dirty="0">
                <a:solidFill>
                  <a:srgbClr val="538235"/>
                </a:solidFill>
                <a:latin typeface="Tahoma"/>
                <a:ea typeface="Tahoma"/>
                <a:cs typeface="Tahoma"/>
                <a:sym typeface="Tahoma"/>
              </a:rPr>
              <a:t>UNIT III ASYMMETRIC CRYPTOGRAPHY 		</a:t>
            </a:r>
            <a:r>
              <a:rPr lang="en-US" sz="1200" b="1" dirty="0">
                <a:solidFill>
                  <a:srgbClr val="538235"/>
                </a:solidFill>
                <a:latin typeface="Tahoma"/>
                <a:ea typeface="Tahoma"/>
                <a:cs typeface="Tahoma"/>
                <a:sym typeface="Tahoma"/>
              </a:rPr>
              <a:t>            </a:t>
            </a:r>
            <a:r>
              <a:rPr lang="en-US" sz="1200" b="1" i="0" u="none" strike="noStrike" cap="none" dirty="0">
                <a:solidFill>
                  <a:srgbClr val="538235"/>
                </a:solidFill>
                <a:latin typeface="Tahoma"/>
                <a:ea typeface="Tahoma"/>
                <a:cs typeface="Tahoma"/>
                <a:sym typeface="Tahoma"/>
              </a:rPr>
              <a:t>9+6</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MATHEMATICS OF ASYMMETRIC KEY CRYPTOGRAPHY: Primes – Primality Testing –Factorization – Euler’s totient function, Fermat’s and Euler’s Theorem – Chinese Remainder Theorem – Exponentiation and logarithm ASYMMETRIC KEY CIPHERS: RSA cryptosystem – Key distribution – Key management – Diffie Hellman key exchange -– Elliptic curve arithmetic – Elliptic curve cryptography.</a:t>
            </a:r>
            <a:endParaRPr dirty="0"/>
          </a:p>
          <a:p>
            <a:pPr marL="36830" marR="9525" lvl="0" indent="-24765" algn="just" rtl="0">
              <a:lnSpc>
                <a:spcPct val="100000"/>
              </a:lnSpc>
              <a:spcBef>
                <a:spcPts val="0"/>
              </a:spcBef>
              <a:spcAft>
                <a:spcPts val="0"/>
              </a:spcAft>
              <a:buNone/>
            </a:pPr>
            <a:r>
              <a:rPr lang="en-US" sz="1200" b="1" i="0" u="none" strike="noStrike" cap="none" dirty="0">
                <a:solidFill>
                  <a:srgbClr val="538235"/>
                </a:solidFill>
                <a:latin typeface="Tahoma"/>
                <a:ea typeface="Tahoma"/>
                <a:cs typeface="Tahoma"/>
                <a:sym typeface="Tahoma"/>
              </a:rPr>
              <a:t>List of Exercise/Experiments:</a:t>
            </a:r>
            <a:endParaRPr b="1"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1. Implement RSA Algorithm using HTML and JavaScript.</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2. Implement the Diffie-Hellman Key Exchange algorithm for a given problem.</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3. Calculate the message digest of a text using the SHA-1 algorithm.</a:t>
            </a:r>
            <a:endParaRPr dirty="0"/>
          </a:p>
          <a:p>
            <a:pPr marL="36830" marR="9525" lvl="0" indent="-24765" algn="just" rtl="0">
              <a:lnSpc>
                <a:spcPct val="100000"/>
              </a:lnSpc>
              <a:spcBef>
                <a:spcPts val="0"/>
              </a:spcBef>
              <a:spcAft>
                <a:spcPts val="0"/>
              </a:spcAft>
              <a:buNone/>
            </a:pPr>
            <a:endParaRPr sz="1200" b="1" i="0" u="none" strike="noStrike" cap="none" dirty="0">
              <a:solidFill>
                <a:srgbClr val="538235"/>
              </a:solidFill>
              <a:latin typeface="Tahoma"/>
              <a:ea typeface="Tahoma"/>
              <a:cs typeface="Tahoma"/>
              <a:sym typeface="Tahoma"/>
            </a:endParaRPr>
          </a:p>
          <a:p>
            <a:pPr marL="36830" marR="9525" lvl="0" indent="-24765" algn="just" rtl="0">
              <a:lnSpc>
                <a:spcPct val="100000"/>
              </a:lnSpc>
              <a:spcBef>
                <a:spcPts val="0"/>
              </a:spcBef>
              <a:spcAft>
                <a:spcPts val="0"/>
              </a:spcAft>
              <a:buNone/>
            </a:pPr>
            <a:endParaRPr sz="1200" b="0" i="0" u="none" strike="noStrike" cap="none" dirty="0">
              <a:solidFill>
                <a:srgbClr val="538235"/>
              </a:solidFill>
              <a:latin typeface="Tahoma"/>
              <a:ea typeface="Tahoma"/>
              <a:cs typeface="Tahoma"/>
              <a:sym typeface="Tahom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8"/>
          <p:cNvSpPr txBox="1"/>
          <p:nvPr/>
        </p:nvSpPr>
        <p:spPr>
          <a:xfrm>
            <a:off x="684682" y="963295"/>
            <a:ext cx="3963518" cy="243636"/>
          </a:xfrm>
          <a:prstGeom prst="rect">
            <a:avLst/>
          </a:prstGeom>
          <a:noFill/>
          <a:ln>
            <a:noFill/>
          </a:ln>
        </p:spPr>
        <p:txBody>
          <a:bodyPr spcFirstLastPara="1" wrap="square" lIns="0" tIns="58400" rIns="0" bIns="0" anchor="t" anchorCtr="0">
            <a:spAutoFit/>
          </a:bodyPr>
          <a:lstStyle/>
          <a:p>
            <a:pPr marL="12700" marR="0" lvl="0" indent="0" algn="ctr" rtl="0">
              <a:lnSpc>
                <a:spcPct val="100000"/>
              </a:lnSpc>
              <a:spcBef>
                <a:spcPts val="0"/>
              </a:spcBef>
              <a:spcAft>
                <a:spcPts val="0"/>
              </a:spcAft>
              <a:buNone/>
            </a:pPr>
            <a:r>
              <a:rPr lang="en-US" sz="1200" b="1" i="0" u="none" strike="noStrike" cap="none" dirty="0">
                <a:solidFill>
                  <a:srgbClr val="538235"/>
                </a:solidFill>
                <a:latin typeface="Tahoma"/>
                <a:ea typeface="Tahoma"/>
                <a:cs typeface="Tahoma"/>
                <a:sym typeface="Tahoma"/>
              </a:rPr>
              <a:t>SYLLABUS</a:t>
            </a:r>
            <a:endParaRPr sz="1200" b="1" i="0" u="none" strike="noStrike" cap="none" dirty="0">
              <a:solidFill>
                <a:srgbClr val="538235"/>
              </a:solidFill>
              <a:latin typeface="Tahoma"/>
              <a:ea typeface="Tahoma"/>
              <a:cs typeface="Tahoma"/>
              <a:sym typeface="Tahoma"/>
            </a:endParaRPr>
          </a:p>
        </p:txBody>
      </p:sp>
      <p:sp>
        <p:nvSpPr>
          <p:cNvPr id="93" name="Google Shape;93;p8"/>
          <p:cNvSpPr txBox="1"/>
          <p:nvPr/>
        </p:nvSpPr>
        <p:spPr>
          <a:xfrm>
            <a:off x="5715000" y="1009441"/>
            <a:ext cx="498475" cy="19749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3 0 2 4</a:t>
            </a:r>
            <a:endParaRPr sz="1200" b="0" i="0" u="none" strike="noStrike" cap="none" dirty="0">
              <a:solidFill>
                <a:schemeClr val="dk1"/>
              </a:solidFill>
              <a:latin typeface="Tahoma"/>
              <a:ea typeface="Tahoma"/>
              <a:cs typeface="Tahoma"/>
              <a:sym typeface="Tahoma"/>
            </a:endParaRPr>
          </a:p>
        </p:txBody>
      </p:sp>
      <p:sp>
        <p:nvSpPr>
          <p:cNvPr id="94" name="Google Shape;94;p8"/>
          <p:cNvSpPr txBox="1"/>
          <p:nvPr/>
        </p:nvSpPr>
        <p:spPr>
          <a:xfrm>
            <a:off x="696874" y="1698117"/>
            <a:ext cx="5615940" cy="4075475"/>
          </a:xfrm>
          <a:prstGeom prst="rect">
            <a:avLst/>
          </a:prstGeom>
          <a:noFill/>
          <a:ln>
            <a:noFill/>
          </a:ln>
        </p:spPr>
        <p:txBody>
          <a:bodyPr spcFirstLastPara="1" wrap="square" lIns="0" tIns="12700" rIns="0" bIns="0" anchor="t" anchorCtr="0">
            <a:spAutoFit/>
          </a:bodyPr>
          <a:lstStyle/>
          <a:p>
            <a:pPr marL="36830" marR="9525" lvl="0" indent="-24765" algn="just" rtl="0">
              <a:lnSpc>
                <a:spcPct val="100000"/>
              </a:lnSpc>
              <a:spcBef>
                <a:spcPts val="0"/>
              </a:spcBef>
              <a:spcAft>
                <a:spcPts val="0"/>
              </a:spcAft>
              <a:buNone/>
            </a:pPr>
            <a:r>
              <a:rPr lang="en-US" sz="1200" b="1" i="0" u="none" strike="noStrike" cap="none" dirty="0">
                <a:solidFill>
                  <a:srgbClr val="538235"/>
                </a:solidFill>
                <a:latin typeface="Tahoma"/>
                <a:ea typeface="Tahoma"/>
                <a:cs typeface="Tahoma"/>
                <a:sym typeface="Tahoma"/>
              </a:rPr>
              <a:t>UNIT IV INTEGRITY AND AUTHENTICATION ALGORITHMS                9+6</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Authentication requirement – Authentication function – MAC – Hash function – Security of hash function: HMAC, CMAC – SHA – Digital signature and authentication protocols – DSS – Schnorr Digital Signature Scheme – </a:t>
            </a:r>
            <a:r>
              <a:rPr lang="en-US" sz="1200" b="0" i="0" u="none" strike="noStrike" cap="none" dirty="0" err="1">
                <a:solidFill>
                  <a:srgbClr val="538235"/>
                </a:solidFill>
                <a:latin typeface="Tahoma"/>
                <a:ea typeface="Tahoma"/>
                <a:cs typeface="Tahoma"/>
                <a:sym typeface="Tahoma"/>
              </a:rPr>
              <a:t>ElGamal</a:t>
            </a:r>
            <a:r>
              <a:rPr lang="en-US" sz="1200" b="0" i="0" u="none" strike="noStrike" cap="none" dirty="0">
                <a:solidFill>
                  <a:srgbClr val="538235"/>
                </a:solidFill>
                <a:latin typeface="Tahoma"/>
                <a:ea typeface="Tahoma"/>
                <a:cs typeface="Tahoma"/>
                <a:sym typeface="Tahoma"/>
              </a:rPr>
              <a:t> cryptosystem – Entity Authentication: Biometrics, Passwords, Challenge Response protocols – Authentication applications – Kerberos MUTUAL TRUST: Key management and distribution – Symmetric key distribution using symmetric and asymmetric encryption – Distribution of public keys – X.509 Certificates</a:t>
            </a:r>
            <a:endParaRPr dirty="0"/>
          </a:p>
          <a:p>
            <a:pPr marL="36830" marR="9525" lvl="0" indent="-24765" algn="just" rtl="0">
              <a:lnSpc>
                <a:spcPct val="100000"/>
              </a:lnSpc>
              <a:spcBef>
                <a:spcPts val="0"/>
              </a:spcBef>
              <a:spcAft>
                <a:spcPts val="0"/>
              </a:spcAft>
              <a:buNone/>
            </a:pPr>
            <a:r>
              <a:rPr lang="en-US" sz="1200" b="1" i="0" u="none" strike="noStrike" cap="none" dirty="0">
                <a:solidFill>
                  <a:srgbClr val="538235"/>
                </a:solidFill>
                <a:latin typeface="Tahoma"/>
                <a:ea typeface="Tahoma"/>
                <a:cs typeface="Tahoma"/>
                <a:sym typeface="Tahoma"/>
              </a:rPr>
              <a:t>List of Exercise/Experiments:</a:t>
            </a:r>
            <a:endParaRPr b="1"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1. Implement the SIGNATURE SCHEME - Digital Signature Standard.</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2. Demonstrate intrusion detection system (ids) using any tool </a:t>
            </a:r>
            <a:r>
              <a:rPr lang="en-US" sz="1200" b="0" i="0" u="none" strike="noStrike" cap="none" dirty="0" err="1">
                <a:solidFill>
                  <a:srgbClr val="538235"/>
                </a:solidFill>
                <a:latin typeface="Tahoma"/>
                <a:ea typeface="Tahoma"/>
                <a:cs typeface="Tahoma"/>
                <a:sym typeface="Tahoma"/>
              </a:rPr>
              <a:t>eg.</a:t>
            </a:r>
            <a:r>
              <a:rPr lang="en-US" sz="1200" b="0" i="0" u="none" strike="noStrike" cap="none" dirty="0">
                <a:solidFill>
                  <a:srgbClr val="538235"/>
                </a:solidFill>
                <a:latin typeface="Tahoma"/>
                <a:ea typeface="Tahoma"/>
                <a:cs typeface="Tahoma"/>
                <a:sym typeface="Tahoma"/>
              </a:rPr>
              <a:t> Snort or any other s/w</a:t>
            </a:r>
            <a:endParaRPr dirty="0"/>
          </a:p>
          <a:p>
            <a:pPr marL="36830" marR="9525" lvl="0" indent="-24765" algn="just" rtl="0">
              <a:lnSpc>
                <a:spcPct val="100000"/>
              </a:lnSpc>
              <a:spcBef>
                <a:spcPts val="0"/>
              </a:spcBef>
              <a:spcAft>
                <a:spcPts val="0"/>
              </a:spcAft>
              <a:buNone/>
            </a:pPr>
            <a:endParaRPr sz="1200" b="0" i="0" u="none" strike="noStrike" cap="none" dirty="0">
              <a:solidFill>
                <a:srgbClr val="538235"/>
              </a:solidFill>
              <a:latin typeface="Tahoma"/>
              <a:ea typeface="Tahoma"/>
              <a:cs typeface="Tahoma"/>
              <a:sym typeface="Tahoma"/>
            </a:endParaRPr>
          </a:p>
          <a:p>
            <a:pPr marL="36830" marR="9525" lvl="0" indent="-24765" algn="just" rtl="0">
              <a:spcBef>
                <a:spcPts val="0"/>
              </a:spcBef>
              <a:spcAft>
                <a:spcPts val="0"/>
              </a:spcAft>
              <a:buNone/>
            </a:pPr>
            <a:r>
              <a:rPr lang="en-US" sz="1200" b="1" i="0" u="none" strike="noStrike" cap="none" dirty="0">
                <a:solidFill>
                  <a:srgbClr val="538235"/>
                </a:solidFill>
                <a:latin typeface="Tahoma"/>
                <a:ea typeface="Tahoma"/>
                <a:cs typeface="Tahoma"/>
                <a:sym typeface="Tahoma"/>
              </a:rPr>
              <a:t>UNIT V CYBER CRIMES AND CYBER SECURITY                                     9+6</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Cyber Crime and Information Security – classifications of Cyber Crimes – Tools and</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Methods – Password Cracking, Keyloggers, Spywares, SQL Injection – Network Access Control – Cloud Security – Web Security – Wireless Security</a:t>
            </a:r>
            <a:endParaRPr dirty="0"/>
          </a:p>
          <a:p>
            <a:pPr marL="36830" marR="9525" lvl="0" indent="-24765" algn="just" rtl="0">
              <a:lnSpc>
                <a:spcPct val="100000"/>
              </a:lnSpc>
              <a:spcBef>
                <a:spcPts val="0"/>
              </a:spcBef>
              <a:spcAft>
                <a:spcPts val="0"/>
              </a:spcAft>
              <a:buNone/>
            </a:pPr>
            <a:r>
              <a:rPr lang="en-US" sz="1200" b="1" i="0" u="none" strike="noStrike" cap="none" dirty="0">
                <a:solidFill>
                  <a:srgbClr val="538235"/>
                </a:solidFill>
                <a:latin typeface="Tahoma"/>
                <a:ea typeface="Tahoma"/>
                <a:cs typeface="Tahoma"/>
                <a:sym typeface="Tahoma"/>
              </a:rPr>
              <a:t>List of Exercise/Experiments:</a:t>
            </a:r>
            <a:endParaRPr b="1"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1. Automated Attack and Penetration Tools</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a. Exploring N-Stalker, a Vulnerability Assessment Tool</a:t>
            </a:r>
            <a:endParaRPr dirty="0"/>
          </a:p>
          <a:p>
            <a:pPr marL="36830" marR="9525" lvl="0" indent="-24765" algn="just" rtl="0">
              <a:lnSpc>
                <a:spcPct val="100000"/>
              </a:lnSpc>
              <a:spcBef>
                <a:spcPts val="0"/>
              </a:spcBef>
              <a:spcAft>
                <a:spcPts val="0"/>
              </a:spcAft>
              <a:buNone/>
            </a:pPr>
            <a:r>
              <a:rPr lang="en-US" sz="1200" b="0" i="0" u="none" strike="noStrike" cap="none" dirty="0">
                <a:solidFill>
                  <a:srgbClr val="538235"/>
                </a:solidFill>
                <a:latin typeface="Tahoma"/>
                <a:ea typeface="Tahoma"/>
                <a:cs typeface="Tahoma"/>
                <a:sym typeface="Tahoma"/>
              </a:rPr>
              <a:t>2. Defeating Malware</a:t>
            </a:r>
            <a:endParaRPr dirty="0"/>
          </a:p>
          <a:p>
            <a:pPr marL="36830" marR="9525" lvl="0" indent="-24765" algn="just" rtl="0">
              <a:lnSpc>
                <a:spcPct val="100000"/>
              </a:lnSpc>
              <a:spcBef>
                <a:spcPts val="0"/>
              </a:spcBef>
              <a:spcAft>
                <a:spcPts val="0"/>
              </a:spcAft>
              <a:buNone/>
            </a:pPr>
            <a:r>
              <a:rPr lang="en-US" sz="1200" b="0" i="0" u="none" strike="noStrike" cap="none" dirty="0" err="1">
                <a:solidFill>
                  <a:srgbClr val="538235"/>
                </a:solidFill>
                <a:latin typeface="Tahoma"/>
                <a:ea typeface="Tahoma"/>
                <a:cs typeface="Tahoma"/>
                <a:sym typeface="Tahoma"/>
              </a:rPr>
              <a:t>i</a:t>
            </a:r>
            <a:r>
              <a:rPr lang="en-US" sz="1200" b="0" i="0" u="none" strike="noStrike" cap="none" dirty="0">
                <a:solidFill>
                  <a:srgbClr val="538235"/>
                </a:solidFill>
                <a:latin typeface="Tahoma"/>
                <a:ea typeface="Tahoma"/>
                <a:cs typeface="Tahoma"/>
                <a:sym typeface="Tahoma"/>
              </a:rPr>
              <a:t>) Building Trojans ii) Rootkit Hunter</a:t>
            </a:r>
            <a:endParaRPr dirty="0"/>
          </a:p>
        </p:txBody>
      </p:sp>
      <p:sp>
        <p:nvSpPr>
          <p:cNvPr id="2" name="Google Shape;83;p7">
            <a:extLst>
              <a:ext uri="{FF2B5EF4-FFF2-40B4-BE49-F238E27FC236}">
                <a16:creationId xmlns:a16="http://schemas.microsoft.com/office/drawing/2014/main" id="{6A460019-C6B0-4F49-884C-B4482DD1D863}"/>
              </a:ext>
            </a:extLst>
          </p:cNvPr>
          <p:cNvSpPr txBox="1"/>
          <p:nvPr/>
        </p:nvSpPr>
        <p:spPr>
          <a:xfrm>
            <a:off x="550570" y="287274"/>
            <a:ext cx="5850230" cy="518732"/>
          </a:xfrm>
          <a:prstGeom prst="rect">
            <a:avLst/>
          </a:prstGeom>
          <a:noFill/>
          <a:ln>
            <a:noFill/>
          </a:ln>
        </p:spPr>
        <p:txBody>
          <a:bodyPr spcFirstLastPara="1" wrap="square" lIns="0" tIns="13325" rIns="0" bIns="0" anchor="t" anchorCtr="0">
            <a:spAutoFit/>
          </a:bodyPr>
          <a:lstStyle/>
          <a:p>
            <a:pPr marL="12700" marR="0" lvl="0" indent="0" algn="ctr" rtl="0">
              <a:lnSpc>
                <a:spcPct val="100000"/>
              </a:lnSpc>
              <a:spcBef>
                <a:spcPts val="0"/>
              </a:spcBef>
              <a:spcAft>
                <a:spcPts val="0"/>
              </a:spcAft>
              <a:buNone/>
            </a:pPr>
            <a:r>
              <a:rPr lang="en-US" sz="1600" b="1" i="0" u="none" strike="noStrike" cap="none" dirty="0">
                <a:solidFill>
                  <a:srgbClr val="538235"/>
                </a:solidFill>
                <a:latin typeface="Tahoma"/>
                <a:ea typeface="Tahoma"/>
                <a:cs typeface="Tahoma"/>
                <a:sym typeface="Tahoma"/>
              </a:rPr>
              <a:t>22CS701 CRYPTOGRAPHY AND CYBER SECURITY</a:t>
            </a:r>
          </a:p>
          <a:p>
            <a:pPr marL="12700" marR="0" lvl="0" indent="0" algn="ctr" rtl="0">
              <a:lnSpc>
                <a:spcPct val="100000"/>
              </a:lnSpc>
              <a:spcBef>
                <a:spcPts val="0"/>
              </a:spcBef>
              <a:spcAft>
                <a:spcPts val="0"/>
              </a:spcAft>
              <a:buNone/>
            </a:pPr>
            <a:r>
              <a:rPr lang="en-US" sz="1600" b="1" i="0" u="none" strike="noStrike" cap="none" dirty="0">
                <a:solidFill>
                  <a:srgbClr val="538235"/>
                </a:solidFill>
                <a:latin typeface="Tahoma"/>
                <a:ea typeface="Tahoma"/>
                <a:cs typeface="Tahoma"/>
                <a:sym typeface="Tahoma"/>
              </a:rPr>
              <a:t>(Lab Integrated)</a:t>
            </a:r>
            <a:endParaRPr sz="1600" b="0" i="0" u="none" strike="noStrike" cap="none" dirty="0">
              <a:solidFill>
                <a:schemeClr val="dk1"/>
              </a:solidFill>
              <a:latin typeface="Tahoma"/>
              <a:ea typeface="Tahoma"/>
              <a:cs typeface="Tahoma"/>
              <a:sym typeface="Tahom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9"/>
          <p:cNvSpPr txBox="1"/>
          <p:nvPr/>
        </p:nvSpPr>
        <p:spPr>
          <a:xfrm>
            <a:off x="721258" y="533400"/>
            <a:ext cx="2021942" cy="226980"/>
          </a:xfrm>
          <a:prstGeom prst="rect">
            <a:avLst/>
          </a:prstGeom>
          <a:noFill/>
          <a:ln>
            <a:noFill/>
          </a:ln>
        </p:spPr>
        <p:txBody>
          <a:bodyPr spcFirstLastPara="1" wrap="square" lIns="0" tIns="11425" rIns="0" bIns="0" anchor="t" anchorCtr="0">
            <a:spAutoFit/>
          </a:bodyPr>
          <a:lstStyle/>
          <a:p>
            <a:pPr marL="12700" marR="0" lvl="0" indent="0" algn="l" rtl="0">
              <a:lnSpc>
                <a:spcPct val="100000"/>
              </a:lnSpc>
              <a:spcBef>
                <a:spcPts val="0"/>
              </a:spcBef>
              <a:spcAft>
                <a:spcPts val="0"/>
              </a:spcAft>
              <a:buNone/>
            </a:pPr>
            <a:r>
              <a:rPr lang="en-US" sz="1400" b="1" i="0" u="none" strike="noStrike" cap="none" dirty="0">
                <a:solidFill>
                  <a:srgbClr val="538235"/>
                </a:solidFill>
                <a:latin typeface="Tahoma"/>
                <a:ea typeface="Tahoma"/>
                <a:cs typeface="Tahoma"/>
                <a:sym typeface="Tahoma"/>
              </a:rPr>
              <a:t>COURSE OUTCOMES</a:t>
            </a:r>
            <a:endParaRPr sz="1400" b="1" i="0" u="none" strike="noStrike" cap="none" dirty="0">
              <a:solidFill>
                <a:schemeClr val="dk1"/>
              </a:solidFill>
              <a:latin typeface="Tahoma"/>
              <a:ea typeface="Tahoma"/>
              <a:cs typeface="Tahoma"/>
              <a:sym typeface="Tahoma"/>
            </a:endParaRPr>
          </a:p>
        </p:txBody>
      </p:sp>
      <p:graphicFrame>
        <p:nvGraphicFramePr>
          <p:cNvPr id="101" name="Google Shape;101;p9"/>
          <p:cNvGraphicFramePr/>
          <p:nvPr>
            <p:extLst>
              <p:ext uri="{D42A27DB-BD31-4B8C-83A1-F6EECF244321}">
                <p14:modId xmlns:p14="http://schemas.microsoft.com/office/powerpoint/2010/main" val="1025296531"/>
              </p:ext>
            </p:extLst>
          </p:nvPr>
        </p:nvGraphicFramePr>
        <p:xfrm>
          <a:off x="721258" y="990600"/>
          <a:ext cx="5831942" cy="3291975"/>
        </p:xfrm>
        <a:graphic>
          <a:graphicData uri="http://schemas.openxmlformats.org/drawingml/2006/table">
            <a:tbl>
              <a:tblPr firstRow="1" bandRow="1">
                <a:noFill/>
              </a:tblPr>
              <a:tblGrid>
                <a:gridCol w="934592">
                  <a:extLst>
                    <a:ext uri="{9D8B030D-6E8A-4147-A177-3AD203B41FA5}">
                      <a16:colId xmlns:a16="http://schemas.microsoft.com/office/drawing/2014/main" val="20000"/>
                    </a:ext>
                  </a:extLst>
                </a:gridCol>
                <a:gridCol w="4897350">
                  <a:extLst>
                    <a:ext uri="{9D8B030D-6E8A-4147-A177-3AD203B41FA5}">
                      <a16:colId xmlns:a16="http://schemas.microsoft.com/office/drawing/2014/main" val="20001"/>
                    </a:ext>
                  </a:extLst>
                </a:gridCol>
              </a:tblGrid>
              <a:tr h="685800">
                <a:tc>
                  <a:txBody>
                    <a:bodyPr/>
                    <a:lstStyle/>
                    <a:p>
                      <a:pPr marL="0" marR="0" lvl="0" indent="0" algn="ctr" rtl="0">
                        <a:lnSpc>
                          <a:spcPct val="100000"/>
                        </a:lnSpc>
                        <a:spcBef>
                          <a:spcPts val="5"/>
                        </a:spcBef>
                        <a:spcAft>
                          <a:spcPts val="0"/>
                        </a:spcAft>
                        <a:buNone/>
                      </a:pPr>
                      <a:r>
                        <a:rPr lang="en-US" sz="1400" u="none" strike="noStrike" cap="none" dirty="0">
                          <a:solidFill>
                            <a:srgbClr val="538235"/>
                          </a:solidFill>
                          <a:latin typeface="Tahoma"/>
                          <a:ea typeface="Tahoma"/>
                          <a:cs typeface="Tahoma"/>
                          <a:sym typeface="Tahoma"/>
                        </a:rPr>
                        <a:t>CO1</a:t>
                      </a:r>
                      <a:endParaRPr sz="1400" u="none" strike="noStrike" cap="none" dirty="0">
                        <a:latin typeface="Tahoma"/>
                        <a:ea typeface="Tahoma"/>
                        <a:cs typeface="Tahoma"/>
                        <a:sym typeface="Tahoma"/>
                      </a:endParaRPr>
                    </a:p>
                  </a:txBody>
                  <a:tcPr marL="0" marR="0" marT="625" marB="0" anchor="ctr">
                    <a:lnL w="12700" cap="flat" cmpd="sng">
                      <a:solidFill>
                        <a:srgbClr val="FFFFFF"/>
                      </a:solidFill>
                      <a:prstDash val="solid"/>
                      <a:round/>
                      <a:headEnd type="none" w="sm" len="sm"/>
                      <a:tailEnd type="none" w="sm" len="sm"/>
                    </a:lnL>
                    <a:lnR w="12700" cap="flat" cmpd="sng" algn="ctr">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1EFD9"/>
                    </a:solidFill>
                  </a:tcPr>
                </a:tc>
                <a:tc>
                  <a:txBody>
                    <a:bodyPr/>
                    <a:lstStyle/>
                    <a:p>
                      <a:pPr marL="172720" marR="0" lvl="0" indent="0" algn="l" rtl="0">
                        <a:lnSpc>
                          <a:spcPct val="119642"/>
                        </a:lnSpc>
                        <a:spcBef>
                          <a:spcPts val="0"/>
                        </a:spcBef>
                        <a:spcAft>
                          <a:spcPts val="0"/>
                        </a:spcAft>
                        <a:buNone/>
                      </a:pPr>
                      <a:r>
                        <a:rPr lang="en-US" sz="1400" u="none" strike="noStrike" cap="none" dirty="0" smtClean="0">
                          <a:solidFill>
                            <a:srgbClr val="538235"/>
                          </a:solidFill>
                          <a:latin typeface="Tahoma"/>
                          <a:ea typeface="Tahoma"/>
                          <a:cs typeface="Tahoma"/>
                          <a:sym typeface="Tahoma"/>
                        </a:rPr>
                        <a:t>Explore </a:t>
                      </a:r>
                      <a:r>
                        <a:rPr lang="en-US" sz="1400" u="none" strike="noStrike" cap="none" dirty="0">
                          <a:solidFill>
                            <a:srgbClr val="538235"/>
                          </a:solidFill>
                          <a:latin typeface="Tahoma"/>
                          <a:ea typeface="Tahoma"/>
                          <a:cs typeface="Tahoma"/>
                          <a:sym typeface="Tahoma"/>
                        </a:rPr>
                        <a:t>cryptographical concepts</a:t>
                      </a:r>
                      <a:endParaRPr sz="1400" u="none" strike="noStrike" cap="none" dirty="0">
                        <a:latin typeface="Tahoma"/>
                        <a:ea typeface="Tahoma"/>
                        <a:cs typeface="Tahoma"/>
                        <a:sym typeface="Tahoma"/>
                      </a:endParaRPr>
                    </a:p>
                  </a:txBody>
                  <a:tcPr marL="0" marR="0" marT="0" marB="0"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1EFD9"/>
                    </a:solidFill>
                  </a:tcPr>
                </a:tc>
                <a:extLst>
                  <a:ext uri="{0D108BD9-81ED-4DB2-BD59-A6C34878D82A}">
                    <a16:rowId xmlns:a16="http://schemas.microsoft.com/office/drawing/2014/main" val="10001"/>
                  </a:ext>
                </a:extLst>
              </a:tr>
              <a:tr h="533400">
                <a:tc>
                  <a:txBody>
                    <a:bodyPr/>
                    <a:lstStyle/>
                    <a:p>
                      <a:pPr marL="0" marR="0" lvl="0" indent="0" algn="ctr" rtl="0">
                        <a:lnSpc>
                          <a:spcPct val="100000"/>
                        </a:lnSpc>
                        <a:spcBef>
                          <a:spcPts val="0"/>
                        </a:spcBef>
                        <a:spcAft>
                          <a:spcPts val="0"/>
                        </a:spcAft>
                        <a:buNone/>
                      </a:pPr>
                      <a:r>
                        <a:rPr lang="en-US" sz="1400" u="none" strike="noStrike" cap="none" dirty="0">
                          <a:solidFill>
                            <a:srgbClr val="538235"/>
                          </a:solidFill>
                          <a:latin typeface="Tahoma"/>
                          <a:ea typeface="Tahoma"/>
                          <a:cs typeface="Tahoma"/>
                          <a:sym typeface="Tahoma"/>
                        </a:rPr>
                        <a:t>CO2</a:t>
                      </a:r>
                      <a:endParaRPr sz="1400" u="none" strike="noStrike" cap="none" dirty="0">
                        <a:latin typeface="Tahoma"/>
                        <a:ea typeface="Tahoma"/>
                        <a:cs typeface="Tahoma"/>
                        <a:sym typeface="Tahoma"/>
                      </a:endParaRPr>
                    </a:p>
                  </a:txBody>
                  <a:tcPr marL="0" marR="0" marT="10605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1EFD9"/>
                    </a:solidFill>
                  </a:tcPr>
                </a:tc>
                <a:tc>
                  <a:txBody>
                    <a:bodyPr/>
                    <a:lstStyle/>
                    <a:p>
                      <a:pPr marL="172720" marR="297815" lvl="0" indent="0" algn="l" rtl="0">
                        <a:lnSpc>
                          <a:spcPct val="100000"/>
                        </a:lnSpc>
                        <a:spcBef>
                          <a:spcPts val="0"/>
                        </a:spcBef>
                        <a:spcAft>
                          <a:spcPts val="0"/>
                        </a:spcAft>
                        <a:buNone/>
                      </a:pPr>
                      <a:r>
                        <a:rPr lang="en-US" sz="1400" u="none" strike="noStrike" cap="none" dirty="0">
                          <a:solidFill>
                            <a:srgbClr val="538235"/>
                          </a:solidFill>
                          <a:latin typeface="Tahoma"/>
                          <a:ea typeface="Tahoma"/>
                          <a:cs typeface="Tahoma"/>
                          <a:sym typeface="Tahoma"/>
                        </a:rPr>
                        <a:t>Implement various cryptographic algorithms</a:t>
                      </a:r>
                      <a:endParaRPr sz="1400" u="none" strike="noStrike" cap="none" dirty="0">
                        <a:solidFill>
                          <a:srgbClr val="538235"/>
                        </a:solidFill>
                        <a:latin typeface="Tahoma"/>
                        <a:ea typeface="Tahoma"/>
                        <a:cs typeface="Tahoma"/>
                        <a:sym typeface="Tahoma"/>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1EFD9"/>
                    </a:solidFill>
                  </a:tcPr>
                </a:tc>
                <a:extLst>
                  <a:ext uri="{0D108BD9-81ED-4DB2-BD59-A6C34878D82A}">
                    <a16:rowId xmlns:a16="http://schemas.microsoft.com/office/drawing/2014/main" val="10002"/>
                  </a:ext>
                </a:extLst>
              </a:tr>
              <a:tr h="609600">
                <a:tc>
                  <a:txBody>
                    <a:bodyPr/>
                    <a:lstStyle/>
                    <a:p>
                      <a:pPr marL="0" marR="0" lvl="0" indent="0" algn="ctr" rtl="0">
                        <a:lnSpc>
                          <a:spcPct val="100000"/>
                        </a:lnSpc>
                        <a:spcBef>
                          <a:spcPts val="0"/>
                        </a:spcBef>
                        <a:spcAft>
                          <a:spcPts val="0"/>
                        </a:spcAft>
                        <a:buNone/>
                      </a:pPr>
                      <a:r>
                        <a:rPr lang="en-US" sz="1400" u="none" strike="noStrike" cap="none" dirty="0">
                          <a:solidFill>
                            <a:srgbClr val="538235"/>
                          </a:solidFill>
                          <a:latin typeface="Tahoma"/>
                          <a:ea typeface="Tahoma"/>
                          <a:cs typeface="Tahoma"/>
                          <a:sym typeface="Tahoma"/>
                        </a:rPr>
                        <a:t>CO3</a:t>
                      </a:r>
                      <a:endParaRPr sz="1400" u="none" strike="noStrike" cap="none" dirty="0">
                        <a:latin typeface="Tahoma"/>
                        <a:ea typeface="Tahoma"/>
                        <a:cs typeface="Tahoma"/>
                        <a:sym typeface="Tahoma"/>
                      </a:endParaRPr>
                    </a:p>
                  </a:txBody>
                  <a:tcPr marL="0" marR="0" marT="10605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1EFD9"/>
                    </a:solidFill>
                  </a:tcPr>
                </a:tc>
                <a:tc>
                  <a:txBody>
                    <a:bodyPr/>
                    <a:lstStyle/>
                    <a:p>
                      <a:pPr marL="172720" marR="0" lvl="0" indent="0" algn="l" rtl="0">
                        <a:lnSpc>
                          <a:spcPct val="100000"/>
                        </a:lnSpc>
                        <a:spcBef>
                          <a:spcPts val="0"/>
                        </a:spcBef>
                        <a:spcAft>
                          <a:spcPts val="0"/>
                        </a:spcAft>
                        <a:buNone/>
                      </a:pPr>
                      <a:r>
                        <a:rPr lang="en-US" sz="1400" u="none" strike="noStrike" cap="none" dirty="0">
                          <a:solidFill>
                            <a:srgbClr val="538235"/>
                          </a:solidFill>
                          <a:latin typeface="Tahoma"/>
                          <a:ea typeface="Tahoma"/>
                          <a:cs typeface="Tahoma"/>
                          <a:sym typeface="Tahoma"/>
                        </a:rPr>
                        <a:t>Evaluate and apply network security protocols, to secure communications over networks</a:t>
                      </a:r>
                      <a:endParaRPr dirty="0"/>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1EFD9"/>
                    </a:solidFill>
                  </a:tcPr>
                </a:tc>
                <a:extLst>
                  <a:ext uri="{0D108BD9-81ED-4DB2-BD59-A6C34878D82A}">
                    <a16:rowId xmlns:a16="http://schemas.microsoft.com/office/drawing/2014/main" val="10003"/>
                  </a:ext>
                </a:extLst>
              </a:tr>
              <a:tr h="609475">
                <a:tc>
                  <a:txBody>
                    <a:bodyPr/>
                    <a:lstStyle/>
                    <a:p>
                      <a:pPr marL="0" marR="0" lvl="0" indent="0" algn="ctr" rtl="0">
                        <a:lnSpc>
                          <a:spcPct val="100000"/>
                        </a:lnSpc>
                        <a:spcBef>
                          <a:spcPts val="0"/>
                        </a:spcBef>
                        <a:spcAft>
                          <a:spcPts val="0"/>
                        </a:spcAft>
                        <a:buNone/>
                      </a:pPr>
                      <a:r>
                        <a:rPr lang="en-US" sz="1400" u="none" strike="noStrike" cap="none" dirty="0">
                          <a:solidFill>
                            <a:srgbClr val="538235"/>
                          </a:solidFill>
                          <a:latin typeface="Tahoma"/>
                          <a:ea typeface="Tahoma"/>
                          <a:cs typeface="Tahoma"/>
                          <a:sym typeface="Tahoma"/>
                        </a:rPr>
                        <a:t>CO4</a:t>
                      </a:r>
                      <a:endParaRPr sz="1400" u="none" strike="noStrike" cap="none" dirty="0">
                        <a:latin typeface="Tahoma"/>
                        <a:ea typeface="Tahoma"/>
                        <a:cs typeface="Tahoma"/>
                        <a:sym typeface="Tahoma"/>
                      </a:endParaRPr>
                    </a:p>
                  </a:txBody>
                  <a:tcPr marL="0" marR="0" marT="106675"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1EFD9"/>
                    </a:solidFill>
                  </a:tcPr>
                </a:tc>
                <a:tc>
                  <a:txBody>
                    <a:bodyPr/>
                    <a:lstStyle/>
                    <a:p>
                      <a:pPr marL="172720" marR="244475" lvl="0" indent="0" algn="l" rtl="0">
                        <a:lnSpc>
                          <a:spcPct val="100000"/>
                        </a:lnSpc>
                        <a:spcBef>
                          <a:spcPts val="0"/>
                        </a:spcBef>
                        <a:spcAft>
                          <a:spcPts val="0"/>
                        </a:spcAft>
                        <a:buNone/>
                      </a:pPr>
                      <a:r>
                        <a:rPr lang="en-US" sz="1400" u="none" strike="noStrike" cap="none" dirty="0">
                          <a:solidFill>
                            <a:srgbClr val="538235"/>
                          </a:solidFill>
                          <a:latin typeface="Tahoma"/>
                          <a:ea typeface="Tahoma"/>
                          <a:cs typeface="Tahoma"/>
                          <a:sym typeface="Tahoma"/>
                        </a:rPr>
                        <a:t>Identify common security threats and vulnerabilities and assess their impact on network security</a:t>
                      </a:r>
                      <a:endParaRPr dirty="0"/>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1EFD9"/>
                    </a:solidFill>
                  </a:tcPr>
                </a:tc>
                <a:extLst>
                  <a:ext uri="{0D108BD9-81ED-4DB2-BD59-A6C34878D82A}">
                    <a16:rowId xmlns:a16="http://schemas.microsoft.com/office/drawing/2014/main" val="10004"/>
                  </a:ext>
                </a:extLst>
              </a:tr>
              <a:tr h="426850">
                <a:tc>
                  <a:txBody>
                    <a:bodyPr/>
                    <a:lstStyle/>
                    <a:p>
                      <a:pPr marL="0" marR="0" lvl="0" indent="0" algn="ctr" rtl="0">
                        <a:lnSpc>
                          <a:spcPct val="100000"/>
                        </a:lnSpc>
                        <a:spcBef>
                          <a:spcPts val="0"/>
                        </a:spcBef>
                        <a:spcAft>
                          <a:spcPts val="0"/>
                        </a:spcAft>
                        <a:buNone/>
                      </a:pPr>
                      <a:r>
                        <a:rPr lang="en-US" sz="1400" u="none" strike="noStrike" cap="none" dirty="0">
                          <a:solidFill>
                            <a:srgbClr val="538235"/>
                          </a:solidFill>
                          <a:latin typeface="Tahoma"/>
                          <a:ea typeface="Tahoma"/>
                          <a:cs typeface="Tahoma"/>
                          <a:sym typeface="Tahoma"/>
                        </a:rPr>
                        <a:t>CO5</a:t>
                      </a:r>
                      <a:endParaRPr sz="1400" u="none" strike="noStrike" cap="none" dirty="0">
                        <a:latin typeface="Tahoma"/>
                        <a:ea typeface="Tahoma"/>
                        <a:cs typeface="Tahoma"/>
                        <a:sym typeface="Tahoma"/>
                      </a:endParaRPr>
                    </a:p>
                  </a:txBody>
                  <a:tcPr marL="0" marR="0" marT="106675"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1EFD9"/>
                    </a:solidFill>
                  </a:tcPr>
                </a:tc>
                <a:tc>
                  <a:txBody>
                    <a:bodyPr/>
                    <a:lstStyle/>
                    <a:p>
                      <a:pPr marL="172720" marR="0" lvl="0" indent="0" algn="l" rtl="0">
                        <a:lnSpc>
                          <a:spcPct val="100000"/>
                        </a:lnSpc>
                        <a:spcBef>
                          <a:spcPts val="0"/>
                        </a:spcBef>
                        <a:spcAft>
                          <a:spcPts val="0"/>
                        </a:spcAft>
                        <a:buNone/>
                      </a:pPr>
                      <a:r>
                        <a:rPr lang="en-US" sz="1400" u="none" strike="noStrike" cap="none" dirty="0">
                          <a:solidFill>
                            <a:srgbClr val="538235"/>
                          </a:solidFill>
                          <a:latin typeface="Tahoma"/>
                          <a:ea typeface="Tahoma"/>
                          <a:cs typeface="Tahoma"/>
                          <a:sym typeface="Tahoma"/>
                        </a:rPr>
                        <a:t>Implement access control mechanisms and authentication techniques to protect information systems</a:t>
                      </a:r>
                      <a:endParaRPr dirty="0"/>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1EFD9"/>
                    </a:solidFill>
                  </a:tcPr>
                </a:tc>
                <a:extLst>
                  <a:ext uri="{0D108BD9-81ED-4DB2-BD59-A6C34878D82A}">
                    <a16:rowId xmlns:a16="http://schemas.microsoft.com/office/drawing/2014/main" val="10005"/>
                  </a:ext>
                </a:extLst>
              </a:tr>
              <a:tr h="426850">
                <a:tc>
                  <a:txBody>
                    <a:bodyPr/>
                    <a:lstStyle/>
                    <a:p>
                      <a:pPr marL="0" marR="0" lvl="0" indent="0" algn="ctr" rtl="0">
                        <a:lnSpc>
                          <a:spcPct val="100000"/>
                        </a:lnSpc>
                        <a:spcBef>
                          <a:spcPts val="0"/>
                        </a:spcBef>
                        <a:spcAft>
                          <a:spcPts val="0"/>
                        </a:spcAft>
                        <a:buNone/>
                      </a:pPr>
                      <a:r>
                        <a:rPr lang="en-US" sz="1400" u="none" strike="noStrike" cap="none" dirty="0">
                          <a:solidFill>
                            <a:srgbClr val="538235"/>
                          </a:solidFill>
                          <a:latin typeface="Tahoma"/>
                          <a:ea typeface="Tahoma"/>
                          <a:cs typeface="Tahoma"/>
                          <a:sym typeface="Tahoma"/>
                        </a:rPr>
                        <a:t>CO6</a:t>
                      </a:r>
                      <a:endParaRPr sz="1400" u="none" strike="noStrike" cap="none" dirty="0">
                        <a:solidFill>
                          <a:srgbClr val="538235"/>
                        </a:solidFill>
                        <a:latin typeface="Tahoma"/>
                        <a:ea typeface="Tahoma"/>
                        <a:cs typeface="Tahoma"/>
                        <a:sym typeface="Tahoma"/>
                      </a:endParaRPr>
                    </a:p>
                  </a:txBody>
                  <a:tcPr marL="0" marR="0" marT="106675"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1EFD9"/>
                    </a:solidFill>
                  </a:tcPr>
                </a:tc>
                <a:tc>
                  <a:txBody>
                    <a:bodyPr/>
                    <a:lstStyle/>
                    <a:p>
                      <a:pPr marL="172720" marR="0" lvl="0" indent="0" algn="l" rtl="0">
                        <a:lnSpc>
                          <a:spcPct val="100000"/>
                        </a:lnSpc>
                        <a:spcBef>
                          <a:spcPts val="0"/>
                        </a:spcBef>
                        <a:spcAft>
                          <a:spcPts val="0"/>
                        </a:spcAft>
                        <a:buNone/>
                      </a:pPr>
                      <a:r>
                        <a:rPr lang="en-US" sz="1400" u="none" strike="noStrike" cap="none" dirty="0">
                          <a:solidFill>
                            <a:srgbClr val="538235"/>
                          </a:solidFill>
                          <a:latin typeface="Tahoma"/>
                          <a:ea typeface="Tahoma"/>
                          <a:cs typeface="Tahoma"/>
                          <a:sym typeface="Tahoma"/>
                        </a:rPr>
                        <a:t>Develop and propose security policies and best practices for securing networks and information systems</a:t>
                      </a:r>
                      <a:endParaRPr sz="1400" u="none" strike="noStrike" cap="none" dirty="0">
                        <a:solidFill>
                          <a:srgbClr val="538235"/>
                        </a:solidFill>
                        <a:latin typeface="Tahoma"/>
                        <a:ea typeface="Tahoma"/>
                        <a:cs typeface="Tahoma"/>
                        <a:sym typeface="Tahoma"/>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1EFD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7" name="Google Shape;107;p10"/>
          <p:cNvSpPr txBox="1"/>
          <p:nvPr/>
        </p:nvSpPr>
        <p:spPr>
          <a:xfrm>
            <a:off x="721258" y="1042543"/>
            <a:ext cx="1717142" cy="226980"/>
          </a:xfrm>
          <a:prstGeom prst="rect">
            <a:avLst/>
          </a:prstGeom>
          <a:noFill/>
          <a:ln>
            <a:noFill/>
          </a:ln>
        </p:spPr>
        <p:txBody>
          <a:bodyPr spcFirstLastPara="1" wrap="square" lIns="0" tIns="11425" rIns="0" bIns="0" anchor="t" anchorCtr="0">
            <a:spAutoFit/>
          </a:bodyPr>
          <a:lstStyle/>
          <a:p>
            <a:pPr marL="12700" marR="0" lvl="0" indent="0" algn="ctr" rtl="0">
              <a:lnSpc>
                <a:spcPct val="100000"/>
              </a:lnSpc>
              <a:spcBef>
                <a:spcPts val="0"/>
              </a:spcBef>
              <a:spcAft>
                <a:spcPts val="0"/>
              </a:spcAft>
              <a:buNone/>
            </a:pPr>
            <a:r>
              <a:rPr lang="en-US" sz="1400" b="1" i="0" u="none" strike="noStrike" cap="none" dirty="0">
                <a:solidFill>
                  <a:srgbClr val="538235"/>
                </a:solidFill>
                <a:latin typeface="Tahoma"/>
                <a:ea typeface="Tahoma"/>
                <a:cs typeface="Tahoma"/>
                <a:sym typeface="Tahoma"/>
              </a:rPr>
              <a:t>CO-PO MAPPING</a:t>
            </a:r>
            <a:endParaRPr sz="1400" b="1" i="0" u="none" strike="noStrike" cap="none" dirty="0">
              <a:solidFill>
                <a:schemeClr val="dk1"/>
              </a:solidFill>
              <a:latin typeface="Tahoma"/>
              <a:ea typeface="Tahoma"/>
              <a:cs typeface="Tahoma"/>
              <a:sym typeface="Tahoma"/>
            </a:endParaRPr>
          </a:p>
        </p:txBody>
      </p:sp>
      <p:sp>
        <p:nvSpPr>
          <p:cNvPr id="108" name="Google Shape;108;p10"/>
          <p:cNvSpPr txBox="1"/>
          <p:nvPr/>
        </p:nvSpPr>
        <p:spPr>
          <a:xfrm>
            <a:off x="718210" y="4591558"/>
            <a:ext cx="2558390" cy="19749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200" b="1" i="0" u="none" strike="noStrike" cap="none">
                <a:solidFill>
                  <a:srgbClr val="538235"/>
                </a:solidFill>
                <a:latin typeface="Tahoma"/>
                <a:ea typeface="Tahoma"/>
                <a:cs typeface="Tahoma"/>
                <a:sym typeface="Tahoma"/>
              </a:rPr>
              <a:t>1 – Low, 2 – Medium, 3 – Strong</a:t>
            </a:r>
            <a:endParaRPr sz="1200" b="1" i="0" u="none" strike="noStrike" cap="none">
              <a:solidFill>
                <a:schemeClr val="dk1"/>
              </a:solidFill>
              <a:latin typeface="Tahoma"/>
              <a:ea typeface="Tahoma"/>
              <a:cs typeface="Tahoma"/>
              <a:sym typeface="Tahoma"/>
            </a:endParaRPr>
          </a:p>
        </p:txBody>
      </p:sp>
      <p:graphicFrame>
        <p:nvGraphicFramePr>
          <p:cNvPr id="109" name="Google Shape;109;p10"/>
          <p:cNvGraphicFramePr/>
          <p:nvPr/>
        </p:nvGraphicFramePr>
        <p:xfrm>
          <a:off x="532193" y="1540002"/>
          <a:ext cx="6136000" cy="3009848"/>
        </p:xfrm>
        <a:graphic>
          <a:graphicData uri="http://schemas.openxmlformats.org/drawingml/2006/table">
            <a:tbl>
              <a:tblPr firstRow="1" bandRow="1">
                <a:noFill/>
              </a:tblPr>
              <a:tblGrid>
                <a:gridCol w="468625">
                  <a:extLst>
                    <a:ext uri="{9D8B030D-6E8A-4147-A177-3AD203B41FA5}">
                      <a16:colId xmlns:a16="http://schemas.microsoft.com/office/drawing/2014/main" val="20000"/>
                    </a:ext>
                  </a:extLst>
                </a:gridCol>
                <a:gridCol w="337825">
                  <a:extLst>
                    <a:ext uri="{9D8B030D-6E8A-4147-A177-3AD203B41FA5}">
                      <a16:colId xmlns:a16="http://schemas.microsoft.com/office/drawing/2014/main" val="20001"/>
                    </a:ext>
                  </a:extLst>
                </a:gridCol>
                <a:gridCol w="343525">
                  <a:extLst>
                    <a:ext uri="{9D8B030D-6E8A-4147-A177-3AD203B41FA5}">
                      <a16:colId xmlns:a16="http://schemas.microsoft.com/office/drawing/2014/main" val="20002"/>
                    </a:ext>
                  </a:extLst>
                </a:gridCol>
                <a:gridCol w="336550">
                  <a:extLst>
                    <a:ext uri="{9D8B030D-6E8A-4147-A177-3AD203B41FA5}">
                      <a16:colId xmlns:a16="http://schemas.microsoft.com/office/drawing/2014/main" val="20003"/>
                    </a:ext>
                  </a:extLst>
                </a:gridCol>
                <a:gridCol w="334000">
                  <a:extLst>
                    <a:ext uri="{9D8B030D-6E8A-4147-A177-3AD203B41FA5}">
                      <a16:colId xmlns:a16="http://schemas.microsoft.com/office/drawing/2014/main" val="20004"/>
                    </a:ext>
                  </a:extLst>
                </a:gridCol>
                <a:gridCol w="398150">
                  <a:extLst>
                    <a:ext uri="{9D8B030D-6E8A-4147-A177-3AD203B41FA5}">
                      <a16:colId xmlns:a16="http://schemas.microsoft.com/office/drawing/2014/main" val="20005"/>
                    </a:ext>
                  </a:extLst>
                </a:gridCol>
                <a:gridCol w="339725">
                  <a:extLst>
                    <a:ext uri="{9D8B030D-6E8A-4147-A177-3AD203B41FA5}">
                      <a16:colId xmlns:a16="http://schemas.microsoft.com/office/drawing/2014/main" val="20006"/>
                    </a:ext>
                  </a:extLst>
                </a:gridCol>
                <a:gridCol w="347975">
                  <a:extLst>
                    <a:ext uri="{9D8B030D-6E8A-4147-A177-3AD203B41FA5}">
                      <a16:colId xmlns:a16="http://schemas.microsoft.com/office/drawing/2014/main" val="20007"/>
                    </a:ext>
                  </a:extLst>
                </a:gridCol>
                <a:gridCol w="393075">
                  <a:extLst>
                    <a:ext uri="{9D8B030D-6E8A-4147-A177-3AD203B41FA5}">
                      <a16:colId xmlns:a16="http://schemas.microsoft.com/office/drawing/2014/main" val="20008"/>
                    </a:ext>
                  </a:extLst>
                </a:gridCol>
                <a:gridCol w="344175">
                  <a:extLst>
                    <a:ext uri="{9D8B030D-6E8A-4147-A177-3AD203B41FA5}">
                      <a16:colId xmlns:a16="http://schemas.microsoft.com/office/drawing/2014/main" val="20009"/>
                    </a:ext>
                  </a:extLst>
                </a:gridCol>
                <a:gridCol w="382275">
                  <a:extLst>
                    <a:ext uri="{9D8B030D-6E8A-4147-A177-3AD203B41FA5}">
                      <a16:colId xmlns:a16="http://schemas.microsoft.com/office/drawing/2014/main" val="20010"/>
                    </a:ext>
                  </a:extLst>
                </a:gridCol>
                <a:gridCol w="349875">
                  <a:extLst>
                    <a:ext uri="{9D8B030D-6E8A-4147-A177-3AD203B41FA5}">
                      <a16:colId xmlns:a16="http://schemas.microsoft.com/office/drawing/2014/main" val="20011"/>
                    </a:ext>
                  </a:extLst>
                </a:gridCol>
                <a:gridCol w="339100">
                  <a:extLst>
                    <a:ext uri="{9D8B030D-6E8A-4147-A177-3AD203B41FA5}">
                      <a16:colId xmlns:a16="http://schemas.microsoft.com/office/drawing/2014/main" val="20012"/>
                    </a:ext>
                  </a:extLst>
                </a:gridCol>
                <a:gridCol w="421000">
                  <a:extLst>
                    <a:ext uri="{9D8B030D-6E8A-4147-A177-3AD203B41FA5}">
                      <a16:colId xmlns:a16="http://schemas.microsoft.com/office/drawing/2014/main" val="20013"/>
                    </a:ext>
                  </a:extLst>
                </a:gridCol>
                <a:gridCol w="482600">
                  <a:extLst>
                    <a:ext uri="{9D8B030D-6E8A-4147-A177-3AD203B41FA5}">
                      <a16:colId xmlns:a16="http://schemas.microsoft.com/office/drawing/2014/main" val="20014"/>
                    </a:ext>
                  </a:extLst>
                </a:gridCol>
                <a:gridCol w="517525">
                  <a:extLst>
                    <a:ext uri="{9D8B030D-6E8A-4147-A177-3AD203B41FA5}">
                      <a16:colId xmlns:a16="http://schemas.microsoft.com/office/drawing/2014/main" val="20015"/>
                    </a:ext>
                  </a:extLst>
                </a:gridCol>
              </a:tblGrid>
              <a:tr h="370850">
                <a:tc rowSpan="2">
                  <a:txBody>
                    <a:bodyPr/>
                    <a:lstStyle/>
                    <a:p>
                      <a:pPr marL="0" marR="0" lvl="0" indent="0" algn="l" rtl="0">
                        <a:lnSpc>
                          <a:spcPct val="100000"/>
                        </a:lnSpc>
                        <a:spcBef>
                          <a:spcPts val="0"/>
                        </a:spcBef>
                        <a:spcAft>
                          <a:spcPts val="0"/>
                        </a:spcAft>
                        <a:buNone/>
                      </a:pPr>
                      <a:endParaRPr sz="1200" u="none" strike="noStrike" cap="none">
                        <a:latin typeface="Times New Roman"/>
                        <a:ea typeface="Times New Roman"/>
                        <a:cs typeface="Times New Roman"/>
                        <a:sym typeface="Times New Roman"/>
                      </a:endParaRPr>
                    </a:p>
                    <a:p>
                      <a:pPr marL="68580" marR="0" lvl="0" indent="0" algn="l" rtl="0">
                        <a:lnSpc>
                          <a:spcPct val="100000"/>
                        </a:lnSpc>
                        <a:spcBef>
                          <a:spcPts val="850"/>
                        </a:spcBef>
                        <a:spcAft>
                          <a:spcPts val="0"/>
                        </a:spcAft>
                        <a:buNone/>
                      </a:pPr>
                      <a:r>
                        <a:rPr lang="en-US" sz="1050" b="1" u="none" strike="noStrike" cap="none">
                          <a:latin typeface="Tahoma"/>
                          <a:ea typeface="Tahoma"/>
                          <a:cs typeface="Tahoma"/>
                          <a:sym typeface="Tahoma"/>
                        </a:rPr>
                        <a:t>COs</a:t>
                      </a:r>
                      <a:endParaRPr sz="1050" u="none" strike="noStrike" cap="none">
                        <a:latin typeface="Tahoma"/>
                        <a:ea typeface="Tahoma"/>
                        <a:cs typeface="Tahoma"/>
                        <a:sym typeface="Tahoma"/>
                      </a:endParaRPr>
                    </a:p>
                  </a:txBody>
                  <a:tcPr marL="0" marR="0" marT="0" marB="0">
                    <a:lnL w="12700" cap="flat" cmpd="sng">
                      <a:solidFill>
                        <a:srgbClr val="FFFFFF"/>
                      </a:solidFill>
                      <a:prstDash val="solid"/>
                      <a:round/>
                      <a:headEnd type="none" w="sm" len="sm"/>
                      <a:tailEnd type="none" w="sm" len="sm"/>
                    </a:lnL>
                    <a:lnR w="381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C5DFB4"/>
                    </a:solidFill>
                  </a:tcPr>
                </a:tc>
                <a:tc gridSpan="15">
                  <a:txBody>
                    <a:bodyPr/>
                    <a:lstStyle/>
                    <a:p>
                      <a:pPr marL="0" marR="0" lvl="0" indent="0" algn="ctr" rtl="0">
                        <a:lnSpc>
                          <a:spcPct val="100000"/>
                        </a:lnSpc>
                        <a:spcBef>
                          <a:spcPts val="0"/>
                        </a:spcBef>
                        <a:spcAft>
                          <a:spcPts val="0"/>
                        </a:spcAft>
                        <a:buNone/>
                      </a:pPr>
                      <a:r>
                        <a:rPr lang="en-US" sz="1050" b="1" u="none" strike="noStrike" cap="none">
                          <a:latin typeface="Tahoma"/>
                          <a:ea typeface="Tahoma"/>
                          <a:cs typeface="Tahoma"/>
                          <a:sym typeface="Tahoma"/>
                        </a:rPr>
                        <a:t>PO’s/PSO’s</a:t>
                      </a:r>
                      <a:endParaRPr sz="1050" u="none" strike="noStrike" cap="none">
                        <a:latin typeface="Tahoma"/>
                        <a:ea typeface="Tahoma"/>
                        <a:cs typeface="Tahoma"/>
                        <a:sym typeface="Tahoma"/>
                      </a:endParaRPr>
                    </a:p>
                  </a:txBody>
                  <a:tcPr marL="0" marR="0" marT="47000" marB="0">
                    <a:lnL w="381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C5DFB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70850">
                <a:tc vMerge="1">
                  <a:txBody>
                    <a:bodyPr/>
                    <a:lstStyle/>
                    <a:p>
                      <a:endParaRPr lang="en-US"/>
                    </a:p>
                  </a:txBody>
                  <a:tcPr/>
                </a:tc>
                <a:tc>
                  <a:txBody>
                    <a:bodyPr/>
                    <a:lstStyle/>
                    <a:p>
                      <a:pPr marL="68580" marR="69215" lvl="0" indent="0" algn="l" rtl="0">
                        <a:lnSpc>
                          <a:spcPct val="119047"/>
                        </a:lnSpc>
                        <a:spcBef>
                          <a:spcPts val="0"/>
                        </a:spcBef>
                        <a:spcAft>
                          <a:spcPts val="0"/>
                        </a:spcAft>
                        <a:buNone/>
                      </a:pPr>
                      <a:r>
                        <a:rPr lang="en-US" sz="1050" b="1" u="none" strike="noStrike" cap="none">
                          <a:latin typeface="Tahoma"/>
                          <a:ea typeface="Tahoma"/>
                          <a:cs typeface="Tahoma"/>
                          <a:sym typeface="Tahoma"/>
                        </a:rPr>
                        <a:t>PO  1</a:t>
                      </a:r>
                      <a:endParaRPr sz="1050" u="none" strike="noStrike" cap="none">
                        <a:latin typeface="Tahoma"/>
                        <a:ea typeface="Tahoma"/>
                        <a:cs typeface="Tahoma"/>
                        <a:sym typeface="Tahoma"/>
                      </a:endParaRPr>
                    </a:p>
                  </a:txBody>
                  <a:tcPr marL="0" marR="0" marT="33025" marB="0">
                    <a:lnL w="381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68580" marR="74295" lvl="0" indent="0" algn="l" rtl="0">
                        <a:lnSpc>
                          <a:spcPct val="119047"/>
                        </a:lnSpc>
                        <a:spcBef>
                          <a:spcPts val="0"/>
                        </a:spcBef>
                        <a:spcAft>
                          <a:spcPts val="0"/>
                        </a:spcAft>
                        <a:buNone/>
                      </a:pPr>
                      <a:r>
                        <a:rPr lang="en-US" sz="1050" b="1" u="none" strike="noStrike" cap="none">
                          <a:latin typeface="Tahoma"/>
                          <a:ea typeface="Tahoma"/>
                          <a:cs typeface="Tahoma"/>
                          <a:sym typeface="Tahoma"/>
                        </a:rPr>
                        <a:t>PO  2</a:t>
                      </a:r>
                      <a:endParaRPr sz="1050" u="none" strike="noStrike" cap="none">
                        <a:latin typeface="Tahoma"/>
                        <a:ea typeface="Tahoma"/>
                        <a:cs typeface="Tahoma"/>
                        <a:sym typeface="Tahoma"/>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69215" marR="67310" lvl="0" indent="0" algn="l" rtl="0">
                        <a:lnSpc>
                          <a:spcPct val="119047"/>
                        </a:lnSpc>
                        <a:spcBef>
                          <a:spcPts val="0"/>
                        </a:spcBef>
                        <a:spcAft>
                          <a:spcPts val="0"/>
                        </a:spcAft>
                        <a:buNone/>
                      </a:pPr>
                      <a:r>
                        <a:rPr lang="en-US" sz="1050" b="1" u="none" strike="noStrike" cap="none">
                          <a:latin typeface="Tahoma"/>
                          <a:ea typeface="Tahoma"/>
                          <a:cs typeface="Tahoma"/>
                          <a:sym typeface="Tahoma"/>
                        </a:rPr>
                        <a:t>PO  3</a:t>
                      </a:r>
                      <a:endParaRPr sz="1050" u="none" strike="noStrike" cap="none">
                        <a:latin typeface="Tahoma"/>
                        <a:ea typeface="Tahoma"/>
                        <a:cs typeface="Tahoma"/>
                        <a:sym typeface="Tahoma"/>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69215" marR="64135" lvl="0" indent="0" algn="l" rtl="0">
                        <a:lnSpc>
                          <a:spcPct val="119047"/>
                        </a:lnSpc>
                        <a:spcBef>
                          <a:spcPts val="0"/>
                        </a:spcBef>
                        <a:spcAft>
                          <a:spcPts val="0"/>
                        </a:spcAft>
                        <a:buNone/>
                      </a:pPr>
                      <a:r>
                        <a:rPr lang="en-US" sz="1050" b="1" u="none" strike="noStrike" cap="none">
                          <a:latin typeface="Tahoma"/>
                          <a:ea typeface="Tahoma"/>
                          <a:cs typeface="Tahoma"/>
                          <a:sym typeface="Tahoma"/>
                        </a:rPr>
                        <a:t>PO  4</a:t>
                      </a:r>
                      <a:endParaRPr sz="1050" u="none" strike="noStrike" cap="none">
                        <a:latin typeface="Tahoma"/>
                        <a:ea typeface="Tahoma"/>
                        <a:cs typeface="Tahoma"/>
                        <a:sym typeface="Tahoma"/>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69215" marR="128270" lvl="0" indent="0" algn="l" rtl="0">
                        <a:lnSpc>
                          <a:spcPct val="119047"/>
                        </a:lnSpc>
                        <a:spcBef>
                          <a:spcPts val="0"/>
                        </a:spcBef>
                        <a:spcAft>
                          <a:spcPts val="0"/>
                        </a:spcAft>
                        <a:buNone/>
                      </a:pPr>
                      <a:r>
                        <a:rPr lang="en-US" sz="1050" b="1" u="none" strike="noStrike" cap="none">
                          <a:latin typeface="Tahoma"/>
                          <a:ea typeface="Tahoma"/>
                          <a:cs typeface="Tahoma"/>
                          <a:sym typeface="Tahoma"/>
                        </a:rPr>
                        <a:t>PO  5</a:t>
                      </a:r>
                      <a:endParaRPr sz="1050" u="none" strike="noStrike" cap="none">
                        <a:latin typeface="Tahoma"/>
                        <a:ea typeface="Tahoma"/>
                        <a:cs typeface="Tahoma"/>
                        <a:sym typeface="Tahoma"/>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69850" marR="69215" lvl="0" indent="0" algn="l" rtl="0">
                        <a:lnSpc>
                          <a:spcPct val="119047"/>
                        </a:lnSpc>
                        <a:spcBef>
                          <a:spcPts val="0"/>
                        </a:spcBef>
                        <a:spcAft>
                          <a:spcPts val="0"/>
                        </a:spcAft>
                        <a:buNone/>
                      </a:pPr>
                      <a:r>
                        <a:rPr lang="en-US" sz="1050" b="1" u="none" strike="noStrike" cap="none">
                          <a:latin typeface="Tahoma"/>
                          <a:ea typeface="Tahoma"/>
                          <a:cs typeface="Tahoma"/>
                          <a:sym typeface="Tahoma"/>
                        </a:rPr>
                        <a:t>PO  6</a:t>
                      </a:r>
                      <a:endParaRPr sz="1050" u="none" strike="noStrike" cap="none">
                        <a:latin typeface="Tahoma"/>
                        <a:ea typeface="Tahoma"/>
                        <a:cs typeface="Tahoma"/>
                        <a:sym typeface="Tahoma"/>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69850" marR="77470" lvl="0" indent="0" algn="l" rtl="0">
                        <a:lnSpc>
                          <a:spcPct val="119047"/>
                        </a:lnSpc>
                        <a:spcBef>
                          <a:spcPts val="0"/>
                        </a:spcBef>
                        <a:spcAft>
                          <a:spcPts val="0"/>
                        </a:spcAft>
                        <a:buNone/>
                      </a:pPr>
                      <a:r>
                        <a:rPr lang="en-US" sz="1050" b="1" u="none" strike="noStrike" cap="none">
                          <a:latin typeface="Tahoma"/>
                          <a:ea typeface="Tahoma"/>
                          <a:cs typeface="Tahoma"/>
                          <a:sym typeface="Tahoma"/>
                        </a:rPr>
                        <a:t>PO  7</a:t>
                      </a:r>
                      <a:endParaRPr sz="1050" u="none" strike="noStrike" cap="none">
                        <a:latin typeface="Tahoma"/>
                        <a:ea typeface="Tahoma"/>
                        <a:cs typeface="Tahoma"/>
                        <a:sym typeface="Tahoma"/>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69850" marR="122554" lvl="0" indent="0" algn="l" rtl="0">
                        <a:lnSpc>
                          <a:spcPct val="119047"/>
                        </a:lnSpc>
                        <a:spcBef>
                          <a:spcPts val="0"/>
                        </a:spcBef>
                        <a:spcAft>
                          <a:spcPts val="0"/>
                        </a:spcAft>
                        <a:buNone/>
                      </a:pPr>
                      <a:r>
                        <a:rPr lang="en-US" sz="1050" b="1" u="none" strike="noStrike" cap="none">
                          <a:latin typeface="Tahoma"/>
                          <a:ea typeface="Tahoma"/>
                          <a:cs typeface="Tahoma"/>
                          <a:sym typeface="Tahoma"/>
                        </a:rPr>
                        <a:t>PO  8</a:t>
                      </a:r>
                      <a:endParaRPr sz="1050" u="none" strike="noStrike" cap="none">
                        <a:latin typeface="Tahoma"/>
                        <a:ea typeface="Tahoma"/>
                        <a:cs typeface="Tahoma"/>
                        <a:sym typeface="Tahoma"/>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69850" marR="73025" lvl="0" indent="0" algn="l" rtl="0">
                        <a:lnSpc>
                          <a:spcPct val="119047"/>
                        </a:lnSpc>
                        <a:spcBef>
                          <a:spcPts val="0"/>
                        </a:spcBef>
                        <a:spcAft>
                          <a:spcPts val="0"/>
                        </a:spcAft>
                        <a:buNone/>
                      </a:pPr>
                      <a:r>
                        <a:rPr lang="en-US" sz="1050" b="1" u="none" strike="noStrike" cap="none">
                          <a:latin typeface="Tahoma"/>
                          <a:ea typeface="Tahoma"/>
                          <a:cs typeface="Tahoma"/>
                          <a:sym typeface="Tahoma"/>
                        </a:rPr>
                        <a:t>PO  9</a:t>
                      </a:r>
                      <a:endParaRPr sz="1050" u="none" strike="noStrike" cap="none">
                        <a:latin typeface="Tahoma"/>
                        <a:ea typeface="Tahoma"/>
                        <a:cs typeface="Tahoma"/>
                        <a:sym typeface="Tahoma"/>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0485" marR="111125" lvl="0" indent="0" algn="l" rtl="0">
                        <a:lnSpc>
                          <a:spcPct val="119047"/>
                        </a:lnSpc>
                        <a:spcBef>
                          <a:spcPts val="0"/>
                        </a:spcBef>
                        <a:spcAft>
                          <a:spcPts val="0"/>
                        </a:spcAft>
                        <a:buNone/>
                      </a:pPr>
                      <a:r>
                        <a:rPr lang="en-US" sz="1050" b="1" u="none" strike="noStrike" cap="none">
                          <a:latin typeface="Tahoma"/>
                          <a:ea typeface="Tahoma"/>
                          <a:cs typeface="Tahoma"/>
                          <a:sym typeface="Tahoma"/>
                        </a:rPr>
                        <a:t>PO  10</a:t>
                      </a:r>
                      <a:endParaRPr sz="1050" u="none" strike="noStrike" cap="none">
                        <a:latin typeface="Tahoma"/>
                        <a:ea typeface="Tahoma"/>
                        <a:cs typeface="Tahoma"/>
                        <a:sym typeface="Tahoma"/>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0485" marR="78105" lvl="0" indent="0" algn="l" rtl="0">
                        <a:lnSpc>
                          <a:spcPct val="119047"/>
                        </a:lnSpc>
                        <a:spcBef>
                          <a:spcPts val="0"/>
                        </a:spcBef>
                        <a:spcAft>
                          <a:spcPts val="0"/>
                        </a:spcAft>
                        <a:buNone/>
                      </a:pPr>
                      <a:r>
                        <a:rPr lang="en-US" sz="1050" b="1" u="none" strike="noStrike" cap="none">
                          <a:latin typeface="Tahoma"/>
                          <a:ea typeface="Tahoma"/>
                          <a:cs typeface="Tahoma"/>
                          <a:sym typeface="Tahoma"/>
                        </a:rPr>
                        <a:t>PO  11</a:t>
                      </a:r>
                      <a:endParaRPr sz="1050" u="none" strike="noStrike" cap="none">
                        <a:latin typeface="Tahoma"/>
                        <a:ea typeface="Tahoma"/>
                        <a:cs typeface="Tahoma"/>
                        <a:sym typeface="Tahoma"/>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0485" marR="67310" lvl="0" indent="0" algn="l" rtl="0">
                        <a:lnSpc>
                          <a:spcPct val="119047"/>
                        </a:lnSpc>
                        <a:spcBef>
                          <a:spcPts val="0"/>
                        </a:spcBef>
                        <a:spcAft>
                          <a:spcPts val="0"/>
                        </a:spcAft>
                        <a:buNone/>
                      </a:pPr>
                      <a:r>
                        <a:rPr lang="en-US" sz="1050" b="1" u="none" strike="noStrike" cap="none">
                          <a:latin typeface="Tahoma"/>
                          <a:ea typeface="Tahoma"/>
                          <a:cs typeface="Tahoma"/>
                          <a:sym typeface="Tahoma"/>
                        </a:rPr>
                        <a:t>PO  12</a:t>
                      </a:r>
                      <a:endParaRPr sz="1050" u="none" strike="noStrike" cap="none">
                        <a:latin typeface="Tahoma"/>
                        <a:ea typeface="Tahoma"/>
                        <a:cs typeface="Tahoma"/>
                        <a:sym typeface="Tahoma"/>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0485" marR="64135" lvl="0" indent="0" algn="l" rtl="0">
                        <a:lnSpc>
                          <a:spcPct val="119047"/>
                        </a:lnSpc>
                        <a:spcBef>
                          <a:spcPts val="0"/>
                        </a:spcBef>
                        <a:spcAft>
                          <a:spcPts val="0"/>
                        </a:spcAft>
                        <a:buNone/>
                      </a:pPr>
                      <a:r>
                        <a:rPr lang="en-US" sz="1050" b="1" u="none" strike="noStrike" cap="none">
                          <a:latin typeface="Tahoma"/>
                          <a:ea typeface="Tahoma"/>
                          <a:cs typeface="Tahoma"/>
                          <a:sym typeface="Tahoma"/>
                        </a:rPr>
                        <a:t>PSO  1</a:t>
                      </a:r>
                      <a:endParaRPr sz="1050" u="none" strike="noStrike" cap="none">
                        <a:latin typeface="Tahoma"/>
                        <a:ea typeface="Tahoma"/>
                        <a:cs typeface="Tahoma"/>
                        <a:sym typeface="Tahoma"/>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1120" marR="125095" lvl="0" indent="0" algn="l" rtl="0">
                        <a:lnSpc>
                          <a:spcPct val="119047"/>
                        </a:lnSpc>
                        <a:spcBef>
                          <a:spcPts val="0"/>
                        </a:spcBef>
                        <a:spcAft>
                          <a:spcPts val="0"/>
                        </a:spcAft>
                        <a:buNone/>
                      </a:pPr>
                      <a:r>
                        <a:rPr lang="en-US" sz="1050" b="1" u="none" strike="noStrike" cap="none">
                          <a:latin typeface="Tahoma"/>
                          <a:ea typeface="Tahoma"/>
                          <a:cs typeface="Tahoma"/>
                          <a:sym typeface="Tahoma"/>
                        </a:rPr>
                        <a:t>PSO  2</a:t>
                      </a:r>
                      <a:endParaRPr sz="1050" u="none" strike="noStrike" cap="none">
                        <a:latin typeface="Tahoma"/>
                        <a:ea typeface="Tahoma"/>
                        <a:cs typeface="Tahoma"/>
                        <a:sym typeface="Tahoma"/>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1120" marR="160020" lvl="0" indent="0" algn="l" rtl="0">
                        <a:lnSpc>
                          <a:spcPct val="119047"/>
                        </a:lnSpc>
                        <a:spcBef>
                          <a:spcPts val="0"/>
                        </a:spcBef>
                        <a:spcAft>
                          <a:spcPts val="0"/>
                        </a:spcAft>
                        <a:buNone/>
                      </a:pPr>
                      <a:r>
                        <a:rPr lang="en-US" sz="1050" b="1" u="none" strike="noStrike" cap="none">
                          <a:latin typeface="Tahoma"/>
                          <a:ea typeface="Tahoma"/>
                          <a:cs typeface="Tahoma"/>
                          <a:sym typeface="Tahoma"/>
                        </a:rPr>
                        <a:t>PSO  3</a:t>
                      </a:r>
                      <a:endParaRPr sz="1050" u="none" strike="noStrike" cap="none">
                        <a:latin typeface="Tahoma"/>
                        <a:ea typeface="Tahoma"/>
                        <a:cs typeface="Tahoma"/>
                        <a:sym typeface="Tahoma"/>
                      </a:endParaRPr>
                    </a:p>
                  </a:txBody>
                  <a:tcPr marL="0" marR="0" marT="330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extLst>
                  <a:ext uri="{0D108BD9-81ED-4DB2-BD59-A6C34878D82A}">
                    <a16:rowId xmlns:a16="http://schemas.microsoft.com/office/drawing/2014/main" val="10001"/>
                  </a:ext>
                </a:extLst>
              </a:tr>
              <a:tr h="370850">
                <a:tc>
                  <a:txBody>
                    <a:bodyPr/>
                    <a:lstStyle/>
                    <a:p>
                      <a:pPr marL="75565" marR="0" lvl="0" indent="0" algn="l" rtl="0">
                        <a:lnSpc>
                          <a:spcPct val="100000"/>
                        </a:lnSpc>
                        <a:spcBef>
                          <a:spcPts val="0"/>
                        </a:spcBef>
                        <a:spcAft>
                          <a:spcPts val="0"/>
                        </a:spcAft>
                        <a:buNone/>
                      </a:pPr>
                      <a:r>
                        <a:rPr lang="en-US" sz="1200" b="1" u="none" strike="noStrike" cap="none">
                          <a:latin typeface="Tahoma"/>
                          <a:ea typeface="Tahoma"/>
                          <a:cs typeface="Tahoma"/>
                          <a:sym typeface="Tahoma"/>
                        </a:rPr>
                        <a:t>CO1</a:t>
                      </a:r>
                      <a:endParaRPr sz="1200" u="none" strike="noStrike" cap="none">
                        <a:latin typeface="Tahoma"/>
                        <a:ea typeface="Tahoma"/>
                        <a:cs typeface="Tahoma"/>
                        <a:sym typeface="Tahoma"/>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121285" lvl="0" indent="0" algn="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905" marR="0" lvl="0" indent="0" algn="ct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270"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270"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1</a:t>
                      </a:r>
                      <a:endParaRPr sz="1200" u="none" strike="noStrike" cap="none">
                        <a:latin typeface="Tahoma"/>
                        <a:ea typeface="Tahoma"/>
                        <a:cs typeface="Tahoma"/>
                        <a:sym typeface="Tahoma"/>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635"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sz="1200" u="none" strike="noStrike" cap="none">
                        <a:latin typeface="Tahoma"/>
                        <a:ea typeface="Tahoma"/>
                        <a:cs typeface="Tahoma"/>
                        <a:sym typeface="Tahoma"/>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62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62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3175" marR="0" lvl="0" indent="0" algn="ctr" rtl="0">
                        <a:lnSpc>
                          <a:spcPct val="100000"/>
                        </a:lnSpc>
                        <a:spcBef>
                          <a:spcPts val="0"/>
                        </a:spcBef>
                        <a:spcAft>
                          <a:spcPts val="0"/>
                        </a:spcAft>
                        <a:buNone/>
                      </a:pPr>
                      <a:r>
                        <a:rPr lang="en-US" sz="1200" u="none" strike="noStrike" cap="none">
                          <a:latin typeface="Tahoma"/>
                          <a:ea typeface="Tahoma"/>
                          <a:cs typeface="Tahoma"/>
                          <a:sym typeface="Tahoma"/>
                        </a:rPr>
                        <a:t>1</a:t>
                      </a:r>
                      <a:endParaRPr sz="1200" u="none" strike="noStrike" cap="none">
                        <a:latin typeface="Tahoma"/>
                        <a:ea typeface="Tahoma"/>
                        <a:cs typeface="Tahoma"/>
                        <a:sym typeface="Tahoma"/>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extLst>
                  <a:ext uri="{0D108BD9-81ED-4DB2-BD59-A6C34878D82A}">
                    <a16:rowId xmlns:a16="http://schemas.microsoft.com/office/drawing/2014/main" val="10002"/>
                  </a:ext>
                </a:extLst>
              </a:tr>
              <a:tr h="370850">
                <a:tc>
                  <a:txBody>
                    <a:bodyPr/>
                    <a:lstStyle/>
                    <a:p>
                      <a:pPr marL="75565" marR="0" lvl="0" indent="0" algn="l" rtl="0">
                        <a:lnSpc>
                          <a:spcPct val="100000"/>
                        </a:lnSpc>
                        <a:spcBef>
                          <a:spcPts val="0"/>
                        </a:spcBef>
                        <a:spcAft>
                          <a:spcPts val="0"/>
                        </a:spcAft>
                        <a:buNone/>
                      </a:pPr>
                      <a:r>
                        <a:rPr lang="en-US" sz="1200" b="1" u="none" strike="noStrike" cap="none">
                          <a:latin typeface="Tahoma"/>
                          <a:ea typeface="Tahoma"/>
                          <a:cs typeface="Tahoma"/>
                          <a:sym typeface="Tahoma"/>
                        </a:rPr>
                        <a:t>CO2</a:t>
                      </a:r>
                      <a:endParaRPr sz="1200" u="none" strike="noStrike" cap="none">
                        <a:latin typeface="Tahoma"/>
                        <a:ea typeface="Tahoma"/>
                        <a:cs typeface="Tahoma"/>
                        <a:sym typeface="Tahoma"/>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121285" lvl="0" indent="0" algn="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905" marR="0" lvl="0" indent="0" algn="ct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270"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270"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1</a:t>
                      </a:r>
                      <a:endParaRPr sz="1200" u="none" strike="noStrike" cap="none">
                        <a:latin typeface="Tahoma"/>
                        <a:ea typeface="Tahoma"/>
                        <a:cs typeface="Tahoma"/>
                        <a:sym typeface="Tahoma"/>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635"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sz="1200" u="none" strike="noStrike" cap="none">
                        <a:latin typeface="Tahoma"/>
                        <a:ea typeface="Tahoma"/>
                        <a:cs typeface="Tahoma"/>
                        <a:sym typeface="Tahoma"/>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62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62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3175" marR="0" lvl="0" indent="0" algn="ctr" rtl="0">
                        <a:lnSpc>
                          <a:spcPct val="100000"/>
                        </a:lnSpc>
                        <a:spcBef>
                          <a:spcPts val="0"/>
                        </a:spcBef>
                        <a:spcAft>
                          <a:spcPts val="0"/>
                        </a:spcAft>
                        <a:buNone/>
                      </a:pPr>
                      <a:r>
                        <a:rPr lang="en-US" sz="1200" u="none" strike="noStrike" cap="none">
                          <a:latin typeface="Tahoma"/>
                          <a:ea typeface="Tahoma"/>
                          <a:cs typeface="Tahoma"/>
                          <a:sym typeface="Tahoma"/>
                        </a:rPr>
                        <a:t>1</a:t>
                      </a:r>
                      <a:endParaRPr sz="1200" u="none" strike="noStrike" cap="none">
                        <a:latin typeface="Tahoma"/>
                        <a:ea typeface="Tahoma"/>
                        <a:cs typeface="Tahoma"/>
                        <a:sym typeface="Tahoma"/>
                      </a:endParaRPr>
                    </a:p>
                  </a:txBody>
                  <a:tcPr marL="0" marR="0" marT="870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extLst>
                  <a:ext uri="{0D108BD9-81ED-4DB2-BD59-A6C34878D82A}">
                    <a16:rowId xmlns:a16="http://schemas.microsoft.com/office/drawing/2014/main" val="10003"/>
                  </a:ext>
                </a:extLst>
              </a:tr>
              <a:tr h="370850">
                <a:tc>
                  <a:txBody>
                    <a:bodyPr/>
                    <a:lstStyle/>
                    <a:p>
                      <a:pPr marL="75565" marR="0" lvl="0" indent="0" algn="l" rtl="0">
                        <a:lnSpc>
                          <a:spcPct val="100000"/>
                        </a:lnSpc>
                        <a:spcBef>
                          <a:spcPts val="0"/>
                        </a:spcBef>
                        <a:spcAft>
                          <a:spcPts val="0"/>
                        </a:spcAft>
                        <a:buNone/>
                      </a:pPr>
                      <a:r>
                        <a:rPr lang="en-US" sz="1200" b="1" u="none" strike="noStrike" cap="none">
                          <a:latin typeface="Tahoma"/>
                          <a:ea typeface="Tahoma"/>
                          <a:cs typeface="Tahoma"/>
                          <a:sym typeface="Tahoma"/>
                        </a:rPr>
                        <a:t>CO3</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121285" lvl="0" indent="0" algn="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905" marR="0" lvl="0" indent="0" algn="ct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270"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270"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1</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635"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62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62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3175" marR="0" lvl="0" indent="0" algn="ctr" rtl="0">
                        <a:lnSpc>
                          <a:spcPct val="100000"/>
                        </a:lnSpc>
                        <a:spcBef>
                          <a:spcPts val="0"/>
                        </a:spcBef>
                        <a:spcAft>
                          <a:spcPts val="0"/>
                        </a:spcAft>
                        <a:buNone/>
                      </a:pPr>
                      <a:r>
                        <a:rPr lang="en-US" sz="1200" u="none" strike="noStrike" cap="none">
                          <a:latin typeface="Tahoma"/>
                          <a:ea typeface="Tahoma"/>
                          <a:cs typeface="Tahoma"/>
                          <a:sym typeface="Tahoma"/>
                        </a:rPr>
                        <a:t>1</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extLst>
                  <a:ext uri="{0D108BD9-81ED-4DB2-BD59-A6C34878D82A}">
                    <a16:rowId xmlns:a16="http://schemas.microsoft.com/office/drawing/2014/main" val="10004"/>
                  </a:ext>
                </a:extLst>
              </a:tr>
              <a:tr h="370850">
                <a:tc>
                  <a:txBody>
                    <a:bodyPr/>
                    <a:lstStyle/>
                    <a:p>
                      <a:pPr marL="75565" marR="0" lvl="0" indent="0" algn="l" rtl="0">
                        <a:lnSpc>
                          <a:spcPct val="100000"/>
                        </a:lnSpc>
                        <a:spcBef>
                          <a:spcPts val="0"/>
                        </a:spcBef>
                        <a:spcAft>
                          <a:spcPts val="0"/>
                        </a:spcAft>
                        <a:buNone/>
                      </a:pPr>
                      <a:r>
                        <a:rPr lang="en-US" sz="1200" b="1" u="none" strike="noStrike" cap="none">
                          <a:latin typeface="Tahoma"/>
                          <a:ea typeface="Tahoma"/>
                          <a:cs typeface="Tahoma"/>
                          <a:sym typeface="Tahoma"/>
                        </a:rPr>
                        <a:t>CO4</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121285" lvl="0" indent="0" algn="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905" marR="0" lvl="0" indent="0" algn="ct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270"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270"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1</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635"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62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62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3175" marR="0" lvl="0" indent="0" algn="ctr" rtl="0">
                        <a:lnSpc>
                          <a:spcPct val="100000"/>
                        </a:lnSpc>
                        <a:spcBef>
                          <a:spcPts val="0"/>
                        </a:spcBef>
                        <a:spcAft>
                          <a:spcPts val="0"/>
                        </a:spcAft>
                        <a:buNone/>
                      </a:pPr>
                      <a:r>
                        <a:rPr lang="en-US" sz="1200" u="none" strike="noStrike" cap="none">
                          <a:latin typeface="Tahoma"/>
                          <a:ea typeface="Tahoma"/>
                          <a:cs typeface="Tahoma"/>
                          <a:sym typeface="Tahoma"/>
                        </a:rPr>
                        <a:t>1</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extLst>
                  <a:ext uri="{0D108BD9-81ED-4DB2-BD59-A6C34878D82A}">
                    <a16:rowId xmlns:a16="http://schemas.microsoft.com/office/drawing/2014/main" val="10005"/>
                  </a:ext>
                </a:extLst>
              </a:tr>
              <a:tr h="370850">
                <a:tc>
                  <a:txBody>
                    <a:bodyPr/>
                    <a:lstStyle/>
                    <a:p>
                      <a:pPr marL="75565" marR="0" lvl="0" indent="0" algn="l" rtl="0">
                        <a:lnSpc>
                          <a:spcPct val="100000"/>
                        </a:lnSpc>
                        <a:spcBef>
                          <a:spcPts val="0"/>
                        </a:spcBef>
                        <a:spcAft>
                          <a:spcPts val="0"/>
                        </a:spcAft>
                        <a:buNone/>
                      </a:pPr>
                      <a:r>
                        <a:rPr lang="en-US" sz="1200" b="1" u="none" strike="noStrike" cap="none">
                          <a:latin typeface="Tahoma"/>
                          <a:ea typeface="Tahoma"/>
                          <a:cs typeface="Tahoma"/>
                          <a:sym typeface="Tahoma"/>
                        </a:rPr>
                        <a:t>CO5</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121285" lvl="0" indent="0" algn="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905" marR="0" lvl="0" indent="0" algn="ct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270"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270"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1</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635"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62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62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3175" marR="0" lvl="0" indent="0" algn="ctr" rtl="0">
                        <a:lnSpc>
                          <a:spcPct val="100000"/>
                        </a:lnSpc>
                        <a:spcBef>
                          <a:spcPts val="0"/>
                        </a:spcBef>
                        <a:spcAft>
                          <a:spcPts val="0"/>
                        </a:spcAft>
                        <a:buNone/>
                      </a:pPr>
                      <a:r>
                        <a:rPr lang="en-US" sz="1200" u="none" strike="noStrike" cap="none">
                          <a:latin typeface="Tahoma"/>
                          <a:ea typeface="Tahoma"/>
                          <a:cs typeface="Tahoma"/>
                          <a:sym typeface="Tahoma"/>
                        </a:rPr>
                        <a:t>1</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extLst>
                  <a:ext uri="{0D108BD9-81ED-4DB2-BD59-A6C34878D82A}">
                    <a16:rowId xmlns:a16="http://schemas.microsoft.com/office/drawing/2014/main" val="10006"/>
                  </a:ext>
                </a:extLst>
              </a:tr>
              <a:tr h="370850">
                <a:tc>
                  <a:txBody>
                    <a:bodyPr/>
                    <a:lstStyle/>
                    <a:p>
                      <a:pPr marL="75565" marR="0" lvl="0" indent="0" algn="l" rtl="0">
                        <a:lnSpc>
                          <a:spcPct val="100000"/>
                        </a:lnSpc>
                        <a:spcBef>
                          <a:spcPts val="0"/>
                        </a:spcBef>
                        <a:spcAft>
                          <a:spcPts val="0"/>
                        </a:spcAft>
                        <a:buNone/>
                      </a:pPr>
                      <a:r>
                        <a:rPr lang="en-US" sz="1200" b="1" u="none" strike="noStrike" cap="none">
                          <a:latin typeface="Tahoma"/>
                          <a:ea typeface="Tahoma"/>
                          <a:cs typeface="Tahoma"/>
                          <a:sym typeface="Tahoma"/>
                        </a:rPr>
                        <a:t>CO6</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121285" lvl="0" indent="0" algn="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905" marR="0" lvl="0" indent="0" algn="ctr" rtl="0">
                        <a:lnSpc>
                          <a:spcPct val="100000"/>
                        </a:lnSpc>
                        <a:spcBef>
                          <a:spcPts val="0"/>
                        </a:spcBef>
                        <a:spcAft>
                          <a:spcPts val="0"/>
                        </a:spcAft>
                        <a:buNone/>
                      </a:pPr>
                      <a:r>
                        <a:rPr lang="en-US" sz="1200" u="none" strike="noStrike" cap="none">
                          <a:latin typeface="Tahoma"/>
                          <a:ea typeface="Tahoma"/>
                          <a:cs typeface="Tahoma"/>
                          <a:sym typeface="Tahoma"/>
                        </a:rPr>
                        <a:t>3</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270"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1270"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1</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635" marR="0" lvl="0" indent="0" algn="ctr" rtl="0">
                        <a:lnSpc>
                          <a:spcPct val="100000"/>
                        </a:lnSpc>
                        <a:spcBef>
                          <a:spcPts val="0"/>
                        </a:spcBef>
                        <a:spcAft>
                          <a:spcPts val="0"/>
                        </a:spcAft>
                        <a:buNone/>
                      </a:pPr>
                      <a:r>
                        <a:rPr lang="en-US" sz="1200" u="none" strike="noStrike" cap="none">
                          <a:latin typeface="Tahoma"/>
                          <a:ea typeface="Tahoma"/>
                          <a:cs typeface="Tahoma"/>
                          <a:sym typeface="Tahoma"/>
                        </a:rPr>
                        <a:t>-</a:t>
                      </a:r>
                      <a:endParaRPr sz="1200" u="none" strike="noStrike" cap="none">
                        <a:latin typeface="Tahoma"/>
                        <a:ea typeface="Tahoma"/>
                        <a:cs typeface="Tahoma"/>
                        <a:sym typeface="Tahoma"/>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62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7620" marR="0" lvl="0" indent="0" algn="ctr" rtl="0">
                        <a:lnSpc>
                          <a:spcPct val="100000"/>
                        </a:lnSpc>
                        <a:spcBef>
                          <a:spcPts val="0"/>
                        </a:spcBef>
                        <a:spcAft>
                          <a:spcPts val="0"/>
                        </a:spcAft>
                        <a:buNone/>
                      </a:pPr>
                      <a:r>
                        <a:rPr lang="en-US" sz="1200" u="none" strike="noStrike" cap="none">
                          <a:latin typeface="Tahoma"/>
                          <a:ea typeface="Tahoma"/>
                          <a:cs typeface="Tahoma"/>
                          <a:sym typeface="Tahoma"/>
                        </a:rPr>
                        <a:t>2</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tc>
                  <a:txBody>
                    <a:bodyPr/>
                    <a:lstStyle/>
                    <a:p>
                      <a:pPr marL="3175" marR="0" lvl="0" indent="0" algn="ctr" rtl="0">
                        <a:lnSpc>
                          <a:spcPct val="100000"/>
                        </a:lnSpc>
                        <a:spcBef>
                          <a:spcPts val="0"/>
                        </a:spcBef>
                        <a:spcAft>
                          <a:spcPts val="0"/>
                        </a:spcAft>
                        <a:buNone/>
                      </a:pPr>
                      <a:r>
                        <a:rPr lang="en-US" sz="1200" u="none" strike="noStrike" cap="none">
                          <a:latin typeface="Tahoma"/>
                          <a:ea typeface="Tahoma"/>
                          <a:cs typeface="Tahoma"/>
                          <a:sym typeface="Tahoma"/>
                        </a:rPr>
                        <a:t>1</a:t>
                      </a:r>
                      <a:endParaRPr/>
                    </a:p>
                  </a:txBody>
                  <a:tcPr marL="0" marR="0" marT="87625"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5DFB4"/>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29870" y="0"/>
            <a:ext cx="6628130" cy="9897230"/>
          </a:xfrm>
          <a:prstGeom prst="rect">
            <a:avLst/>
          </a:prstGeom>
        </p:spPr>
      </p:pic>
      <p:sp>
        <p:nvSpPr>
          <p:cNvPr id="3" name="object 3"/>
          <p:cNvSpPr txBox="1"/>
          <p:nvPr/>
        </p:nvSpPr>
        <p:spPr>
          <a:xfrm>
            <a:off x="360528" y="363221"/>
            <a:ext cx="1172845" cy="208279"/>
          </a:xfrm>
          <a:prstGeom prst="rect">
            <a:avLst/>
          </a:prstGeom>
        </p:spPr>
        <p:txBody>
          <a:bodyPr vert="horz" wrap="square" lIns="0" tIns="12700" rIns="0" bIns="0" rtlCol="0">
            <a:spAutoFit/>
          </a:bodyPr>
          <a:lstStyle/>
          <a:p>
            <a:pPr marL="12700">
              <a:lnSpc>
                <a:spcPct val="100000"/>
              </a:lnSpc>
              <a:spcBef>
                <a:spcPts val="100"/>
              </a:spcBef>
            </a:pPr>
            <a:r>
              <a:rPr sz="1200" b="1" spc="-10" dirty="0">
                <a:solidFill>
                  <a:srgbClr val="528235"/>
                </a:solidFill>
                <a:latin typeface="Tahoma"/>
                <a:cs typeface="Tahoma"/>
              </a:rPr>
              <a:t>LECTURE</a:t>
            </a:r>
            <a:r>
              <a:rPr sz="1200" b="1" spc="5" dirty="0">
                <a:solidFill>
                  <a:srgbClr val="528235"/>
                </a:solidFill>
                <a:latin typeface="Tahoma"/>
                <a:cs typeface="Tahoma"/>
              </a:rPr>
              <a:t> </a:t>
            </a:r>
            <a:r>
              <a:rPr sz="1200" b="1" spc="-10" dirty="0">
                <a:solidFill>
                  <a:srgbClr val="528235"/>
                </a:solidFill>
                <a:latin typeface="Tahoma"/>
                <a:cs typeface="Tahoma"/>
              </a:rPr>
              <a:t>PLAN</a:t>
            </a:r>
            <a:endParaRPr sz="1200" dirty="0">
              <a:latin typeface="Tahoma"/>
              <a:cs typeface="Tahoma"/>
            </a:endParaRPr>
          </a:p>
        </p:txBody>
      </p:sp>
      <p:graphicFrame>
        <p:nvGraphicFramePr>
          <p:cNvPr id="5" name="object 2">
            <a:extLst>
              <a:ext uri="{FF2B5EF4-FFF2-40B4-BE49-F238E27FC236}">
                <a16:creationId xmlns:a16="http://schemas.microsoft.com/office/drawing/2014/main" id="{BABD5ABE-F22D-57AC-6D29-76FB8862E880}"/>
              </a:ext>
            </a:extLst>
          </p:cNvPr>
          <p:cNvGraphicFramePr>
            <a:graphicFrameLocks noGrp="1"/>
          </p:cNvGraphicFramePr>
          <p:nvPr>
            <p:extLst>
              <p:ext uri="{D42A27DB-BD31-4B8C-83A1-F6EECF244321}">
                <p14:modId xmlns:p14="http://schemas.microsoft.com/office/powerpoint/2010/main" val="3767323115"/>
              </p:ext>
            </p:extLst>
          </p:nvPr>
        </p:nvGraphicFramePr>
        <p:xfrm>
          <a:off x="360528" y="762000"/>
          <a:ext cx="6247130" cy="5764860"/>
        </p:xfrm>
        <a:graphic>
          <a:graphicData uri="http://schemas.openxmlformats.org/drawingml/2006/table">
            <a:tbl>
              <a:tblPr firstRow="1" bandRow="1">
                <a:tableStyleId>{8799B23B-EC83-4686-B30A-512413B5E67A}</a:tableStyleId>
              </a:tblPr>
              <a:tblGrid>
                <a:gridCol w="584644">
                  <a:extLst>
                    <a:ext uri="{9D8B030D-6E8A-4147-A177-3AD203B41FA5}">
                      <a16:colId xmlns:a16="http://schemas.microsoft.com/office/drawing/2014/main" val="20000"/>
                    </a:ext>
                  </a:extLst>
                </a:gridCol>
                <a:gridCol w="1929956">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011072">
                  <a:extLst>
                    <a:ext uri="{9D8B030D-6E8A-4147-A177-3AD203B41FA5}">
                      <a16:colId xmlns:a16="http://schemas.microsoft.com/office/drawing/2014/main" val="20005"/>
                    </a:ext>
                  </a:extLst>
                </a:gridCol>
                <a:gridCol w="880490">
                  <a:extLst>
                    <a:ext uri="{9D8B030D-6E8A-4147-A177-3AD203B41FA5}">
                      <a16:colId xmlns:a16="http://schemas.microsoft.com/office/drawing/2014/main" val="20006"/>
                    </a:ext>
                  </a:extLst>
                </a:gridCol>
                <a:gridCol w="926568">
                  <a:extLst>
                    <a:ext uri="{9D8B030D-6E8A-4147-A177-3AD203B41FA5}">
                      <a16:colId xmlns:a16="http://schemas.microsoft.com/office/drawing/2014/main" val="20007"/>
                    </a:ext>
                  </a:extLst>
                </a:gridCol>
              </a:tblGrid>
              <a:tr h="257885">
                <a:tc>
                  <a:txBody>
                    <a:bodyPr/>
                    <a:lstStyle/>
                    <a:p>
                      <a:pPr marL="74930" algn="ctr">
                        <a:lnSpc>
                          <a:spcPct val="100000"/>
                        </a:lnSpc>
                      </a:pPr>
                      <a:r>
                        <a:rPr sz="1200" b="1" spc="-10" dirty="0">
                          <a:solidFill>
                            <a:srgbClr val="538235"/>
                          </a:solidFill>
                        </a:rPr>
                        <a:t>S</a:t>
                      </a:r>
                      <a:r>
                        <a:rPr sz="1200" b="1" spc="-40" dirty="0">
                          <a:solidFill>
                            <a:srgbClr val="538235"/>
                          </a:solidFill>
                        </a:rPr>
                        <a:t> </a:t>
                      </a:r>
                      <a:r>
                        <a:rPr sz="1200" b="1" spc="-15" dirty="0">
                          <a:solidFill>
                            <a:srgbClr val="538235"/>
                          </a:solidFill>
                        </a:rPr>
                        <a:t>No</a:t>
                      </a:r>
                      <a:endParaRPr sz="1200" dirty="0">
                        <a:latin typeface="Tahoma"/>
                        <a:cs typeface="Tahoma"/>
                      </a:endParaRPr>
                    </a:p>
                  </a:txBody>
                  <a:tcPr marL="0" marR="0" marT="0" marB="0" anchor="ctr"/>
                </a:tc>
                <a:tc>
                  <a:txBody>
                    <a:bodyPr/>
                    <a:lstStyle/>
                    <a:p>
                      <a:pPr algn="ctr">
                        <a:lnSpc>
                          <a:spcPct val="100000"/>
                        </a:lnSpc>
                      </a:pPr>
                      <a:r>
                        <a:rPr sz="1200" b="1" spc="-10" dirty="0">
                          <a:solidFill>
                            <a:srgbClr val="538235"/>
                          </a:solidFill>
                        </a:rPr>
                        <a:t>Topics</a:t>
                      </a:r>
                      <a:endParaRPr sz="1200" dirty="0">
                        <a:latin typeface="Tahoma"/>
                        <a:cs typeface="Tahoma"/>
                      </a:endParaRPr>
                    </a:p>
                  </a:txBody>
                  <a:tcPr marL="0" marR="0" marT="0" marB="0" anchor="ctr"/>
                </a:tc>
                <a:tc>
                  <a:txBody>
                    <a:bodyPr/>
                    <a:lstStyle/>
                    <a:p>
                      <a:pPr marL="133985" marR="121285" indent="52069" algn="ctr">
                        <a:lnSpc>
                          <a:spcPct val="100000"/>
                        </a:lnSpc>
                        <a:spcBef>
                          <a:spcPts val="675"/>
                        </a:spcBef>
                      </a:pPr>
                      <a:r>
                        <a:rPr lang="en-IN" sz="1200" b="1" spc="-15" dirty="0">
                          <a:solidFill>
                            <a:srgbClr val="538235"/>
                          </a:solidFill>
                        </a:rPr>
                        <a:t>N</a:t>
                      </a:r>
                      <a:r>
                        <a:rPr sz="1200" b="1" spc="-15" dirty="0">
                          <a:solidFill>
                            <a:srgbClr val="538235"/>
                          </a:solidFill>
                        </a:rPr>
                        <a:t>o</a:t>
                      </a:r>
                      <a:r>
                        <a:rPr lang="en-IN" sz="1200" b="1" spc="-15" dirty="0">
                          <a:solidFill>
                            <a:srgbClr val="538235"/>
                          </a:solidFill>
                        </a:rPr>
                        <a:t>.</a:t>
                      </a:r>
                      <a:r>
                        <a:rPr sz="1200" b="1" spc="-15" dirty="0">
                          <a:solidFill>
                            <a:srgbClr val="538235"/>
                          </a:solidFill>
                        </a:rPr>
                        <a:t> </a:t>
                      </a:r>
                      <a:r>
                        <a:rPr sz="1200" b="1" spc="-10" dirty="0">
                          <a:solidFill>
                            <a:srgbClr val="538235"/>
                          </a:solidFill>
                        </a:rPr>
                        <a:t>of </a:t>
                      </a:r>
                      <a:r>
                        <a:rPr sz="1200" b="1" spc="-5" dirty="0">
                          <a:solidFill>
                            <a:srgbClr val="538235"/>
                          </a:solidFill>
                        </a:rPr>
                        <a:t> </a:t>
                      </a:r>
                      <a:r>
                        <a:rPr sz="1200" b="1" spc="5" dirty="0">
                          <a:solidFill>
                            <a:srgbClr val="538235"/>
                          </a:solidFill>
                        </a:rPr>
                        <a:t>p</a:t>
                      </a:r>
                      <a:r>
                        <a:rPr sz="1200" b="1" spc="10" dirty="0">
                          <a:solidFill>
                            <a:srgbClr val="538235"/>
                          </a:solidFill>
                        </a:rPr>
                        <a:t>e</a:t>
                      </a:r>
                      <a:r>
                        <a:rPr sz="1200" b="1" spc="-10" dirty="0">
                          <a:solidFill>
                            <a:srgbClr val="538235"/>
                          </a:solidFill>
                        </a:rPr>
                        <a:t>r</a:t>
                      </a:r>
                      <a:r>
                        <a:rPr sz="1200" b="1" dirty="0">
                          <a:solidFill>
                            <a:srgbClr val="538235"/>
                          </a:solidFill>
                        </a:rPr>
                        <a:t>i</a:t>
                      </a:r>
                      <a:r>
                        <a:rPr sz="1200" b="1" spc="-10" dirty="0">
                          <a:solidFill>
                            <a:srgbClr val="538235"/>
                          </a:solidFill>
                        </a:rPr>
                        <a:t>o</a:t>
                      </a:r>
                      <a:r>
                        <a:rPr sz="1200" b="1" spc="5" dirty="0">
                          <a:solidFill>
                            <a:srgbClr val="538235"/>
                          </a:solidFill>
                        </a:rPr>
                        <a:t>d</a:t>
                      </a:r>
                      <a:r>
                        <a:rPr sz="1200" b="1" dirty="0">
                          <a:solidFill>
                            <a:srgbClr val="538235"/>
                          </a:solidFill>
                        </a:rPr>
                        <a:t>s</a:t>
                      </a:r>
                      <a:endParaRPr sz="1200" dirty="0">
                        <a:latin typeface="Tahoma"/>
                        <a:cs typeface="Tahoma"/>
                      </a:endParaRPr>
                    </a:p>
                  </a:txBody>
                  <a:tcPr marL="0" marR="0" marT="0" marB="0" anchor="ctr"/>
                </a:tc>
                <a:tc>
                  <a:txBody>
                    <a:bodyPr/>
                    <a:lstStyle/>
                    <a:p>
                      <a:pPr marL="308610" marR="106045" indent="-192405" algn="ctr">
                        <a:lnSpc>
                          <a:spcPct val="100000"/>
                        </a:lnSpc>
                      </a:pPr>
                      <a:r>
                        <a:rPr sz="1200" b="1" spc="5" dirty="0">
                          <a:solidFill>
                            <a:srgbClr val="538235"/>
                          </a:solidFill>
                        </a:rPr>
                        <a:t>Pe</a:t>
                      </a:r>
                      <a:r>
                        <a:rPr sz="1200" b="1" spc="-10" dirty="0">
                          <a:solidFill>
                            <a:srgbClr val="538235"/>
                          </a:solidFill>
                        </a:rPr>
                        <a:t>r</a:t>
                      </a:r>
                      <a:r>
                        <a:rPr sz="1200" b="1" spc="5" dirty="0">
                          <a:solidFill>
                            <a:srgbClr val="538235"/>
                          </a:solidFill>
                        </a:rPr>
                        <a:t>ta</a:t>
                      </a:r>
                      <a:r>
                        <a:rPr sz="1200" b="1" dirty="0">
                          <a:solidFill>
                            <a:srgbClr val="538235"/>
                          </a:solidFill>
                        </a:rPr>
                        <a:t>ini</a:t>
                      </a:r>
                      <a:r>
                        <a:rPr sz="1200" b="1" spc="-5" dirty="0">
                          <a:solidFill>
                            <a:srgbClr val="538235"/>
                          </a:solidFill>
                        </a:rPr>
                        <a:t>n</a:t>
                      </a:r>
                      <a:r>
                        <a:rPr sz="1200" b="1" dirty="0">
                          <a:solidFill>
                            <a:srgbClr val="538235"/>
                          </a:solidFill>
                        </a:rPr>
                        <a:t>g  </a:t>
                      </a:r>
                      <a:r>
                        <a:rPr sz="1200" b="1" spc="-15" dirty="0">
                          <a:solidFill>
                            <a:srgbClr val="538235"/>
                          </a:solidFill>
                        </a:rPr>
                        <a:t>CO</a:t>
                      </a:r>
                      <a:endParaRPr sz="1200" dirty="0">
                        <a:latin typeface="Tahoma"/>
                        <a:cs typeface="Tahoma"/>
                      </a:endParaRPr>
                    </a:p>
                  </a:txBody>
                  <a:tcPr marL="0" marR="0" marT="0" marB="0" anchor="ctr"/>
                </a:tc>
                <a:tc>
                  <a:txBody>
                    <a:bodyPr/>
                    <a:lstStyle/>
                    <a:p>
                      <a:pPr marL="83185" marR="74295" indent="17780" algn="ctr">
                        <a:lnSpc>
                          <a:spcPct val="100000"/>
                        </a:lnSpc>
                        <a:spcBef>
                          <a:spcPts val="580"/>
                        </a:spcBef>
                      </a:pPr>
                      <a:r>
                        <a:rPr sz="1200" b="1" spc="-10" dirty="0">
                          <a:solidFill>
                            <a:srgbClr val="538235"/>
                          </a:solidFill>
                        </a:rPr>
                        <a:t>Taxo</a:t>
                      </a:r>
                      <a:r>
                        <a:rPr sz="1200" b="1" spc="-5" dirty="0">
                          <a:solidFill>
                            <a:srgbClr val="538235"/>
                          </a:solidFill>
                        </a:rPr>
                        <a:t>n</a:t>
                      </a:r>
                      <a:r>
                        <a:rPr sz="1200" b="1" spc="-10" dirty="0">
                          <a:solidFill>
                            <a:srgbClr val="538235"/>
                          </a:solidFill>
                        </a:rPr>
                        <a:t>o</a:t>
                      </a:r>
                      <a:r>
                        <a:rPr sz="1200" b="1" spc="-15" dirty="0">
                          <a:solidFill>
                            <a:srgbClr val="538235"/>
                          </a:solidFill>
                        </a:rPr>
                        <a:t>m</a:t>
                      </a:r>
                      <a:r>
                        <a:rPr sz="1200" b="1" dirty="0">
                          <a:solidFill>
                            <a:srgbClr val="538235"/>
                          </a:solidFill>
                        </a:rPr>
                        <a:t>y  </a:t>
                      </a:r>
                      <a:r>
                        <a:rPr sz="1200" b="1" spc="-5" dirty="0">
                          <a:solidFill>
                            <a:srgbClr val="538235"/>
                          </a:solidFill>
                        </a:rPr>
                        <a:t>level</a:t>
                      </a:r>
                      <a:endParaRPr sz="1200" dirty="0">
                        <a:latin typeface="Tahoma"/>
                        <a:cs typeface="Tahoma"/>
                      </a:endParaRPr>
                    </a:p>
                  </a:txBody>
                  <a:tcPr marL="0" marR="0" marT="0" marB="0" anchor="ctr"/>
                </a:tc>
                <a:tc>
                  <a:txBody>
                    <a:bodyPr/>
                    <a:lstStyle/>
                    <a:p>
                      <a:pPr marL="168910" marR="161290" algn="ctr">
                        <a:lnSpc>
                          <a:spcPct val="100000"/>
                        </a:lnSpc>
                      </a:pPr>
                      <a:r>
                        <a:rPr sz="1200" b="1" spc="-15" dirty="0">
                          <a:solidFill>
                            <a:srgbClr val="538235"/>
                          </a:solidFill>
                        </a:rPr>
                        <a:t>M</a:t>
                      </a:r>
                      <a:r>
                        <a:rPr sz="1200" b="1" spc="-10" dirty="0">
                          <a:solidFill>
                            <a:srgbClr val="538235"/>
                          </a:solidFill>
                        </a:rPr>
                        <a:t>o</a:t>
                      </a:r>
                      <a:r>
                        <a:rPr sz="1200" b="1" dirty="0">
                          <a:solidFill>
                            <a:srgbClr val="538235"/>
                          </a:solidFill>
                        </a:rPr>
                        <a:t>de  </a:t>
                      </a:r>
                      <a:r>
                        <a:rPr sz="1200" b="1" spc="-10" dirty="0">
                          <a:solidFill>
                            <a:srgbClr val="538235"/>
                          </a:solidFill>
                        </a:rPr>
                        <a:t>of</a:t>
                      </a:r>
                      <a:endParaRPr sz="1200" dirty="0"/>
                    </a:p>
                    <a:p>
                      <a:pPr marL="3810" algn="ctr">
                        <a:lnSpc>
                          <a:spcPct val="100000"/>
                        </a:lnSpc>
                      </a:pPr>
                      <a:r>
                        <a:rPr sz="1200" b="1" spc="-5" dirty="0">
                          <a:solidFill>
                            <a:srgbClr val="538235"/>
                          </a:solidFill>
                        </a:rPr>
                        <a:t>delivery</a:t>
                      </a:r>
                      <a:endParaRPr sz="1200" dirty="0">
                        <a:latin typeface="Tahoma"/>
                        <a:cs typeface="Tahoma"/>
                      </a:endParaRPr>
                    </a:p>
                  </a:txBody>
                  <a:tcPr marL="0" marR="0" marT="0" marB="0" anchor="ctr"/>
                </a:tc>
                <a:extLst>
                  <a:ext uri="{0D108BD9-81ED-4DB2-BD59-A6C34878D82A}">
                    <a16:rowId xmlns:a16="http://schemas.microsoft.com/office/drawing/2014/main" val="10000"/>
                  </a:ext>
                </a:extLst>
              </a:tr>
              <a:tr h="731520">
                <a:tc>
                  <a:txBody>
                    <a:bodyPr/>
                    <a:lstStyle/>
                    <a:p>
                      <a:pPr marL="68580" algn="ctr">
                        <a:lnSpc>
                          <a:spcPct val="100000"/>
                        </a:lnSpc>
                      </a:pPr>
                      <a:r>
                        <a:rPr sz="1200" dirty="0">
                          <a:solidFill>
                            <a:srgbClr val="538235"/>
                          </a:solidFill>
                        </a:rPr>
                        <a:t>1</a:t>
                      </a:r>
                      <a:endParaRPr sz="1200" dirty="0">
                        <a:latin typeface="Tahoma"/>
                        <a:cs typeface="Tahoma"/>
                      </a:endParaRPr>
                    </a:p>
                  </a:txBody>
                  <a:tcPr marL="0" marR="0" marT="4445" marB="0" anchor="ctr"/>
                </a:tc>
                <a:tc>
                  <a:txBody>
                    <a:bodyPr/>
                    <a:lstStyle/>
                    <a:p>
                      <a:pPr marL="68580" marR="156210" algn="ctr">
                        <a:lnSpc>
                          <a:spcPct val="100000"/>
                        </a:lnSpc>
                      </a:pPr>
                      <a:r>
                        <a:rPr sz="1200" spc="-5" dirty="0">
                          <a:solidFill>
                            <a:srgbClr val="538235"/>
                          </a:solidFill>
                        </a:rPr>
                        <a:t>Course objective, </a:t>
                      </a:r>
                      <a:r>
                        <a:rPr sz="1200" spc="-360" dirty="0">
                          <a:solidFill>
                            <a:srgbClr val="538235"/>
                          </a:solidFill>
                        </a:rPr>
                        <a:t> </a:t>
                      </a:r>
                      <a:r>
                        <a:rPr sz="1200" spc="-5" dirty="0">
                          <a:solidFill>
                            <a:srgbClr val="538235"/>
                          </a:solidFill>
                        </a:rPr>
                        <a:t>course outcome </a:t>
                      </a:r>
                      <a:r>
                        <a:rPr sz="1200" dirty="0">
                          <a:solidFill>
                            <a:srgbClr val="538235"/>
                          </a:solidFill>
                        </a:rPr>
                        <a:t> </a:t>
                      </a:r>
                      <a:r>
                        <a:rPr sz="1200" spc="-10" dirty="0">
                          <a:solidFill>
                            <a:srgbClr val="538235"/>
                          </a:solidFill>
                        </a:rPr>
                        <a:t>delivery</a:t>
                      </a:r>
                      <a:r>
                        <a:rPr sz="1200" spc="5" dirty="0">
                          <a:solidFill>
                            <a:srgbClr val="538235"/>
                          </a:solidFill>
                        </a:rPr>
                        <a:t> </a:t>
                      </a:r>
                      <a:r>
                        <a:rPr sz="1200" dirty="0">
                          <a:solidFill>
                            <a:srgbClr val="538235"/>
                          </a:solidFill>
                        </a:rPr>
                        <a:t>&amp;</a:t>
                      </a:r>
                      <a:r>
                        <a:rPr sz="1200" spc="-15" dirty="0">
                          <a:solidFill>
                            <a:srgbClr val="538235"/>
                          </a:solidFill>
                        </a:rPr>
                        <a:t> </a:t>
                      </a:r>
                      <a:r>
                        <a:rPr sz="1200" spc="-5" dirty="0">
                          <a:solidFill>
                            <a:srgbClr val="538235"/>
                          </a:solidFill>
                        </a:rPr>
                        <a:t>Course </a:t>
                      </a:r>
                      <a:r>
                        <a:rPr sz="1200" spc="-360" dirty="0">
                          <a:solidFill>
                            <a:srgbClr val="538235"/>
                          </a:solidFill>
                        </a:rPr>
                        <a:t> </a:t>
                      </a:r>
                      <a:r>
                        <a:rPr sz="1200" spc="-5" dirty="0">
                          <a:solidFill>
                            <a:srgbClr val="538235"/>
                          </a:solidFill>
                        </a:rPr>
                        <a:t>introduction</a:t>
                      </a:r>
                      <a:endParaRPr sz="1200">
                        <a:latin typeface="Tahoma"/>
                        <a:cs typeface="Tahoma"/>
                      </a:endParaRPr>
                    </a:p>
                  </a:txBody>
                  <a:tcPr marL="0" marR="0" marT="0" marB="0" anchor="ctr"/>
                </a:tc>
                <a:tc>
                  <a:txBody>
                    <a:bodyPr/>
                    <a:lstStyle/>
                    <a:p>
                      <a:pPr marR="1270" algn="ctr">
                        <a:lnSpc>
                          <a:spcPct val="100000"/>
                        </a:lnSpc>
                        <a:spcBef>
                          <a:spcPts val="120"/>
                        </a:spcBef>
                      </a:pPr>
                      <a:r>
                        <a:rPr lang="en-US" sz="1200" spc="5" dirty="0">
                          <a:solidFill>
                            <a:srgbClr val="528235"/>
                          </a:solidFill>
                        </a:rPr>
                        <a:t>1</a:t>
                      </a:r>
                      <a:endParaRPr sz="1200" spc="5" dirty="0">
                        <a:solidFill>
                          <a:srgbClr val="528235"/>
                        </a:solidFill>
                        <a:latin typeface="Tahoma"/>
                        <a:ea typeface="+mn-ea"/>
                        <a:cs typeface="Tahoma"/>
                      </a:endParaRPr>
                    </a:p>
                  </a:txBody>
                  <a:tcPr marL="0" marR="0" marT="15240" marB="0" anchor="ctr"/>
                </a:tc>
                <a:tc>
                  <a:txBody>
                    <a:bodyPr/>
                    <a:lstStyle/>
                    <a:p>
                      <a:pPr algn="ctr">
                        <a:lnSpc>
                          <a:spcPct val="100000"/>
                        </a:lnSpc>
                      </a:pPr>
                      <a:r>
                        <a:rPr sz="1200" spc="-5" dirty="0">
                          <a:solidFill>
                            <a:srgbClr val="538235"/>
                          </a:solidFill>
                        </a:rPr>
                        <a:t>CO</a:t>
                      </a:r>
                      <a:r>
                        <a:rPr lang="en-US" sz="1200" spc="-5" dirty="0">
                          <a:solidFill>
                            <a:srgbClr val="538235"/>
                          </a:solidFill>
                        </a:rPr>
                        <a:t>3</a:t>
                      </a:r>
                      <a:endParaRPr sz="1200" dirty="0">
                        <a:latin typeface="Tahoma"/>
                        <a:cs typeface="Tahoma"/>
                      </a:endParaRPr>
                    </a:p>
                  </a:txBody>
                  <a:tcPr marL="0" marR="0" marT="635" marB="0" anchor="ctr"/>
                </a:tc>
                <a:tc>
                  <a:txBody>
                    <a:bodyPr/>
                    <a:lstStyle/>
                    <a:p>
                      <a:pPr marL="2540" algn="ctr">
                        <a:lnSpc>
                          <a:spcPct val="100000"/>
                        </a:lnSpc>
                      </a:pPr>
                      <a:r>
                        <a:rPr sz="1200" spc="-10" dirty="0">
                          <a:solidFill>
                            <a:srgbClr val="538235"/>
                          </a:solidFill>
                        </a:rPr>
                        <a:t>K1</a:t>
                      </a:r>
                      <a:endParaRPr sz="1200" dirty="0">
                        <a:latin typeface="Tahoma"/>
                        <a:cs typeface="Tahoma"/>
                      </a:endParaRPr>
                    </a:p>
                  </a:txBody>
                  <a:tcPr marL="0" marR="0" marT="4445" marB="0" anchor="ctr"/>
                </a:tc>
                <a:tc>
                  <a:txBody>
                    <a:bodyPr/>
                    <a:lstStyle/>
                    <a:p>
                      <a:pPr marL="193675" algn="ctr">
                        <a:lnSpc>
                          <a:spcPct val="100000"/>
                        </a:lnSpc>
                        <a:spcBef>
                          <a:spcPts val="725"/>
                        </a:spcBef>
                      </a:pPr>
                      <a:r>
                        <a:rPr sz="1200" dirty="0">
                          <a:solidFill>
                            <a:srgbClr val="538235"/>
                          </a:solidFill>
                        </a:rPr>
                        <a:t>ICT</a:t>
                      </a:r>
                      <a:endParaRPr sz="1200" dirty="0"/>
                    </a:p>
                    <a:p>
                      <a:pPr marL="144780" algn="ctr">
                        <a:lnSpc>
                          <a:spcPct val="100000"/>
                        </a:lnSpc>
                      </a:pPr>
                      <a:r>
                        <a:rPr sz="1200" spc="-30" dirty="0">
                          <a:solidFill>
                            <a:srgbClr val="538235"/>
                          </a:solidFill>
                        </a:rPr>
                        <a:t>Tools</a:t>
                      </a:r>
                      <a:endParaRPr sz="1200" dirty="0">
                        <a:latin typeface="Tahoma"/>
                        <a:cs typeface="Tahoma"/>
                      </a:endParaRPr>
                    </a:p>
                  </a:txBody>
                  <a:tcPr marL="0" marR="0" marT="92075" marB="0" anchor="ctr"/>
                </a:tc>
                <a:extLst>
                  <a:ext uri="{0D108BD9-81ED-4DB2-BD59-A6C34878D82A}">
                    <a16:rowId xmlns:a16="http://schemas.microsoft.com/office/drawing/2014/main" val="10002"/>
                  </a:ext>
                </a:extLst>
              </a:tr>
              <a:tr h="184357">
                <a:tc>
                  <a:txBody>
                    <a:bodyPr/>
                    <a:lstStyle/>
                    <a:p>
                      <a:pPr marL="68580" algn="ctr">
                        <a:lnSpc>
                          <a:spcPct val="100000"/>
                        </a:lnSpc>
                      </a:pPr>
                      <a:r>
                        <a:rPr sz="1200" dirty="0">
                          <a:solidFill>
                            <a:srgbClr val="538235"/>
                          </a:solidFill>
                        </a:rPr>
                        <a:t>2</a:t>
                      </a:r>
                      <a:endParaRPr sz="1200" dirty="0">
                        <a:latin typeface="Tahoma"/>
                        <a:cs typeface="Tahoma"/>
                      </a:endParaRPr>
                    </a:p>
                  </a:txBody>
                  <a:tcPr marL="0" marR="0" marT="4445" marB="0" anchor="ctr"/>
                </a:tc>
                <a:tc>
                  <a:txBody>
                    <a:bodyPr/>
                    <a:lstStyle/>
                    <a:p>
                      <a:pPr marL="68580" marR="170180" algn="ctr">
                        <a:lnSpc>
                          <a:spcPct val="100000"/>
                        </a:lnSpc>
                        <a:spcBef>
                          <a:spcPts val="320"/>
                        </a:spcBef>
                      </a:pPr>
                      <a:r>
                        <a:rPr sz="1200" spc="-5" dirty="0">
                          <a:solidFill>
                            <a:srgbClr val="538235"/>
                          </a:solidFill>
                        </a:rPr>
                        <a:t>Primes </a:t>
                      </a:r>
                      <a:r>
                        <a:rPr sz="1200" dirty="0">
                          <a:solidFill>
                            <a:srgbClr val="538235"/>
                          </a:solidFill>
                        </a:rPr>
                        <a:t>, </a:t>
                      </a:r>
                      <a:r>
                        <a:rPr sz="1200" spc="-10" dirty="0">
                          <a:solidFill>
                            <a:srgbClr val="538235"/>
                          </a:solidFill>
                        </a:rPr>
                        <a:t>Primality </a:t>
                      </a:r>
                      <a:r>
                        <a:rPr sz="1200" spc="-360" dirty="0">
                          <a:solidFill>
                            <a:srgbClr val="538235"/>
                          </a:solidFill>
                        </a:rPr>
                        <a:t> </a:t>
                      </a:r>
                      <a:r>
                        <a:rPr sz="1200" spc="-25" dirty="0">
                          <a:solidFill>
                            <a:srgbClr val="538235"/>
                          </a:solidFill>
                        </a:rPr>
                        <a:t>Testing</a:t>
                      </a:r>
                      <a:r>
                        <a:rPr lang="en-IN" sz="1200" spc="-25" dirty="0">
                          <a:solidFill>
                            <a:srgbClr val="538235"/>
                          </a:solidFill>
                        </a:rPr>
                        <a:t>,</a:t>
                      </a:r>
                      <a:r>
                        <a:rPr sz="1200" spc="5" dirty="0">
                          <a:solidFill>
                            <a:srgbClr val="538235"/>
                          </a:solidFill>
                        </a:rPr>
                        <a:t> </a:t>
                      </a:r>
                      <a:r>
                        <a:rPr sz="1200" spc="-10" dirty="0">
                          <a:solidFill>
                            <a:srgbClr val="538235"/>
                          </a:solidFill>
                        </a:rPr>
                        <a:t>Factorization</a:t>
                      </a:r>
                      <a:endParaRPr sz="1200" dirty="0">
                        <a:latin typeface="Tahoma"/>
                        <a:cs typeface="Tahoma"/>
                      </a:endParaRPr>
                    </a:p>
                  </a:txBody>
                  <a:tcPr marL="0" marR="0" marT="40640" marB="0" anchor="ctr"/>
                </a:tc>
                <a:tc>
                  <a:txBody>
                    <a:bodyPr/>
                    <a:lstStyle/>
                    <a:p>
                      <a:pPr marR="1270" algn="ctr">
                        <a:lnSpc>
                          <a:spcPct val="100000"/>
                        </a:lnSpc>
                        <a:spcBef>
                          <a:spcPts val="120"/>
                        </a:spcBef>
                      </a:pPr>
                      <a:r>
                        <a:rPr lang="en-US" sz="1200" spc="5" dirty="0">
                          <a:solidFill>
                            <a:srgbClr val="528235"/>
                          </a:solidFill>
                        </a:rPr>
                        <a:t>1</a:t>
                      </a:r>
                      <a:endParaRPr sz="1200" spc="5" dirty="0">
                        <a:solidFill>
                          <a:srgbClr val="528235"/>
                        </a:solidFill>
                        <a:latin typeface="Tahoma"/>
                        <a:ea typeface="+mn-ea"/>
                        <a:cs typeface="Tahoma"/>
                      </a:endParaRPr>
                    </a:p>
                  </a:txBody>
                  <a:tcPr marL="0" marR="0" marT="15240" marB="0" anchor="ctr"/>
                </a:tc>
                <a:tc>
                  <a:txBody>
                    <a:bodyPr/>
                    <a:lstStyle/>
                    <a:p>
                      <a:pPr marL="1270" algn="ctr">
                        <a:lnSpc>
                          <a:spcPct val="100000"/>
                        </a:lnSpc>
                        <a:spcBef>
                          <a:spcPts val="1040"/>
                        </a:spcBef>
                      </a:pPr>
                      <a:r>
                        <a:rPr lang="en-IN" sz="1200" spc="-5" dirty="0">
                          <a:solidFill>
                            <a:srgbClr val="538235"/>
                          </a:solidFill>
                        </a:rPr>
                        <a:t>C</a:t>
                      </a:r>
                      <a:r>
                        <a:rPr sz="1200" spc="-5" dirty="0">
                          <a:solidFill>
                            <a:srgbClr val="538235"/>
                          </a:solidFill>
                        </a:rPr>
                        <a:t>O3</a:t>
                      </a:r>
                      <a:endParaRPr sz="1200" dirty="0">
                        <a:latin typeface="Tahoma"/>
                        <a:cs typeface="Tahoma"/>
                      </a:endParaRPr>
                    </a:p>
                  </a:txBody>
                  <a:tcPr marL="0" marR="0" marT="132080" marB="0" anchor="ctr"/>
                </a:tc>
                <a:tc>
                  <a:txBody>
                    <a:bodyPr/>
                    <a:lstStyle/>
                    <a:p>
                      <a:pPr marL="2540" algn="ctr">
                        <a:lnSpc>
                          <a:spcPct val="100000"/>
                        </a:lnSpc>
                      </a:pPr>
                      <a:r>
                        <a:rPr sz="1200" spc="-10" dirty="0">
                          <a:solidFill>
                            <a:srgbClr val="538235"/>
                          </a:solidFill>
                        </a:rPr>
                        <a:t>K3</a:t>
                      </a:r>
                      <a:endParaRPr sz="1200" dirty="0">
                        <a:latin typeface="Tahoma"/>
                        <a:cs typeface="Tahoma"/>
                      </a:endParaRPr>
                    </a:p>
                  </a:txBody>
                  <a:tcPr marL="0" marR="0" marT="4445" marB="0" anchor="ctr"/>
                </a:tc>
                <a:tc>
                  <a:txBody>
                    <a:bodyPr/>
                    <a:lstStyle/>
                    <a:p>
                      <a:pPr marL="193675" algn="ctr">
                        <a:lnSpc>
                          <a:spcPct val="100000"/>
                        </a:lnSpc>
                        <a:spcBef>
                          <a:spcPts val="1040"/>
                        </a:spcBef>
                      </a:pPr>
                      <a:r>
                        <a:rPr sz="1200" dirty="0">
                          <a:solidFill>
                            <a:srgbClr val="538235"/>
                          </a:solidFill>
                        </a:rPr>
                        <a:t>ICT</a:t>
                      </a:r>
                      <a:endParaRPr sz="1200" dirty="0"/>
                    </a:p>
                    <a:p>
                      <a:pPr marL="144780" algn="ctr">
                        <a:lnSpc>
                          <a:spcPct val="100000"/>
                        </a:lnSpc>
                      </a:pPr>
                      <a:r>
                        <a:rPr sz="1200" spc="-30" dirty="0">
                          <a:solidFill>
                            <a:srgbClr val="538235"/>
                          </a:solidFill>
                        </a:rPr>
                        <a:t>Tools</a:t>
                      </a:r>
                      <a:endParaRPr sz="1200" dirty="0">
                        <a:latin typeface="Tahoma"/>
                        <a:cs typeface="Tahoma"/>
                      </a:endParaRPr>
                    </a:p>
                  </a:txBody>
                  <a:tcPr marL="0" marR="0" marT="132080" marB="0" anchor="ctr"/>
                </a:tc>
                <a:extLst>
                  <a:ext uri="{0D108BD9-81ED-4DB2-BD59-A6C34878D82A}">
                    <a16:rowId xmlns:a16="http://schemas.microsoft.com/office/drawing/2014/main" val="10003"/>
                  </a:ext>
                </a:extLst>
              </a:tr>
              <a:tr h="548640">
                <a:tc>
                  <a:txBody>
                    <a:bodyPr/>
                    <a:lstStyle/>
                    <a:p>
                      <a:pPr marL="68580" algn="ctr">
                        <a:lnSpc>
                          <a:spcPct val="100000"/>
                        </a:lnSpc>
                      </a:pPr>
                      <a:r>
                        <a:rPr sz="1200" dirty="0">
                          <a:solidFill>
                            <a:srgbClr val="538235"/>
                          </a:solidFill>
                        </a:rPr>
                        <a:t>3</a:t>
                      </a:r>
                      <a:endParaRPr sz="1200" dirty="0">
                        <a:latin typeface="Tahoma"/>
                        <a:cs typeface="Tahoma"/>
                      </a:endParaRPr>
                    </a:p>
                  </a:txBody>
                  <a:tcPr marL="0" marR="0" marT="5080" marB="0" anchor="ctr"/>
                </a:tc>
                <a:tc>
                  <a:txBody>
                    <a:bodyPr/>
                    <a:lstStyle/>
                    <a:p>
                      <a:pPr marL="68580" marR="132715" algn="ctr">
                        <a:lnSpc>
                          <a:spcPct val="100000"/>
                        </a:lnSpc>
                      </a:pPr>
                      <a:r>
                        <a:rPr sz="1200" spc="-5" dirty="0">
                          <a:solidFill>
                            <a:srgbClr val="538235"/>
                          </a:solidFill>
                        </a:rPr>
                        <a:t>Euler‘s</a:t>
                      </a:r>
                      <a:r>
                        <a:rPr sz="1200" spc="5" dirty="0">
                          <a:solidFill>
                            <a:srgbClr val="538235"/>
                          </a:solidFill>
                        </a:rPr>
                        <a:t> </a:t>
                      </a:r>
                      <a:r>
                        <a:rPr sz="1200" spc="-5" dirty="0">
                          <a:solidFill>
                            <a:srgbClr val="538235"/>
                          </a:solidFill>
                        </a:rPr>
                        <a:t>totient </a:t>
                      </a:r>
                      <a:r>
                        <a:rPr sz="1200" dirty="0">
                          <a:solidFill>
                            <a:srgbClr val="538235"/>
                          </a:solidFill>
                        </a:rPr>
                        <a:t> </a:t>
                      </a:r>
                      <a:r>
                        <a:rPr sz="1200" spc="-5" dirty="0">
                          <a:solidFill>
                            <a:srgbClr val="538235"/>
                          </a:solidFill>
                        </a:rPr>
                        <a:t>function, </a:t>
                      </a:r>
                      <a:r>
                        <a:rPr sz="1200" spc="-10" dirty="0">
                          <a:solidFill>
                            <a:srgbClr val="538235"/>
                          </a:solidFill>
                        </a:rPr>
                        <a:t>Fermat‘s </a:t>
                      </a:r>
                      <a:r>
                        <a:rPr sz="1200" spc="-360" dirty="0">
                          <a:solidFill>
                            <a:srgbClr val="538235"/>
                          </a:solidFill>
                        </a:rPr>
                        <a:t> </a:t>
                      </a:r>
                      <a:r>
                        <a:rPr sz="1200" spc="-5" dirty="0">
                          <a:solidFill>
                            <a:srgbClr val="538235"/>
                          </a:solidFill>
                        </a:rPr>
                        <a:t>and Euler‘s </a:t>
                      </a:r>
                      <a:r>
                        <a:rPr sz="1200" dirty="0">
                          <a:solidFill>
                            <a:srgbClr val="538235"/>
                          </a:solidFill>
                        </a:rPr>
                        <a:t> </a:t>
                      </a:r>
                      <a:r>
                        <a:rPr sz="1200" spc="-5" dirty="0">
                          <a:solidFill>
                            <a:srgbClr val="538235"/>
                          </a:solidFill>
                        </a:rPr>
                        <a:t>Theorem</a:t>
                      </a:r>
                      <a:endParaRPr sz="1200" dirty="0">
                        <a:latin typeface="Tahoma"/>
                        <a:cs typeface="Tahoma"/>
                      </a:endParaRPr>
                    </a:p>
                  </a:txBody>
                  <a:tcPr marL="0" marR="0" marT="0" marB="0" anchor="ctr"/>
                </a:tc>
                <a:tc>
                  <a:txBody>
                    <a:bodyPr/>
                    <a:lstStyle/>
                    <a:p>
                      <a:pPr marR="1270" algn="ctr">
                        <a:lnSpc>
                          <a:spcPct val="100000"/>
                        </a:lnSpc>
                        <a:spcBef>
                          <a:spcPts val="120"/>
                        </a:spcBef>
                      </a:pPr>
                      <a:r>
                        <a:rPr kumimoji="0" lang="en-US" sz="1200" b="0" u="none" strike="noStrike" kern="0" cap="none" spc="5" normalizeH="0" baseline="0" dirty="0">
                          <a:ln>
                            <a:noFill/>
                          </a:ln>
                          <a:solidFill>
                            <a:srgbClr val="528235"/>
                          </a:solidFill>
                          <a:effectLst/>
                          <a:uLnTx/>
                          <a:uFillTx/>
                        </a:rPr>
                        <a:t>1</a:t>
                      </a:r>
                      <a:endParaRPr kumimoji="0" sz="1200" b="0" i="0" u="none" strike="noStrike" kern="0" cap="none" spc="5" normalizeH="0" baseline="0" dirty="0">
                        <a:ln>
                          <a:noFill/>
                        </a:ln>
                        <a:solidFill>
                          <a:srgbClr val="528235"/>
                        </a:solidFill>
                        <a:effectLst/>
                        <a:uLnTx/>
                        <a:uFillTx/>
                        <a:latin typeface="Tahoma"/>
                        <a:ea typeface="+mn-ea"/>
                        <a:cs typeface="Tahoma"/>
                      </a:endParaRPr>
                    </a:p>
                  </a:txBody>
                  <a:tcPr marL="0" marR="0" marT="15240" marB="0" anchor="ctr"/>
                </a:tc>
                <a:tc>
                  <a:txBody>
                    <a:bodyPr/>
                    <a:lstStyle/>
                    <a:p>
                      <a:pPr marL="1270" algn="ctr">
                        <a:lnSpc>
                          <a:spcPct val="100000"/>
                        </a:lnSpc>
                      </a:pPr>
                      <a:r>
                        <a:rPr sz="1200" spc="-5" dirty="0">
                          <a:solidFill>
                            <a:srgbClr val="538235"/>
                          </a:solidFill>
                        </a:rPr>
                        <a:t>CO3</a:t>
                      </a:r>
                      <a:endParaRPr sz="1200" dirty="0">
                        <a:latin typeface="Tahoma"/>
                        <a:cs typeface="Tahoma"/>
                      </a:endParaRPr>
                    </a:p>
                  </a:txBody>
                  <a:tcPr marL="0" marR="0" marT="5080" marB="0" anchor="ctr"/>
                </a:tc>
                <a:tc>
                  <a:txBody>
                    <a:bodyPr/>
                    <a:lstStyle/>
                    <a:p>
                      <a:pPr marL="2540" algn="ctr">
                        <a:lnSpc>
                          <a:spcPct val="100000"/>
                        </a:lnSpc>
                      </a:pPr>
                      <a:r>
                        <a:rPr sz="1200" spc="-10" dirty="0">
                          <a:solidFill>
                            <a:srgbClr val="538235"/>
                          </a:solidFill>
                        </a:rPr>
                        <a:t>K3</a:t>
                      </a:r>
                      <a:endParaRPr sz="1200" dirty="0">
                        <a:latin typeface="Tahoma"/>
                        <a:cs typeface="Tahoma"/>
                      </a:endParaRPr>
                    </a:p>
                  </a:txBody>
                  <a:tcPr marL="0" marR="0" marT="5080" marB="0" anchor="ctr"/>
                </a:tc>
                <a:tc>
                  <a:txBody>
                    <a:bodyPr/>
                    <a:lstStyle/>
                    <a:p>
                      <a:pPr marL="193675" algn="ctr">
                        <a:lnSpc>
                          <a:spcPct val="100000"/>
                        </a:lnSpc>
                      </a:pPr>
                      <a:r>
                        <a:rPr sz="1200" dirty="0">
                          <a:solidFill>
                            <a:srgbClr val="538235"/>
                          </a:solidFill>
                        </a:rPr>
                        <a:t>ICT</a:t>
                      </a:r>
                      <a:endParaRPr sz="1200" dirty="0"/>
                    </a:p>
                    <a:p>
                      <a:pPr marL="144780" algn="ctr">
                        <a:lnSpc>
                          <a:spcPct val="100000"/>
                        </a:lnSpc>
                      </a:pPr>
                      <a:r>
                        <a:rPr sz="1200" spc="-30" dirty="0">
                          <a:solidFill>
                            <a:srgbClr val="538235"/>
                          </a:solidFill>
                        </a:rPr>
                        <a:t>Tools</a:t>
                      </a:r>
                      <a:endParaRPr sz="1200" dirty="0">
                        <a:latin typeface="Tahoma"/>
                        <a:cs typeface="Tahoma"/>
                      </a:endParaRPr>
                    </a:p>
                  </a:txBody>
                  <a:tcPr marL="0" marR="0" marT="1270" marB="0" anchor="ctr"/>
                </a:tc>
                <a:extLst>
                  <a:ext uri="{0D108BD9-81ED-4DB2-BD59-A6C34878D82A}">
                    <a16:rowId xmlns:a16="http://schemas.microsoft.com/office/drawing/2014/main" val="10006"/>
                  </a:ext>
                </a:extLst>
              </a:tr>
              <a:tr h="740487">
                <a:tc>
                  <a:txBody>
                    <a:bodyPr/>
                    <a:lstStyle/>
                    <a:p>
                      <a:pPr marR="172085" algn="ctr">
                        <a:lnSpc>
                          <a:spcPct val="100000"/>
                        </a:lnSpc>
                      </a:pPr>
                      <a:r>
                        <a:rPr lang="en-IN" sz="1200" dirty="0">
                          <a:solidFill>
                            <a:srgbClr val="538235"/>
                          </a:solidFill>
                        </a:rPr>
                        <a:t>    </a:t>
                      </a:r>
                      <a:r>
                        <a:rPr sz="1200" dirty="0">
                          <a:solidFill>
                            <a:srgbClr val="538235"/>
                          </a:solidFill>
                        </a:rPr>
                        <a:t>4</a:t>
                      </a:r>
                      <a:endParaRPr sz="1200" dirty="0">
                        <a:latin typeface="Tahoma"/>
                        <a:cs typeface="Tahoma"/>
                      </a:endParaRPr>
                    </a:p>
                  </a:txBody>
                  <a:tcPr marL="0" marR="0" marT="0" marB="0" anchor="ctr"/>
                </a:tc>
                <a:tc>
                  <a:txBody>
                    <a:bodyPr/>
                    <a:lstStyle/>
                    <a:p>
                      <a:pPr marL="68580" marR="342900" algn="ctr">
                        <a:lnSpc>
                          <a:spcPct val="100000"/>
                        </a:lnSpc>
                      </a:pPr>
                      <a:r>
                        <a:rPr sz="1200" spc="-5" dirty="0">
                          <a:solidFill>
                            <a:srgbClr val="538235"/>
                          </a:solidFill>
                        </a:rPr>
                        <a:t>Chinese </a:t>
                      </a:r>
                      <a:r>
                        <a:rPr sz="1200" dirty="0">
                          <a:solidFill>
                            <a:srgbClr val="538235"/>
                          </a:solidFill>
                        </a:rPr>
                        <a:t> </a:t>
                      </a:r>
                      <a:r>
                        <a:rPr sz="1200" spc="-10" dirty="0">
                          <a:solidFill>
                            <a:srgbClr val="538235"/>
                          </a:solidFill>
                        </a:rPr>
                        <a:t>Remainder </a:t>
                      </a:r>
                      <a:r>
                        <a:rPr sz="1200" spc="-5" dirty="0">
                          <a:solidFill>
                            <a:srgbClr val="538235"/>
                          </a:solidFill>
                        </a:rPr>
                        <a:t> Theorem</a:t>
                      </a:r>
                      <a:r>
                        <a:rPr sz="1200" spc="15" dirty="0">
                          <a:solidFill>
                            <a:srgbClr val="538235"/>
                          </a:solidFill>
                        </a:rPr>
                        <a:t> </a:t>
                      </a:r>
                      <a:r>
                        <a:rPr sz="1200" dirty="0">
                          <a:solidFill>
                            <a:srgbClr val="538235"/>
                          </a:solidFill>
                        </a:rPr>
                        <a:t>– </a:t>
                      </a:r>
                      <a:r>
                        <a:rPr sz="1200" spc="5" dirty="0">
                          <a:solidFill>
                            <a:srgbClr val="538235"/>
                          </a:solidFill>
                        </a:rPr>
                        <a:t> </a:t>
                      </a:r>
                      <a:r>
                        <a:rPr sz="1200" dirty="0">
                          <a:solidFill>
                            <a:srgbClr val="538235"/>
                          </a:solidFill>
                        </a:rPr>
                        <a:t>Ex</a:t>
                      </a:r>
                      <a:r>
                        <a:rPr sz="1200" spc="5" dirty="0">
                          <a:solidFill>
                            <a:srgbClr val="538235"/>
                          </a:solidFill>
                        </a:rPr>
                        <a:t>p</a:t>
                      </a:r>
                      <a:r>
                        <a:rPr sz="1200" dirty="0">
                          <a:solidFill>
                            <a:srgbClr val="538235"/>
                          </a:solidFill>
                        </a:rPr>
                        <a:t>on</a:t>
                      </a:r>
                      <a:r>
                        <a:rPr sz="1200" spc="-10" dirty="0">
                          <a:solidFill>
                            <a:srgbClr val="538235"/>
                          </a:solidFill>
                        </a:rPr>
                        <a:t>e</a:t>
                      </a:r>
                      <a:r>
                        <a:rPr sz="1200" dirty="0">
                          <a:solidFill>
                            <a:srgbClr val="538235"/>
                          </a:solidFill>
                        </a:rPr>
                        <a:t>n</a:t>
                      </a:r>
                      <a:r>
                        <a:rPr sz="1200" spc="5" dirty="0">
                          <a:solidFill>
                            <a:srgbClr val="538235"/>
                          </a:solidFill>
                        </a:rPr>
                        <a:t>t</a:t>
                      </a:r>
                      <a:r>
                        <a:rPr sz="1200" spc="-15" dirty="0">
                          <a:solidFill>
                            <a:srgbClr val="538235"/>
                          </a:solidFill>
                        </a:rPr>
                        <a:t>i</a:t>
                      </a:r>
                      <a:r>
                        <a:rPr sz="1200" spc="-10" dirty="0">
                          <a:solidFill>
                            <a:srgbClr val="538235"/>
                          </a:solidFill>
                        </a:rPr>
                        <a:t>a</a:t>
                      </a:r>
                      <a:r>
                        <a:rPr sz="1200" spc="5" dirty="0">
                          <a:solidFill>
                            <a:srgbClr val="538235"/>
                          </a:solidFill>
                        </a:rPr>
                        <a:t>t</a:t>
                      </a:r>
                      <a:r>
                        <a:rPr sz="1200" spc="-15" dirty="0">
                          <a:solidFill>
                            <a:srgbClr val="538235"/>
                          </a:solidFill>
                        </a:rPr>
                        <a:t>i</a:t>
                      </a:r>
                      <a:r>
                        <a:rPr sz="1200" dirty="0">
                          <a:solidFill>
                            <a:srgbClr val="538235"/>
                          </a:solidFill>
                        </a:rPr>
                        <a:t>on  </a:t>
                      </a:r>
                      <a:r>
                        <a:rPr sz="1200" spc="-5" dirty="0">
                          <a:solidFill>
                            <a:srgbClr val="538235"/>
                          </a:solidFill>
                        </a:rPr>
                        <a:t>and</a:t>
                      </a:r>
                      <a:r>
                        <a:rPr sz="1200" spc="-45" dirty="0">
                          <a:solidFill>
                            <a:srgbClr val="538235"/>
                          </a:solidFill>
                        </a:rPr>
                        <a:t> </a:t>
                      </a:r>
                      <a:r>
                        <a:rPr sz="1200" spc="-5" dirty="0">
                          <a:solidFill>
                            <a:srgbClr val="538235"/>
                          </a:solidFill>
                        </a:rPr>
                        <a:t>logarithm</a:t>
                      </a:r>
                      <a:endParaRPr sz="1200" dirty="0">
                        <a:latin typeface="Tahoma"/>
                        <a:cs typeface="Tahoma"/>
                      </a:endParaRPr>
                    </a:p>
                  </a:txBody>
                  <a:tcPr marL="0" marR="0" marT="0" marB="0" anchor="ctr"/>
                </a:tc>
                <a:tc>
                  <a:txBody>
                    <a:bodyPr/>
                    <a:lstStyle/>
                    <a:p>
                      <a:pPr marR="1270" algn="ctr">
                        <a:lnSpc>
                          <a:spcPct val="100000"/>
                        </a:lnSpc>
                        <a:spcBef>
                          <a:spcPts val="120"/>
                        </a:spcBef>
                      </a:pPr>
                      <a:r>
                        <a:rPr kumimoji="0" lang="en-US" sz="1200" b="0" u="none" strike="noStrike" kern="0" cap="none" spc="5" normalizeH="0" baseline="0" dirty="0">
                          <a:ln>
                            <a:noFill/>
                          </a:ln>
                          <a:solidFill>
                            <a:srgbClr val="528235"/>
                          </a:solidFill>
                          <a:effectLst/>
                          <a:uLnTx/>
                          <a:uFillTx/>
                        </a:rPr>
                        <a:t>1</a:t>
                      </a:r>
                      <a:endParaRPr kumimoji="0" sz="1200" b="0" i="0" u="none" strike="noStrike" kern="0" cap="none" spc="5" normalizeH="0" baseline="0" dirty="0">
                        <a:ln>
                          <a:noFill/>
                        </a:ln>
                        <a:solidFill>
                          <a:srgbClr val="528235"/>
                        </a:solidFill>
                        <a:effectLst/>
                        <a:uLnTx/>
                        <a:uFillTx/>
                        <a:latin typeface="Tahoma"/>
                        <a:ea typeface="+mn-ea"/>
                        <a:cs typeface="Tahoma"/>
                      </a:endParaRPr>
                    </a:p>
                  </a:txBody>
                  <a:tcPr marL="0" marR="0" marT="15240" marB="0" anchor="ctr"/>
                </a:tc>
                <a:tc>
                  <a:txBody>
                    <a:bodyPr/>
                    <a:lstStyle/>
                    <a:p>
                      <a:pPr marL="1270" algn="ctr">
                        <a:lnSpc>
                          <a:spcPct val="100000"/>
                        </a:lnSpc>
                      </a:pPr>
                      <a:r>
                        <a:rPr sz="1200" spc="-5" dirty="0">
                          <a:solidFill>
                            <a:srgbClr val="538235"/>
                          </a:solidFill>
                        </a:rPr>
                        <a:t>CO3</a:t>
                      </a:r>
                      <a:endParaRPr sz="1200" dirty="0">
                        <a:latin typeface="Tahoma"/>
                        <a:cs typeface="Tahoma"/>
                      </a:endParaRPr>
                    </a:p>
                  </a:txBody>
                  <a:tcPr marL="0" marR="0" marT="0" marB="0" anchor="ctr"/>
                </a:tc>
                <a:tc>
                  <a:txBody>
                    <a:bodyPr/>
                    <a:lstStyle/>
                    <a:p>
                      <a:pPr marL="2540" algn="ctr">
                        <a:lnSpc>
                          <a:spcPct val="100000"/>
                        </a:lnSpc>
                      </a:pPr>
                      <a:r>
                        <a:rPr sz="1200" spc="-10" dirty="0">
                          <a:solidFill>
                            <a:srgbClr val="538235"/>
                          </a:solidFill>
                        </a:rPr>
                        <a:t>K</a:t>
                      </a:r>
                      <a:r>
                        <a:rPr lang="en-US" sz="1200" spc="-10" dirty="0">
                          <a:solidFill>
                            <a:srgbClr val="538235"/>
                          </a:solidFill>
                        </a:rPr>
                        <a:t>3</a:t>
                      </a:r>
                      <a:endParaRPr sz="1200" dirty="0">
                        <a:latin typeface="Tahoma"/>
                        <a:cs typeface="Tahoma"/>
                      </a:endParaRPr>
                    </a:p>
                  </a:txBody>
                  <a:tcPr marL="0" marR="0" marT="0" marB="0" anchor="ctr"/>
                </a:tc>
                <a:tc>
                  <a:txBody>
                    <a:bodyPr/>
                    <a:lstStyle/>
                    <a:p>
                      <a:pPr marL="193675" algn="ctr">
                        <a:lnSpc>
                          <a:spcPct val="100000"/>
                        </a:lnSpc>
                      </a:pPr>
                      <a:r>
                        <a:rPr sz="1200" dirty="0">
                          <a:solidFill>
                            <a:srgbClr val="538235"/>
                          </a:solidFill>
                        </a:rPr>
                        <a:t>ICT</a:t>
                      </a:r>
                      <a:endParaRPr sz="1200" dirty="0"/>
                    </a:p>
                    <a:p>
                      <a:pPr marL="144780" algn="ctr">
                        <a:lnSpc>
                          <a:spcPct val="100000"/>
                        </a:lnSpc>
                        <a:spcBef>
                          <a:spcPts val="5"/>
                        </a:spcBef>
                      </a:pPr>
                      <a:r>
                        <a:rPr sz="1200" spc="-30" dirty="0">
                          <a:solidFill>
                            <a:srgbClr val="538235"/>
                          </a:solidFill>
                        </a:rPr>
                        <a:t>Tools</a:t>
                      </a:r>
                      <a:endParaRPr sz="1200" dirty="0">
                        <a:latin typeface="Tahoma"/>
                        <a:cs typeface="Tahoma"/>
                      </a:endParaRPr>
                    </a:p>
                  </a:txBody>
                  <a:tcPr marL="0" marR="0" marT="5080" marB="0" anchor="ctr"/>
                </a:tc>
                <a:extLst>
                  <a:ext uri="{0D108BD9-81ED-4DB2-BD59-A6C34878D82A}">
                    <a16:rowId xmlns:a16="http://schemas.microsoft.com/office/drawing/2014/main" val="10007"/>
                  </a:ext>
                </a:extLst>
              </a:tr>
              <a:tr h="601981">
                <a:tc>
                  <a:txBody>
                    <a:bodyPr/>
                    <a:lstStyle/>
                    <a:p>
                      <a:pPr marR="172085" algn="ctr">
                        <a:lnSpc>
                          <a:spcPct val="100000"/>
                        </a:lnSpc>
                        <a:spcBef>
                          <a:spcPts val="919"/>
                        </a:spcBef>
                      </a:pPr>
                      <a:r>
                        <a:rPr lang="en-IN" sz="1200" dirty="0">
                          <a:solidFill>
                            <a:srgbClr val="538235"/>
                          </a:solidFill>
                        </a:rPr>
                        <a:t>    </a:t>
                      </a:r>
                      <a:r>
                        <a:rPr sz="1200" dirty="0">
                          <a:solidFill>
                            <a:srgbClr val="538235"/>
                          </a:solidFill>
                        </a:rPr>
                        <a:t>5</a:t>
                      </a:r>
                      <a:endParaRPr sz="1200" dirty="0">
                        <a:latin typeface="Tahoma"/>
                        <a:cs typeface="Tahoma"/>
                      </a:endParaRPr>
                    </a:p>
                  </a:txBody>
                  <a:tcPr marL="0" marR="0" marT="0" marB="0" anchor="ctr"/>
                </a:tc>
                <a:tc>
                  <a:txBody>
                    <a:bodyPr/>
                    <a:lstStyle/>
                    <a:p>
                      <a:pPr marR="15240" algn="ctr">
                        <a:lnSpc>
                          <a:spcPct val="100000"/>
                        </a:lnSpc>
                        <a:spcBef>
                          <a:spcPts val="919"/>
                        </a:spcBef>
                      </a:pPr>
                      <a:r>
                        <a:rPr sz="1200" dirty="0">
                          <a:solidFill>
                            <a:srgbClr val="538235"/>
                          </a:solidFill>
                        </a:rPr>
                        <a:t>RSA</a:t>
                      </a:r>
                      <a:r>
                        <a:rPr sz="1200" spc="315" dirty="0">
                          <a:solidFill>
                            <a:srgbClr val="538235"/>
                          </a:solidFill>
                        </a:rPr>
                        <a:t> </a:t>
                      </a:r>
                      <a:r>
                        <a:rPr sz="1200" spc="-5" dirty="0">
                          <a:solidFill>
                            <a:srgbClr val="538235"/>
                          </a:solidFill>
                        </a:rPr>
                        <a:t>cryptosystem</a:t>
                      </a:r>
                      <a:endParaRPr sz="1200" dirty="0">
                        <a:latin typeface="Tahoma"/>
                        <a:cs typeface="Tahoma"/>
                      </a:endParaRPr>
                    </a:p>
                  </a:txBody>
                  <a:tcPr marL="0" marR="0" marT="0" marB="0" anchor="ctr"/>
                </a:tc>
                <a:tc>
                  <a:txBody>
                    <a:bodyPr/>
                    <a:lstStyle/>
                    <a:p>
                      <a:pPr marR="1270" algn="ctr">
                        <a:lnSpc>
                          <a:spcPct val="100000"/>
                        </a:lnSpc>
                        <a:spcBef>
                          <a:spcPts val="120"/>
                        </a:spcBef>
                      </a:pPr>
                      <a:r>
                        <a:rPr lang="en-US" sz="1200" spc="5" dirty="0">
                          <a:solidFill>
                            <a:srgbClr val="528235"/>
                          </a:solidFill>
                        </a:rPr>
                        <a:t>1</a:t>
                      </a:r>
                      <a:endParaRPr sz="1200" spc="5" dirty="0">
                        <a:solidFill>
                          <a:srgbClr val="528235"/>
                        </a:solidFill>
                        <a:latin typeface="Tahoma"/>
                        <a:ea typeface="+mn-ea"/>
                        <a:cs typeface="Tahoma"/>
                      </a:endParaRPr>
                    </a:p>
                  </a:txBody>
                  <a:tcPr marL="0" marR="0" marT="15240" marB="0" anchor="ctr"/>
                </a:tc>
                <a:tc>
                  <a:txBody>
                    <a:bodyPr/>
                    <a:lstStyle/>
                    <a:p>
                      <a:pPr marL="1270" algn="ctr">
                        <a:lnSpc>
                          <a:spcPct val="100000"/>
                        </a:lnSpc>
                        <a:spcBef>
                          <a:spcPts val="919"/>
                        </a:spcBef>
                      </a:pPr>
                      <a:r>
                        <a:rPr sz="1200" spc="-5" dirty="0">
                          <a:solidFill>
                            <a:srgbClr val="538235"/>
                          </a:solidFill>
                        </a:rPr>
                        <a:t>CO3</a:t>
                      </a:r>
                      <a:endParaRPr sz="1200" dirty="0">
                        <a:latin typeface="Tahoma"/>
                        <a:cs typeface="Tahoma"/>
                      </a:endParaRPr>
                    </a:p>
                  </a:txBody>
                  <a:tcPr marL="0" marR="0" marT="0" marB="0" anchor="ctr"/>
                </a:tc>
                <a:tc>
                  <a:txBody>
                    <a:bodyPr/>
                    <a:lstStyle/>
                    <a:p>
                      <a:pPr marL="2540" algn="ctr">
                        <a:lnSpc>
                          <a:spcPct val="100000"/>
                        </a:lnSpc>
                        <a:spcBef>
                          <a:spcPts val="919"/>
                        </a:spcBef>
                      </a:pPr>
                      <a:r>
                        <a:rPr sz="1200" spc="-15" dirty="0">
                          <a:solidFill>
                            <a:srgbClr val="538235"/>
                          </a:solidFill>
                        </a:rPr>
                        <a:t>K3</a:t>
                      </a:r>
                      <a:endParaRPr sz="1200" dirty="0">
                        <a:latin typeface="Tahoma"/>
                        <a:cs typeface="Tahoma"/>
                      </a:endParaRPr>
                    </a:p>
                  </a:txBody>
                  <a:tcPr marL="0" marR="0" marT="0" marB="0" anchor="ctr"/>
                </a:tc>
                <a:tc>
                  <a:txBody>
                    <a:bodyPr/>
                    <a:lstStyle/>
                    <a:p>
                      <a:pPr marL="194945" algn="ctr">
                        <a:lnSpc>
                          <a:spcPct val="100000"/>
                        </a:lnSpc>
                      </a:pPr>
                      <a:r>
                        <a:rPr sz="1200" dirty="0">
                          <a:solidFill>
                            <a:srgbClr val="538235"/>
                          </a:solidFill>
                        </a:rPr>
                        <a:t>ICT</a:t>
                      </a:r>
                      <a:endParaRPr sz="1200" dirty="0"/>
                    </a:p>
                    <a:p>
                      <a:pPr marL="142875" algn="ctr">
                        <a:lnSpc>
                          <a:spcPct val="100000"/>
                        </a:lnSpc>
                      </a:pPr>
                      <a:r>
                        <a:rPr sz="1200" spc="-30" dirty="0">
                          <a:solidFill>
                            <a:srgbClr val="538235"/>
                          </a:solidFill>
                        </a:rPr>
                        <a:t>Tools</a:t>
                      </a:r>
                      <a:endParaRPr sz="1200" dirty="0">
                        <a:latin typeface="Tahoma"/>
                        <a:cs typeface="Tahoma"/>
                      </a:endParaRPr>
                    </a:p>
                  </a:txBody>
                  <a:tcPr marL="0" marR="0" marT="3810" marB="0" anchor="ctr"/>
                </a:tc>
                <a:extLst>
                  <a:ext uri="{0D108BD9-81ED-4DB2-BD59-A6C34878D82A}">
                    <a16:rowId xmlns:a16="http://schemas.microsoft.com/office/drawing/2014/main" val="10008"/>
                  </a:ext>
                </a:extLst>
              </a:tr>
              <a:tr h="650367">
                <a:tc>
                  <a:txBody>
                    <a:bodyPr/>
                    <a:lstStyle/>
                    <a:p>
                      <a:pPr marR="172085" algn="ctr">
                        <a:lnSpc>
                          <a:spcPct val="100000"/>
                        </a:lnSpc>
                      </a:pPr>
                      <a:r>
                        <a:rPr lang="en-IN" sz="1200" dirty="0">
                          <a:solidFill>
                            <a:srgbClr val="538235"/>
                          </a:solidFill>
                        </a:rPr>
                        <a:t>   </a:t>
                      </a:r>
                      <a:r>
                        <a:rPr sz="1200" dirty="0">
                          <a:solidFill>
                            <a:srgbClr val="538235"/>
                          </a:solidFill>
                        </a:rPr>
                        <a:t>6</a:t>
                      </a:r>
                      <a:endParaRPr sz="1200" dirty="0">
                        <a:latin typeface="Tahoma"/>
                        <a:cs typeface="Tahoma"/>
                      </a:endParaRPr>
                    </a:p>
                  </a:txBody>
                  <a:tcPr marL="0" marR="0" marT="3810" marB="0" anchor="ctr"/>
                </a:tc>
                <a:tc>
                  <a:txBody>
                    <a:bodyPr/>
                    <a:lstStyle/>
                    <a:p>
                      <a:pPr marL="68580" marR="170180" algn="ctr">
                        <a:lnSpc>
                          <a:spcPct val="100000"/>
                        </a:lnSpc>
                        <a:spcBef>
                          <a:spcPts val="1095"/>
                        </a:spcBef>
                      </a:pPr>
                      <a:r>
                        <a:rPr sz="1200" spc="-15" dirty="0">
                          <a:solidFill>
                            <a:srgbClr val="538235"/>
                          </a:solidFill>
                        </a:rPr>
                        <a:t>Key </a:t>
                      </a:r>
                      <a:r>
                        <a:rPr sz="1200" spc="-5" dirty="0">
                          <a:solidFill>
                            <a:srgbClr val="538235"/>
                          </a:solidFill>
                        </a:rPr>
                        <a:t>distribution, </a:t>
                      </a:r>
                      <a:r>
                        <a:rPr sz="1200" dirty="0">
                          <a:solidFill>
                            <a:srgbClr val="538235"/>
                          </a:solidFill>
                        </a:rPr>
                        <a:t> </a:t>
                      </a:r>
                      <a:r>
                        <a:rPr sz="1200" spc="-15" dirty="0">
                          <a:solidFill>
                            <a:srgbClr val="538235"/>
                          </a:solidFill>
                        </a:rPr>
                        <a:t>Key</a:t>
                      </a:r>
                      <a:r>
                        <a:rPr sz="1200" spc="-65" dirty="0">
                          <a:solidFill>
                            <a:srgbClr val="538235"/>
                          </a:solidFill>
                        </a:rPr>
                        <a:t> </a:t>
                      </a:r>
                      <a:r>
                        <a:rPr sz="1200" spc="-5" dirty="0">
                          <a:solidFill>
                            <a:srgbClr val="538235"/>
                          </a:solidFill>
                        </a:rPr>
                        <a:t>management</a:t>
                      </a:r>
                      <a:endParaRPr sz="1200" dirty="0">
                        <a:latin typeface="Tahoma"/>
                        <a:cs typeface="Tahoma"/>
                      </a:endParaRPr>
                    </a:p>
                  </a:txBody>
                  <a:tcPr marL="0" marR="0" marT="139065" marB="0" anchor="ctr"/>
                </a:tc>
                <a:tc>
                  <a:txBody>
                    <a:bodyPr/>
                    <a:lstStyle/>
                    <a:p>
                      <a:pPr marR="1270" algn="ctr">
                        <a:lnSpc>
                          <a:spcPct val="100000"/>
                        </a:lnSpc>
                        <a:spcBef>
                          <a:spcPts val="120"/>
                        </a:spcBef>
                      </a:pPr>
                      <a:r>
                        <a:rPr lang="en-US" sz="1200" spc="5" dirty="0">
                          <a:solidFill>
                            <a:srgbClr val="528235"/>
                          </a:solidFill>
                        </a:rPr>
                        <a:t>1</a:t>
                      </a:r>
                      <a:endParaRPr sz="1200" spc="5" dirty="0">
                        <a:solidFill>
                          <a:srgbClr val="528235"/>
                        </a:solidFill>
                        <a:latin typeface="Tahoma"/>
                        <a:ea typeface="+mn-ea"/>
                        <a:cs typeface="Tahoma"/>
                      </a:endParaRPr>
                    </a:p>
                  </a:txBody>
                  <a:tcPr marL="0" marR="0" marT="15240" marB="0" anchor="ctr"/>
                </a:tc>
                <a:tc>
                  <a:txBody>
                    <a:bodyPr/>
                    <a:lstStyle/>
                    <a:p>
                      <a:pPr marL="1270" algn="ctr">
                        <a:lnSpc>
                          <a:spcPct val="100000"/>
                        </a:lnSpc>
                      </a:pPr>
                      <a:r>
                        <a:rPr sz="1200" spc="-5" dirty="0">
                          <a:solidFill>
                            <a:srgbClr val="538235"/>
                          </a:solidFill>
                        </a:rPr>
                        <a:t>CO3</a:t>
                      </a:r>
                      <a:endParaRPr sz="1200" dirty="0">
                        <a:latin typeface="Tahoma"/>
                        <a:cs typeface="Tahoma"/>
                      </a:endParaRPr>
                    </a:p>
                  </a:txBody>
                  <a:tcPr marL="0" marR="0" marT="3810" marB="0" anchor="ctr"/>
                </a:tc>
                <a:tc>
                  <a:txBody>
                    <a:bodyPr/>
                    <a:lstStyle/>
                    <a:p>
                      <a:pPr marL="2540" algn="ctr">
                        <a:lnSpc>
                          <a:spcPct val="100000"/>
                        </a:lnSpc>
                      </a:pPr>
                      <a:r>
                        <a:rPr sz="1200" spc="-10" dirty="0">
                          <a:solidFill>
                            <a:srgbClr val="538235"/>
                          </a:solidFill>
                        </a:rPr>
                        <a:t>K2</a:t>
                      </a:r>
                      <a:endParaRPr sz="1200" dirty="0">
                        <a:latin typeface="Tahoma"/>
                        <a:cs typeface="Tahoma"/>
                      </a:endParaRPr>
                    </a:p>
                  </a:txBody>
                  <a:tcPr marL="0" marR="0" marT="3810" marB="0" anchor="ctr"/>
                </a:tc>
                <a:tc>
                  <a:txBody>
                    <a:bodyPr/>
                    <a:lstStyle/>
                    <a:p>
                      <a:pPr marL="194945" algn="ctr">
                        <a:lnSpc>
                          <a:spcPct val="100000"/>
                        </a:lnSpc>
                      </a:pPr>
                      <a:r>
                        <a:rPr sz="1200" dirty="0">
                          <a:solidFill>
                            <a:srgbClr val="538235"/>
                          </a:solidFill>
                        </a:rPr>
                        <a:t>ICT</a:t>
                      </a:r>
                      <a:endParaRPr sz="1200" dirty="0"/>
                    </a:p>
                    <a:p>
                      <a:pPr marL="142875" algn="ctr">
                        <a:lnSpc>
                          <a:spcPct val="100000"/>
                        </a:lnSpc>
                      </a:pPr>
                      <a:r>
                        <a:rPr sz="1200" spc="-30" dirty="0">
                          <a:solidFill>
                            <a:srgbClr val="538235"/>
                          </a:solidFill>
                        </a:rPr>
                        <a:t>Tools</a:t>
                      </a:r>
                      <a:endParaRPr sz="1200" dirty="0">
                        <a:latin typeface="Tahoma"/>
                        <a:cs typeface="Tahoma"/>
                      </a:endParaRPr>
                    </a:p>
                  </a:txBody>
                  <a:tcPr marL="0" marR="0" marT="3810" marB="0" anchor="ctr"/>
                </a:tc>
                <a:extLst>
                  <a:ext uri="{0D108BD9-81ED-4DB2-BD59-A6C34878D82A}">
                    <a16:rowId xmlns:a16="http://schemas.microsoft.com/office/drawing/2014/main" val="10009"/>
                  </a:ext>
                </a:extLst>
              </a:tr>
              <a:tr h="492633">
                <a:tc>
                  <a:txBody>
                    <a:bodyPr/>
                    <a:lstStyle/>
                    <a:p>
                      <a:pPr marR="172085" algn="ctr">
                        <a:lnSpc>
                          <a:spcPct val="100000"/>
                        </a:lnSpc>
                        <a:spcBef>
                          <a:spcPts val="925"/>
                        </a:spcBef>
                      </a:pPr>
                      <a:r>
                        <a:rPr lang="en-IN" sz="1200" dirty="0">
                          <a:solidFill>
                            <a:srgbClr val="538235"/>
                          </a:solidFill>
                        </a:rPr>
                        <a:t>   </a:t>
                      </a:r>
                      <a:r>
                        <a:rPr sz="1200" dirty="0">
                          <a:solidFill>
                            <a:srgbClr val="538235"/>
                          </a:solidFill>
                        </a:rPr>
                        <a:t>7</a:t>
                      </a:r>
                      <a:endParaRPr sz="1200" dirty="0">
                        <a:latin typeface="Tahoma"/>
                        <a:cs typeface="Tahoma"/>
                      </a:endParaRPr>
                    </a:p>
                  </a:txBody>
                  <a:tcPr marL="0" marR="0" marT="0" marB="0" anchor="ctr"/>
                </a:tc>
                <a:tc>
                  <a:txBody>
                    <a:bodyPr/>
                    <a:lstStyle/>
                    <a:p>
                      <a:pPr marL="68580" marR="114935" algn="ctr">
                        <a:lnSpc>
                          <a:spcPct val="100000"/>
                        </a:lnSpc>
                      </a:pPr>
                      <a:r>
                        <a:rPr sz="1200" spc="-10" dirty="0">
                          <a:solidFill>
                            <a:srgbClr val="538235"/>
                          </a:solidFill>
                        </a:rPr>
                        <a:t>Diffie</a:t>
                      </a:r>
                      <a:r>
                        <a:rPr sz="1200" spc="-5" dirty="0">
                          <a:solidFill>
                            <a:srgbClr val="538235"/>
                          </a:solidFill>
                        </a:rPr>
                        <a:t> </a:t>
                      </a:r>
                      <a:r>
                        <a:rPr sz="1200" spc="-10" dirty="0">
                          <a:solidFill>
                            <a:srgbClr val="538235"/>
                          </a:solidFill>
                        </a:rPr>
                        <a:t>Hellman</a:t>
                      </a:r>
                      <a:r>
                        <a:rPr sz="1200" spc="10" dirty="0">
                          <a:solidFill>
                            <a:srgbClr val="538235"/>
                          </a:solidFill>
                        </a:rPr>
                        <a:t> </a:t>
                      </a:r>
                      <a:r>
                        <a:rPr sz="1200" spc="-5" dirty="0">
                          <a:solidFill>
                            <a:srgbClr val="538235"/>
                          </a:solidFill>
                        </a:rPr>
                        <a:t>key </a:t>
                      </a:r>
                      <a:r>
                        <a:rPr sz="1200" spc="-360" dirty="0">
                          <a:solidFill>
                            <a:srgbClr val="538235"/>
                          </a:solidFill>
                        </a:rPr>
                        <a:t> </a:t>
                      </a:r>
                      <a:r>
                        <a:rPr sz="1200" spc="-5" dirty="0">
                          <a:solidFill>
                            <a:srgbClr val="538235"/>
                          </a:solidFill>
                        </a:rPr>
                        <a:t>exchange</a:t>
                      </a:r>
                      <a:endParaRPr sz="1200" dirty="0">
                        <a:latin typeface="Tahoma"/>
                        <a:cs typeface="Tahoma"/>
                      </a:endParaRPr>
                    </a:p>
                  </a:txBody>
                  <a:tcPr marL="0" marR="0" marT="4445" marB="0" anchor="ctr"/>
                </a:tc>
                <a:tc>
                  <a:txBody>
                    <a:bodyPr/>
                    <a:lstStyle/>
                    <a:p>
                      <a:pPr marR="1270" algn="ctr">
                        <a:lnSpc>
                          <a:spcPct val="100000"/>
                        </a:lnSpc>
                        <a:spcBef>
                          <a:spcPts val="120"/>
                        </a:spcBef>
                      </a:pPr>
                      <a:r>
                        <a:rPr kumimoji="0" lang="en-US" sz="1200" b="0" u="none" strike="noStrike" kern="0" cap="none" spc="5" normalizeH="0" baseline="0" dirty="0">
                          <a:ln>
                            <a:noFill/>
                          </a:ln>
                          <a:solidFill>
                            <a:srgbClr val="528235"/>
                          </a:solidFill>
                          <a:effectLst/>
                          <a:uLnTx/>
                          <a:uFillTx/>
                        </a:rPr>
                        <a:t>1</a:t>
                      </a:r>
                      <a:endParaRPr kumimoji="0" sz="1200" b="0" i="0" u="none" strike="noStrike" kern="0" cap="none" spc="5" normalizeH="0" baseline="0" dirty="0">
                        <a:ln>
                          <a:noFill/>
                        </a:ln>
                        <a:solidFill>
                          <a:srgbClr val="528235"/>
                        </a:solidFill>
                        <a:effectLst/>
                        <a:uLnTx/>
                        <a:uFillTx/>
                        <a:latin typeface="Tahoma"/>
                        <a:ea typeface="+mn-ea"/>
                        <a:cs typeface="Tahoma"/>
                      </a:endParaRPr>
                    </a:p>
                  </a:txBody>
                  <a:tcPr marL="0" marR="0" marT="15240" marB="0" anchor="ctr"/>
                </a:tc>
                <a:tc>
                  <a:txBody>
                    <a:bodyPr/>
                    <a:lstStyle/>
                    <a:p>
                      <a:pPr marL="1270" algn="ctr">
                        <a:lnSpc>
                          <a:spcPct val="100000"/>
                        </a:lnSpc>
                      </a:pPr>
                      <a:r>
                        <a:rPr sz="1200" spc="-5" dirty="0">
                          <a:solidFill>
                            <a:srgbClr val="538235"/>
                          </a:solidFill>
                        </a:rPr>
                        <a:t>CO3</a:t>
                      </a:r>
                      <a:endParaRPr sz="1200" dirty="0">
                        <a:latin typeface="Tahoma"/>
                        <a:cs typeface="Tahoma"/>
                      </a:endParaRPr>
                    </a:p>
                  </a:txBody>
                  <a:tcPr marL="0" marR="0" marT="4445" marB="0" anchor="ctr"/>
                </a:tc>
                <a:tc>
                  <a:txBody>
                    <a:bodyPr/>
                    <a:lstStyle/>
                    <a:p>
                      <a:pPr marL="2540" algn="ctr">
                        <a:lnSpc>
                          <a:spcPct val="100000"/>
                        </a:lnSpc>
                        <a:spcBef>
                          <a:spcPts val="925"/>
                        </a:spcBef>
                      </a:pPr>
                      <a:r>
                        <a:rPr sz="1200" spc="-10" dirty="0">
                          <a:solidFill>
                            <a:srgbClr val="538235"/>
                          </a:solidFill>
                        </a:rPr>
                        <a:t>K</a:t>
                      </a:r>
                      <a:r>
                        <a:rPr lang="en-US" sz="1200" spc="-10" dirty="0">
                          <a:solidFill>
                            <a:srgbClr val="538235"/>
                          </a:solidFill>
                        </a:rPr>
                        <a:t>3</a:t>
                      </a:r>
                      <a:endParaRPr sz="1200" dirty="0">
                        <a:latin typeface="Tahoma"/>
                        <a:cs typeface="Tahoma"/>
                      </a:endParaRPr>
                    </a:p>
                  </a:txBody>
                  <a:tcPr marL="0" marR="0" marT="0" marB="0" anchor="ctr"/>
                </a:tc>
                <a:tc>
                  <a:txBody>
                    <a:bodyPr/>
                    <a:lstStyle/>
                    <a:p>
                      <a:pPr marL="194945" algn="ctr">
                        <a:lnSpc>
                          <a:spcPct val="100000"/>
                        </a:lnSpc>
                      </a:pPr>
                      <a:r>
                        <a:rPr sz="1200" dirty="0">
                          <a:solidFill>
                            <a:srgbClr val="538235"/>
                          </a:solidFill>
                        </a:rPr>
                        <a:t>ICT</a:t>
                      </a:r>
                      <a:endParaRPr sz="1200" dirty="0"/>
                    </a:p>
                    <a:p>
                      <a:pPr marL="142875" algn="ctr">
                        <a:lnSpc>
                          <a:spcPct val="100000"/>
                        </a:lnSpc>
                      </a:pPr>
                      <a:r>
                        <a:rPr sz="1200" spc="-30" dirty="0">
                          <a:solidFill>
                            <a:srgbClr val="538235"/>
                          </a:solidFill>
                        </a:rPr>
                        <a:t>Tools</a:t>
                      </a:r>
                      <a:endParaRPr sz="1200" dirty="0">
                        <a:latin typeface="Tahoma"/>
                        <a:cs typeface="Tahoma"/>
                      </a:endParaRPr>
                    </a:p>
                  </a:txBody>
                  <a:tcPr marL="0" marR="0" marT="4445" marB="0" anchor="ctr"/>
                </a:tc>
                <a:extLst>
                  <a:ext uri="{0D108BD9-81ED-4DB2-BD59-A6C34878D82A}">
                    <a16:rowId xmlns:a16="http://schemas.microsoft.com/office/drawing/2014/main" val="10010"/>
                  </a:ext>
                </a:extLst>
              </a:tr>
              <a:tr h="567816">
                <a:tc>
                  <a:txBody>
                    <a:bodyPr/>
                    <a:lstStyle/>
                    <a:p>
                      <a:pPr marR="172085" algn="ctr">
                        <a:lnSpc>
                          <a:spcPct val="100000"/>
                        </a:lnSpc>
                      </a:pPr>
                      <a:r>
                        <a:rPr lang="en-IN" sz="1200" dirty="0">
                          <a:solidFill>
                            <a:srgbClr val="538235"/>
                          </a:solidFill>
                        </a:rPr>
                        <a:t>  8</a:t>
                      </a:r>
                      <a:endParaRPr sz="1200" dirty="0">
                        <a:latin typeface="Tahoma"/>
                        <a:cs typeface="Tahoma"/>
                      </a:endParaRPr>
                    </a:p>
                  </a:txBody>
                  <a:tcPr marL="0" marR="0" marT="6350" marB="0" anchor="ctr"/>
                </a:tc>
                <a:tc>
                  <a:txBody>
                    <a:bodyPr/>
                    <a:lstStyle/>
                    <a:p>
                      <a:pPr marL="68580" marR="87630" algn="ctr">
                        <a:lnSpc>
                          <a:spcPct val="100000"/>
                        </a:lnSpc>
                      </a:pPr>
                      <a:r>
                        <a:rPr sz="1200" spc="-10" dirty="0">
                          <a:solidFill>
                            <a:srgbClr val="538235"/>
                          </a:solidFill>
                        </a:rPr>
                        <a:t>Elliptic</a:t>
                      </a:r>
                      <a:r>
                        <a:rPr sz="1200" spc="15" dirty="0">
                          <a:solidFill>
                            <a:srgbClr val="538235"/>
                          </a:solidFill>
                        </a:rPr>
                        <a:t> </a:t>
                      </a:r>
                      <a:r>
                        <a:rPr sz="1200" spc="-5" dirty="0">
                          <a:solidFill>
                            <a:srgbClr val="538235"/>
                          </a:solidFill>
                        </a:rPr>
                        <a:t>curve </a:t>
                      </a:r>
                      <a:r>
                        <a:rPr sz="1200" dirty="0">
                          <a:solidFill>
                            <a:srgbClr val="538235"/>
                          </a:solidFill>
                        </a:rPr>
                        <a:t> </a:t>
                      </a:r>
                      <a:r>
                        <a:rPr sz="1200" spc="-5" dirty="0">
                          <a:solidFill>
                            <a:srgbClr val="538235"/>
                          </a:solidFill>
                        </a:rPr>
                        <a:t>arithmetic </a:t>
                      </a:r>
                      <a:endParaRPr sz="1200" dirty="0">
                        <a:latin typeface="Tahoma"/>
                        <a:cs typeface="Tahoma"/>
                      </a:endParaRPr>
                    </a:p>
                  </a:txBody>
                  <a:tcPr marL="0" marR="0" marT="0" marB="0" anchor="ctr"/>
                </a:tc>
                <a:tc>
                  <a:txBody>
                    <a:bodyPr/>
                    <a:lstStyle/>
                    <a:p>
                      <a:pPr marR="1270" algn="ctr">
                        <a:lnSpc>
                          <a:spcPct val="100000"/>
                        </a:lnSpc>
                        <a:spcBef>
                          <a:spcPts val="120"/>
                        </a:spcBef>
                      </a:pPr>
                      <a:r>
                        <a:rPr lang="en-US" sz="1200" spc="5" dirty="0">
                          <a:solidFill>
                            <a:srgbClr val="528235"/>
                          </a:solidFill>
                        </a:rPr>
                        <a:t>1</a:t>
                      </a:r>
                      <a:endParaRPr sz="1200" spc="5" dirty="0">
                        <a:solidFill>
                          <a:srgbClr val="528235"/>
                        </a:solidFill>
                        <a:latin typeface="Tahoma"/>
                        <a:ea typeface="+mn-ea"/>
                        <a:cs typeface="Tahoma"/>
                      </a:endParaRPr>
                    </a:p>
                  </a:txBody>
                  <a:tcPr marL="0" marR="0" marT="15240" marB="0" anchor="ctr"/>
                </a:tc>
                <a:tc>
                  <a:txBody>
                    <a:bodyPr/>
                    <a:lstStyle/>
                    <a:p>
                      <a:pPr marL="1270" algn="ctr">
                        <a:lnSpc>
                          <a:spcPct val="100000"/>
                        </a:lnSpc>
                      </a:pPr>
                      <a:r>
                        <a:rPr sz="1200" spc="-5" dirty="0">
                          <a:solidFill>
                            <a:srgbClr val="538235"/>
                          </a:solidFill>
                        </a:rPr>
                        <a:t>CO3</a:t>
                      </a:r>
                      <a:endParaRPr sz="1200" dirty="0">
                        <a:latin typeface="Tahoma"/>
                        <a:cs typeface="Tahoma"/>
                      </a:endParaRPr>
                    </a:p>
                  </a:txBody>
                  <a:tcPr marL="0" marR="0" marT="6350" marB="0" anchor="ctr"/>
                </a:tc>
                <a:tc>
                  <a:txBody>
                    <a:bodyPr/>
                    <a:lstStyle/>
                    <a:p>
                      <a:pPr marL="2540" algn="ctr">
                        <a:lnSpc>
                          <a:spcPct val="100000"/>
                        </a:lnSpc>
                      </a:pPr>
                      <a:r>
                        <a:rPr sz="1200" spc="-10" dirty="0">
                          <a:solidFill>
                            <a:srgbClr val="538235"/>
                          </a:solidFill>
                        </a:rPr>
                        <a:t>K</a:t>
                      </a:r>
                      <a:r>
                        <a:rPr lang="en-US" sz="1200" spc="-10" dirty="0">
                          <a:solidFill>
                            <a:srgbClr val="538235"/>
                          </a:solidFill>
                        </a:rPr>
                        <a:t>3</a:t>
                      </a:r>
                      <a:endParaRPr sz="1200" dirty="0">
                        <a:latin typeface="Tahoma"/>
                        <a:cs typeface="Tahoma"/>
                      </a:endParaRPr>
                    </a:p>
                  </a:txBody>
                  <a:tcPr marL="0" marR="0" marT="6350" marB="0" anchor="ctr"/>
                </a:tc>
                <a:tc>
                  <a:txBody>
                    <a:bodyPr/>
                    <a:lstStyle/>
                    <a:p>
                      <a:pPr marL="194945" algn="ctr">
                        <a:lnSpc>
                          <a:spcPct val="100000"/>
                        </a:lnSpc>
                        <a:spcBef>
                          <a:spcPts val="380"/>
                        </a:spcBef>
                      </a:pPr>
                      <a:r>
                        <a:rPr sz="1200" dirty="0">
                          <a:solidFill>
                            <a:srgbClr val="538235"/>
                          </a:solidFill>
                        </a:rPr>
                        <a:t>ICT</a:t>
                      </a:r>
                      <a:endParaRPr sz="1200" dirty="0"/>
                    </a:p>
                    <a:p>
                      <a:pPr marL="142875" algn="ctr">
                        <a:lnSpc>
                          <a:spcPct val="100000"/>
                        </a:lnSpc>
                      </a:pPr>
                      <a:r>
                        <a:rPr sz="1200" spc="-30" dirty="0">
                          <a:solidFill>
                            <a:srgbClr val="538235"/>
                          </a:solidFill>
                        </a:rPr>
                        <a:t>Tools</a:t>
                      </a:r>
                      <a:endParaRPr sz="1200" dirty="0">
                        <a:latin typeface="Tahoma"/>
                        <a:cs typeface="Tahoma"/>
                      </a:endParaRPr>
                    </a:p>
                  </a:txBody>
                  <a:tcPr marL="0" marR="0" marT="48260" marB="0" anchor="ctr"/>
                </a:tc>
                <a:extLst>
                  <a:ext uri="{0D108BD9-81ED-4DB2-BD59-A6C34878D82A}">
                    <a16:rowId xmlns:a16="http://schemas.microsoft.com/office/drawing/2014/main" val="2289449092"/>
                  </a:ext>
                </a:extLst>
              </a:tr>
              <a:tr h="567816">
                <a:tc>
                  <a:txBody>
                    <a:bodyPr/>
                    <a:lstStyle/>
                    <a:p>
                      <a:pPr marL="0" marR="172085" lvl="0" indent="0" algn="ctr" defTabSz="914400" eaLnBrk="1" fontAlgn="auto" latinLnBrk="0" hangingPunct="1">
                        <a:lnSpc>
                          <a:spcPct val="100000"/>
                        </a:lnSpc>
                        <a:spcBef>
                          <a:spcPts val="0"/>
                        </a:spcBef>
                        <a:spcAft>
                          <a:spcPts val="0"/>
                        </a:spcAft>
                        <a:buClrTx/>
                        <a:buSzTx/>
                        <a:buFontTx/>
                        <a:buNone/>
                        <a:tabLst/>
                        <a:defRPr/>
                      </a:pPr>
                      <a:r>
                        <a:rPr lang="en-IN" sz="1200" dirty="0">
                          <a:solidFill>
                            <a:srgbClr val="538235"/>
                          </a:solidFill>
                        </a:rPr>
                        <a:t>  9</a:t>
                      </a:r>
                      <a:endParaRPr lang="en-IN" sz="1200" dirty="0"/>
                    </a:p>
                    <a:p>
                      <a:pPr marR="172085" algn="ctr">
                        <a:lnSpc>
                          <a:spcPct val="100000"/>
                        </a:lnSpc>
                      </a:pPr>
                      <a:endParaRPr sz="1200" dirty="0">
                        <a:latin typeface="Tahoma"/>
                        <a:cs typeface="Tahoma"/>
                      </a:endParaRPr>
                    </a:p>
                  </a:txBody>
                  <a:tcPr marL="0" marR="0" marT="6350" marB="0" anchor="ctr"/>
                </a:tc>
                <a:tc>
                  <a:txBody>
                    <a:bodyPr/>
                    <a:lstStyle/>
                    <a:p>
                      <a:pPr marL="68580" marR="87630" algn="ctr">
                        <a:lnSpc>
                          <a:spcPct val="100000"/>
                        </a:lnSpc>
                      </a:pPr>
                      <a:r>
                        <a:rPr lang="en-IN" sz="1200" spc="-5" dirty="0">
                          <a:solidFill>
                            <a:srgbClr val="538235"/>
                          </a:solidFill>
                        </a:rPr>
                        <a:t>Elliptic </a:t>
                      </a:r>
                      <a:r>
                        <a:rPr lang="en-IN" sz="1200" spc="-360" dirty="0">
                          <a:solidFill>
                            <a:srgbClr val="538235"/>
                          </a:solidFill>
                        </a:rPr>
                        <a:t> </a:t>
                      </a:r>
                      <a:r>
                        <a:rPr lang="en-IN" sz="1200" spc="-5" dirty="0">
                          <a:solidFill>
                            <a:srgbClr val="538235"/>
                          </a:solidFill>
                        </a:rPr>
                        <a:t>curve </a:t>
                      </a:r>
                      <a:r>
                        <a:rPr lang="en-IN" sz="1200" dirty="0">
                          <a:solidFill>
                            <a:srgbClr val="538235"/>
                          </a:solidFill>
                        </a:rPr>
                        <a:t> </a:t>
                      </a:r>
                      <a:r>
                        <a:rPr lang="en-IN" sz="1200" spc="-10" dirty="0">
                          <a:solidFill>
                            <a:srgbClr val="538235"/>
                          </a:solidFill>
                        </a:rPr>
                        <a:t>cryptography</a:t>
                      </a:r>
                      <a:endParaRPr sz="1200" dirty="0">
                        <a:latin typeface="Tahoma"/>
                        <a:cs typeface="Tahoma"/>
                      </a:endParaRPr>
                    </a:p>
                  </a:txBody>
                  <a:tcPr marL="0" marR="0" marT="0" marB="0" anchor="ctr"/>
                </a:tc>
                <a:tc>
                  <a:txBody>
                    <a:bodyPr/>
                    <a:lstStyle/>
                    <a:p>
                      <a:pPr marR="1270" algn="ctr">
                        <a:lnSpc>
                          <a:spcPct val="100000"/>
                        </a:lnSpc>
                        <a:spcBef>
                          <a:spcPts val="120"/>
                        </a:spcBef>
                      </a:pPr>
                      <a:r>
                        <a:rPr lang="en-US" sz="1200" spc="5" dirty="0">
                          <a:solidFill>
                            <a:srgbClr val="528235"/>
                          </a:solidFill>
                        </a:rPr>
                        <a:t>2</a:t>
                      </a:r>
                      <a:endParaRPr sz="1200" spc="5" dirty="0">
                        <a:solidFill>
                          <a:srgbClr val="528235"/>
                        </a:solidFill>
                        <a:latin typeface="Tahoma"/>
                        <a:ea typeface="+mn-ea"/>
                        <a:cs typeface="Tahoma"/>
                      </a:endParaRPr>
                    </a:p>
                  </a:txBody>
                  <a:tcPr marL="0" marR="0" marT="15240" marB="0" anchor="ctr"/>
                </a:tc>
                <a:tc>
                  <a:txBody>
                    <a:bodyPr/>
                    <a:lstStyle/>
                    <a:p>
                      <a:pPr marL="1270" algn="ctr">
                        <a:lnSpc>
                          <a:spcPct val="100000"/>
                        </a:lnSpc>
                      </a:pPr>
                      <a:r>
                        <a:rPr sz="1200" spc="-5" dirty="0">
                          <a:solidFill>
                            <a:srgbClr val="538235"/>
                          </a:solidFill>
                        </a:rPr>
                        <a:t>CO3</a:t>
                      </a:r>
                      <a:endParaRPr sz="1200" dirty="0">
                        <a:latin typeface="Tahoma"/>
                        <a:cs typeface="Tahoma"/>
                      </a:endParaRPr>
                    </a:p>
                  </a:txBody>
                  <a:tcPr marL="0" marR="0" marT="6350" marB="0" anchor="ctr"/>
                </a:tc>
                <a:tc>
                  <a:txBody>
                    <a:bodyPr/>
                    <a:lstStyle/>
                    <a:p>
                      <a:pPr marL="2540" algn="ctr">
                        <a:lnSpc>
                          <a:spcPct val="100000"/>
                        </a:lnSpc>
                      </a:pPr>
                      <a:r>
                        <a:rPr sz="1200" spc="-10" dirty="0">
                          <a:solidFill>
                            <a:srgbClr val="538235"/>
                          </a:solidFill>
                        </a:rPr>
                        <a:t>K</a:t>
                      </a:r>
                      <a:r>
                        <a:rPr lang="en-US" sz="1200" spc="-10" dirty="0">
                          <a:solidFill>
                            <a:srgbClr val="538235"/>
                          </a:solidFill>
                        </a:rPr>
                        <a:t>3</a:t>
                      </a:r>
                      <a:endParaRPr sz="1200" dirty="0">
                        <a:latin typeface="Tahoma"/>
                        <a:cs typeface="Tahoma"/>
                      </a:endParaRPr>
                    </a:p>
                  </a:txBody>
                  <a:tcPr marL="0" marR="0" marT="6350" marB="0" anchor="ctr"/>
                </a:tc>
                <a:tc>
                  <a:txBody>
                    <a:bodyPr/>
                    <a:lstStyle/>
                    <a:p>
                      <a:pPr marL="194945" algn="ctr">
                        <a:lnSpc>
                          <a:spcPct val="100000"/>
                        </a:lnSpc>
                        <a:spcBef>
                          <a:spcPts val="380"/>
                        </a:spcBef>
                      </a:pPr>
                      <a:r>
                        <a:rPr sz="1200" dirty="0">
                          <a:solidFill>
                            <a:srgbClr val="538235"/>
                          </a:solidFill>
                        </a:rPr>
                        <a:t>ICT</a:t>
                      </a:r>
                      <a:endParaRPr sz="1200" dirty="0"/>
                    </a:p>
                    <a:p>
                      <a:pPr marL="142875" algn="ctr">
                        <a:lnSpc>
                          <a:spcPct val="100000"/>
                        </a:lnSpc>
                      </a:pPr>
                      <a:r>
                        <a:rPr sz="1200" spc="-30" dirty="0">
                          <a:solidFill>
                            <a:srgbClr val="538235"/>
                          </a:solidFill>
                        </a:rPr>
                        <a:t>Tools</a:t>
                      </a:r>
                      <a:endParaRPr sz="1200" dirty="0">
                        <a:latin typeface="Tahoma"/>
                        <a:cs typeface="Tahoma"/>
                      </a:endParaRPr>
                    </a:p>
                  </a:txBody>
                  <a:tcPr marL="0" marR="0" marT="48260" marB="0" anchor="ctr"/>
                </a:tc>
                <a:extLst>
                  <a:ext uri="{0D108BD9-81ED-4DB2-BD59-A6C34878D82A}">
                    <a16:rowId xmlns:a16="http://schemas.microsoft.com/office/drawing/2014/main" val="57422914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7"/>
          </p:nvPr>
        </p:nvSpPr>
        <p:spPr>
          <a:xfrm>
            <a:off x="4937760" y="9212580"/>
            <a:ext cx="1577340" cy="369332"/>
          </a:xfrm>
        </p:spPr>
        <p:txBody>
          <a:bodyPr/>
          <a:lstStyle/>
          <a:p>
            <a:fld id="{B6F15528-21DE-4FAA-801E-634DDDAF4B2B}" type="slidenum">
              <a:rPr lang="en-IN" sz="2400" smtClean="0"/>
              <a:t>14</a:t>
            </a:fld>
            <a:endParaRPr lang="en-IN" sz="2400"/>
          </a:p>
        </p:txBody>
      </p:sp>
      <p:graphicFrame>
        <p:nvGraphicFramePr>
          <p:cNvPr id="3" name="Table 2"/>
          <p:cNvGraphicFramePr>
            <a:graphicFrameLocks noGrp="1"/>
          </p:cNvGraphicFramePr>
          <p:nvPr>
            <p:extLst>
              <p:ext uri="{D42A27DB-BD31-4B8C-83A1-F6EECF244321}">
                <p14:modId xmlns:p14="http://schemas.microsoft.com/office/powerpoint/2010/main" val="2234161024"/>
              </p:ext>
            </p:extLst>
          </p:nvPr>
        </p:nvGraphicFramePr>
        <p:xfrm>
          <a:off x="349747" y="1143000"/>
          <a:ext cx="6146800" cy="4114929"/>
        </p:xfrm>
        <a:graphic>
          <a:graphicData uri="http://schemas.openxmlformats.org/drawingml/2006/table">
            <a:tbl>
              <a:tblPr>
                <a:tableStyleId>{0505E3EF-67EA-436B-97B2-0124C06EBD24}</a:tableStyleId>
              </a:tblPr>
              <a:tblGrid>
                <a:gridCol w="1098053">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3600947">
                  <a:extLst>
                    <a:ext uri="{9D8B030D-6E8A-4147-A177-3AD203B41FA5}">
                      <a16:colId xmlns:a16="http://schemas.microsoft.com/office/drawing/2014/main" val="20002"/>
                    </a:ext>
                  </a:extLst>
                </a:gridCol>
              </a:tblGrid>
              <a:tr h="459791">
                <a:tc>
                  <a:txBody>
                    <a:bodyPr/>
                    <a:lstStyle/>
                    <a:p>
                      <a:pPr algn="ctr" fontAlgn="ctr">
                        <a:buNone/>
                      </a:pPr>
                      <a:r>
                        <a:rPr lang="en-IN" sz="1400" b="1" u="none" strike="noStrike" dirty="0">
                          <a:solidFill>
                            <a:srgbClr val="000000"/>
                          </a:solidFill>
                          <a:effectLst/>
                          <a:latin typeface="Times New Roman" panose="02020603050405020304" pitchFamily="18" charset="0"/>
                          <a:cs typeface="Times New Roman" panose="02020603050405020304" pitchFamily="18" charset="0"/>
                        </a:rPr>
                        <a:t>Topic</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961" marR="3961" marT="3961" marB="0" anchor="ctr"/>
                </a:tc>
                <a:tc>
                  <a:txBody>
                    <a:bodyPr/>
                    <a:lstStyle/>
                    <a:p>
                      <a:pPr algn="ctr" fontAlgn="ctr">
                        <a:buNone/>
                      </a:pPr>
                      <a:r>
                        <a:rPr lang="en-IN" sz="1400" b="1" u="none" strike="noStrike">
                          <a:solidFill>
                            <a:srgbClr val="000000"/>
                          </a:solidFill>
                          <a:effectLst/>
                          <a:latin typeface="Times New Roman" panose="02020603050405020304" pitchFamily="18" charset="0"/>
                          <a:cs typeface="Times New Roman" panose="02020603050405020304" pitchFamily="18" charset="0"/>
                        </a:rPr>
                        <a:t>Suggested Pedagogy</a:t>
                      </a:r>
                      <a:endParaRPr lang="en-IN" sz="1400" b="1" i="0" u="none" strike="noStrike">
                        <a:solidFill>
                          <a:srgbClr val="000000"/>
                        </a:solidFill>
                        <a:effectLst/>
                        <a:latin typeface="Times New Roman" panose="02020603050405020304" pitchFamily="18" charset="0"/>
                        <a:cs typeface="Times New Roman" panose="02020603050405020304" pitchFamily="18" charset="0"/>
                      </a:endParaRPr>
                    </a:p>
                  </a:txBody>
                  <a:tcPr marL="3961" marR="3961" marT="3961" marB="0" anchor="ctr"/>
                </a:tc>
                <a:tc>
                  <a:txBody>
                    <a:bodyPr/>
                    <a:lstStyle/>
                    <a:p>
                      <a:pPr algn="ctr" fontAlgn="ctr">
                        <a:buNone/>
                      </a:pPr>
                      <a:r>
                        <a:rPr lang="en-IN" sz="1400" b="1" u="none" strike="noStrike" dirty="0">
                          <a:solidFill>
                            <a:srgbClr val="000000"/>
                          </a:solidFill>
                          <a:effectLst/>
                          <a:latin typeface="Times New Roman" panose="02020603050405020304" pitchFamily="18" charset="0"/>
                          <a:cs typeface="Times New Roman" panose="02020603050405020304" pitchFamily="18" charset="0"/>
                        </a:rPr>
                        <a:t>Classroom Activity</a:t>
                      </a:r>
                      <a:endParaRPr lang="en-IN" sz="14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3961" marR="3961" marT="3961" marB="0" anchor="ctr"/>
                </a:tc>
                <a:extLst>
                  <a:ext uri="{0D108BD9-81ED-4DB2-BD59-A6C34878D82A}">
                    <a16:rowId xmlns:a16="http://schemas.microsoft.com/office/drawing/2014/main" val="10000"/>
                  </a:ext>
                </a:extLst>
              </a:tr>
              <a:tr h="459791">
                <a:tc>
                  <a:txBody>
                    <a:bodyPr/>
                    <a:lstStyle/>
                    <a:p>
                      <a:pPr>
                        <a:lnSpc>
                          <a:spcPct val="100000"/>
                        </a:lnSpc>
                        <a:spcAft>
                          <a:spcPts val="1000"/>
                        </a:spcAft>
                        <a:buNone/>
                      </a:pPr>
                      <a:r>
                        <a:rPr lang="en-US" sz="1400">
                          <a:effectLst/>
                          <a:latin typeface="Times New Roman" panose="02020603050405020304" pitchFamily="18" charset="0"/>
                          <a:ea typeface="MS Mincho" panose="02020609040205080304" pitchFamily="49" charset="-128"/>
                          <a:cs typeface="Times New Roman" panose="02020603050405020304" pitchFamily="18" charset="0"/>
                        </a:rPr>
                        <a:t>Primes</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00000"/>
                        </a:lnSpc>
                        <a:spcAft>
                          <a:spcPts val="1000"/>
                        </a:spcAft>
                        <a:buNone/>
                      </a:pPr>
                      <a:r>
                        <a:rPr lang="en-US" sz="1400">
                          <a:effectLst/>
                          <a:latin typeface="Times New Roman" panose="02020603050405020304" pitchFamily="18" charset="0"/>
                          <a:ea typeface="MS Mincho" panose="02020609040205080304" pitchFamily="49" charset="-128"/>
                          <a:cs typeface="Times New Roman" panose="02020603050405020304" pitchFamily="18" charset="0"/>
                        </a:rPr>
                        <a:t>Concept attainment + guided discovery</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00000"/>
                        </a:lnSpc>
                        <a:spcAft>
                          <a:spcPts val="1000"/>
                        </a:spcAft>
                        <a:buNone/>
                      </a:pPr>
                      <a: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t>Prime Detective: groups classify given integers as prime/composite and justify the decision using suitable tests.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867449">
                <a:tc>
                  <a:txBody>
                    <a:bodyPr/>
                    <a:lstStyle/>
                    <a:p>
                      <a:pPr>
                        <a:lnSpc>
                          <a:spcPct val="100000"/>
                        </a:lnSpc>
                        <a:spcAft>
                          <a:spcPts val="1000"/>
                        </a:spcAft>
                        <a:buNone/>
                      </a:pPr>
                      <a:r>
                        <a:rPr lang="en-US" sz="1400">
                          <a:effectLst/>
                          <a:latin typeface="Times New Roman" panose="02020603050405020304" pitchFamily="18" charset="0"/>
                          <a:ea typeface="MS Mincho" panose="02020609040205080304" pitchFamily="49" charset="-128"/>
                          <a:cs typeface="Times New Roman" panose="02020603050405020304" pitchFamily="18" charset="0"/>
                        </a:rPr>
                        <a:t>Primality Testing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00000"/>
                        </a:lnSpc>
                        <a:spcAft>
                          <a:spcPts val="1000"/>
                        </a:spcAft>
                        <a:buNone/>
                      </a:pPr>
                      <a:r>
                        <a:rPr lang="en-US" sz="1400">
                          <a:effectLst/>
                          <a:latin typeface="Times New Roman" panose="02020603050405020304" pitchFamily="18" charset="0"/>
                          <a:ea typeface="MS Mincho" panose="02020609040205080304" pitchFamily="49" charset="-128"/>
                          <a:cs typeface="Times New Roman" panose="02020603050405020304" pitchFamily="18" charset="0"/>
                        </a:rPr>
                        <a:t>Problem-based learning + peer instruction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00000"/>
                        </a:lnSpc>
                        <a:spcAft>
                          <a:spcPts val="1000"/>
                        </a:spcAft>
                        <a:buNone/>
                      </a:pPr>
                      <a: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t>Primality Test Challenge: students apply trial division and selected probabilistic ideas to determine whether given numbers are prime.</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867449">
                <a:tc>
                  <a:txBody>
                    <a:bodyPr/>
                    <a:lstStyle/>
                    <a:p>
                      <a:pPr>
                        <a:lnSpc>
                          <a:spcPct val="100000"/>
                        </a:lnSpc>
                        <a:spcAft>
                          <a:spcPts val="1000"/>
                        </a:spcAft>
                        <a:buNone/>
                      </a:pPr>
                      <a:r>
                        <a:rPr lang="en-US" sz="1400">
                          <a:effectLst/>
                          <a:latin typeface="Times New Roman" panose="02020603050405020304" pitchFamily="18" charset="0"/>
                          <a:ea typeface="MS Mincho" panose="02020609040205080304" pitchFamily="49" charset="-128"/>
                          <a:cs typeface="Times New Roman" panose="02020603050405020304" pitchFamily="18" charset="0"/>
                        </a:rPr>
                        <a:t>Factorization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00000"/>
                        </a:lnSpc>
                        <a:spcAft>
                          <a:spcPts val="1000"/>
                        </a:spcAft>
                        <a:buNone/>
                      </a:pPr>
                      <a:r>
                        <a:rPr lang="en-US" sz="1400">
                          <a:effectLst/>
                          <a:latin typeface="Times New Roman" panose="02020603050405020304" pitchFamily="18" charset="0"/>
                          <a:ea typeface="MS Mincho" panose="02020609040205080304" pitchFamily="49" charset="-128"/>
                          <a:cs typeface="Times New Roman" panose="02020603050405020304" pitchFamily="18" charset="0"/>
                        </a:rPr>
                        <a:t>Worked examples + collaborative problem solving</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00000"/>
                        </a:lnSpc>
                        <a:spcAft>
                          <a:spcPts val="1000"/>
                        </a:spcAft>
                        <a:buNone/>
                      </a:pPr>
                      <a: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t>Factor Hunt: teams factor selected integers and compare the efficiency of different approaches.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0003"/>
                  </a:ext>
                </a:extLst>
              </a:tr>
              <a:tr h="459791">
                <a:tc>
                  <a:txBody>
                    <a:bodyPr/>
                    <a:lstStyle/>
                    <a:p>
                      <a:pPr>
                        <a:lnSpc>
                          <a:spcPct val="100000"/>
                        </a:lnSpc>
                        <a:spcAft>
                          <a:spcPts val="1000"/>
                        </a:spcAft>
                        <a:buNone/>
                      </a:pPr>
                      <a:r>
                        <a:rPr lang="en-US" sz="1400">
                          <a:effectLst/>
                          <a:latin typeface="Times New Roman" panose="02020603050405020304" pitchFamily="18" charset="0"/>
                          <a:ea typeface="MS Mincho" panose="02020609040205080304" pitchFamily="49" charset="-128"/>
                          <a:cs typeface="Times New Roman" panose="02020603050405020304" pitchFamily="18" charset="0"/>
                        </a:rPr>
                        <a:t>Euler’s Totient Function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00000"/>
                        </a:lnSpc>
                        <a:spcAft>
                          <a:spcPts val="1000"/>
                        </a:spcAft>
                        <a:buNone/>
                      </a:pPr>
                      <a:r>
                        <a:rPr lang="en-US" sz="1400">
                          <a:effectLst/>
                          <a:latin typeface="Times New Roman" panose="02020603050405020304" pitchFamily="18" charset="0"/>
                          <a:ea typeface="MS Mincho" panose="02020609040205080304" pitchFamily="49" charset="-128"/>
                          <a:cs typeface="Times New Roman" panose="02020603050405020304" pitchFamily="18" charset="0"/>
                        </a:rPr>
                        <a:t>Step-by-step modelling + practice</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00000"/>
                        </a:lnSpc>
                        <a:spcAft>
                          <a:spcPts val="1000"/>
                        </a:spcAft>
                        <a:buNone/>
                      </a:pPr>
                      <a: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t>Totient Card Game: students calculate φ(n) for prime, composite and relatively-prime cases and explain patterns.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0004"/>
                  </a:ext>
                </a:extLst>
              </a:tr>
              <a:tr h="459791">
                <a:tc>
                  <a:txBody>
                    <a:bodyPr/>
                    <a:lstStyle/>
                    <a:p>
                      <a:pPr>
                        <a:lnSpc>
                          <a:spcPct val="100000"/>
                        </a:lnSpc>
                        <a:spcAft>
                          <a:spcPts val="1000"/>
                        </a:spcAft>
                        <a:buNone/>
                      </a:pPr>
                      <a:r>
                        <a:rPr lang="en-US" sz="1400">
                          <a:effectLst/>
                          <a:latin typeface="Times New Roman" panose="02020603050405020304" pitchFamily="18" charset="0"/>
                          <a:ea typeface="MS Mincho" panose="02020609040205080304" pitchFamily="49" charset="-128"/>
                          <a:cs typeface="Times New Roman" panose="02020603050405020304" pitchFamily="18" charset="0"/>
                        </a:rPr>
                        <a:t>Fermat’s and Euler’s Theorem</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00000"/>
                        </a:lnSpc>
                        <a:spcAft>
                          <a:spcPts val="1000"/>
                        </a:spcAft>
                        <a:buNone/>
                      </a:pPr>
                      <a:r>
                        <a:rPr lang="en-US" sz="1400">
                          <a:effectLst/>
                          <a:latin typeface="Times New Roman" panose="02020603050405020304" pitchFamily="18" charset="0"/>
                          <a:ea typeface="MS Mincho" panose="02020609040205080304" pitchFamily="49" charset="-128"/>
                          <a:cs typeface="Times New Roman" panose="02020603050405020304" pitchFamily="18" charset="0"/>
                        </a:rPr>
                        <a:t>Think–Pair–Share + numerical verification</a:t>
                      </a:r>
                      <a:endParaRPr lang="en-IN" sz="140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nSpc>
                          <a:spcPct val="100000"/>
                        </a:lnSpc>
                        <a:spcAft>
                          <a:spcPts val="1000"/>
                        </a:spcAft>
                        <a:buNone/>
                      </a:pPr>
                      <a:r>
                        <a:rPr lang="en-US" sz="1400" dirty="0">
                          <a:effectLst/>
                          <a:latin typeface="Times New Roman" panose="02020603050405020304" pitchFamily="18" charset="0"/>
                          <a:ea typeface="MS Mincho" panose="02020609040205080304" pitchFamily="49" charset="-128"/>
                          <a:cs typeface="Times New Roman" panose="02020603050405020304" pitchFamily="18" charset="0"/>
                        </a:rPr>
                        <a:t>Theorem Verification Lab: students solve modular exponentiation examples and verify theorem conditions.</a:t>
                      </a:r>
                      <a:endParaRPr lang="en-IN" sz="1400" dirty="0">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0005"/>
                  </a:ext>
                </a:extLst>
              </a:tr>
            </a:tbl>
          </a:graphicData>
        </a:graphic>
      </p:graphicFrame>
      <p:sp>
        <p:nvSpPr>
          <p:cNvPr id="5" name="object 2"/>
          <p:cNvSpPr txBox="1"/>
          <p:nvPr/>
        </p:nvSpPr>
        <p:spPr>
          <a:xfrm>
            <a:off x="1872045" y="356745"/>
            <a:ext cx="3048298" cy="382156"/>
          </a:xfrm>
          <a:prstGeom prst="rect">
            <a:avLst/>
          </a:prstGeom>
        </p:spPr>
        <p:txBody>
          <a:bodyPr vert="horz" wrap="square" lIns="0" tIns="12700" rIns="0" bIns="0" rtlCol="0">
            <a:spAutoFit/>
          </a:bodyPr>
          <a:lstStyle/>
          <a:p>
            <a:pPr marL="12700" algn="ctr">
              <a:lnSpc>
                <a:spcPct val="100000"/>
              </a:lnSpc>
              <a:spcBef>
                <a:spcPts val="100"/>
              </a:spcBef>
            </a:pPr>
            <a:r>
              <a:rPr lang="en-US" sz="2400" b="1" dirty="0">
                <a:solidFill>
                  <a:srgbClr val="528235"/>
                </a:solidFill>
                <a:latin typeface="Tahoma" panose="020B0604030504040204"/>
                <a:cs typeface="Tahoma" panose="020B0604030504040204"/>
              </a:rPr>
              <a:t>PEDAGOGY</a:t>
            </a:r>
            <a:endParaRPr sz="2400" dirty="0">
              <a:latin typeface="Tahoma" panose="020B0604030504040204"/>
              <a:cs typeface="Tahoma" panose="020B060403050404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56642" y="785848"/>
            <a:ext cx="2544715" cy="382156"/>
          </a:xfrm>
          <a:prstGeom prst="rect">
            <a:avLst/>
          </a:prstGeom>
        </p:spPr>
        <p:txBody>
          <a:bodyPr vert="horz" wrap="square" lIns="0" tIns="12700" rIns="0" bIns="0" rtlCol="0">
            <a:spAutoFit/>
          </a:bodyPr>
          <a:lstStyle/>
          <a:p>
            <a:pPr marL="12700">
              <a:lnSpc>
                <a:spcPct val="100000"/>
              </a:lnSpc>
              <a:spcBef>
                <a:spcPts val="100"/>
              </a:spcBef>
            </a:pPr>
            <a:r>
              <a:rPr lang="en-US" sz="2400" b="1" dirty="0">
                <a:solidFill>
                  <a:srgbClr val="528235"/>
                </a:solidFill>
                <a:latin typeface="Tahoma" panose="020B0604030504040204"/>
                <a:cs typeface="Tahoma" panose="020B0604030504040204"/>
              </a:rPr>
              <a:t>CASE STUDY</a:t>
            </a:r>
            <a:endParaRPr sz="2400" dirty="0">
              <a:latin typeface="Tahoma" panose="020B0604030504040204"/>
              <a:cs typeface="Tahoma" panose="020B0604030504040204"/>
            </a:endParaRPr>
          </a:p>
        </p:txBody>
      </p:sp>
      <p:graphicFrame>
        <p:nvGraphicFramePr>
          <p:cNvPr id="3" name="object 3"/>
          <p:cNvGraphicFramePr>
            <a:graphicFrameLocks noGrp="1"/>
          </p:cNvGraphicFramePr>
          <p:nvPr>
            <p:extLst>
              <p:ext uri="{D42A27DB-BD31-4B8C-83A1-F6EECF244321}">
                <p14:modId xmlns:p14="http://schemas.microsoft.com/office/powerpoint/2010/main" val="2564115970"/>
              </p:ext>
            </p:extLst>
          </p:nvPr>
        </p:nvGraphicFramePr>
        <p:xfrm>
          <a:off x="431800" y="1492291"/>
          <a:ext cx="5796722" cy="4277050"/>
        </p:xfrm>
        <a:graphic>
          <a:graphicData uri="http://schemas.openxmlformats.org/drawingml/2006/table">
            <a:tbl>
              <a:tblPr firstRow="1" bandRow="1">
                <a:tableStyleId>{0505E3EF-67EA-436B-97B2-0124C06EBD24}</a:tableStyleId>
              </a:tblPr>
              <a:tblGrid>
                <a:gridCol w="4064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189922">
                  <a:extLst>
                    <a:ext uri="{9D8B030D-6E8A-4147-A177-3AD203B41FA5}">
                      <a16:colId xmlns:a16="http://schemas.microsoft.com/office/drawing/2014/main" val="20003"/>
                    </a:ext>
                  </a:extLst>
                </a:gridCol>
              </a:tblGrid>
              <a:tr h="719716">
                <a:tc>
                  <a:txBody>
                    <a:bodyPr/>
                    <a:lstStyle/>
                    <a:p>
                      <a:pPr marL="3175" algn="ctr">
                        <a:lnSpc>
                          <a:spcPts val="1390"/>
                        </a:lnSpc>
                      </a:pPr>
                      <a:r>
                        <a:rPr sz="1400" b="1" spc="-20" dirty="0">
                          <a:solidFill>
                            <a:schemeClr val="tx1"/>
                          </a:solidFill>
                          <a:latin typeface="Times New Roman" panose="02020603050405020304" pitchFamily="18" charset="0"/>
                          <a:cs typeface="Times New Roman" panose="02020603050405020304" pitchFamily="18" charset="0"/>
                        </a:rPr>
                        <a:t>S.NO</a:t>
                      </a:r>
                      <a:endParaRPr sz="1400" b="1" dirty="0">
                        <a:solidFill>
                          <a:schemeClr val="tx1"/>
                        </a:solidFill>
                        <a:latin typeface="Times New Roman" panose="02020603050405020304" pitchFamily="18" charset="0"/>
                        <a:cs typeface="Times New Roman" panose="02020603050405020304" pitchFamily="18" charset="0"/>
                      </a:endParaRPr>
                    </a:p>
                  </a:txBody>
                  <a:tcPr marL="0" marR="0" marT="0" marB="0" anchor="ctr"/>
                </a:tc>
                <a:tc>
                  <a:txBody>
                    <a:bodyPr/>
                    <a:lstStyle/>
                    <a:p>
                      <a:pPr marL="3175" algn="ctr">
                        <a:lnSpc>
                          <a:spcPts val="1390"/>
                        </a:lnSpc>
                      </a:pPr>
                      <a:r>
                        <a:rPr sz="1400" b="1" spc="-10" dirty="0">
                          <a:solidFill>
                            <a:schemeClr val="tx1"/>
                          </a:solidFill>
                          <a:latin typeface="Times New Roman" panose="02020603050405020304" pitchFamily="18" charset="0"/>
                          <a:cs typeface="Times New Roman" panose="02020603050405020304" pitchFamily="18" charset="0"/>
                        </a:rPr>
                        <a:t>TOPICS</a:t>
                      </a:r>
                      <a:endParaRPr sz="1400" b="1" dirty="0">
                        <a:solidFill>
                          <a:schemeClr val="tx1"/>
                        </a:solidFill>
                        <a:latin typeface="Times New Roman" panose="02020603050405020304" pitchFamily="18" charset="0"/>
                        <a:cs typeface="Times New Roman" panose="02020603050405020304" pitchFamily="18" charset="0"/>
                      </a:endParaRPr>
                    </a:p>
                  </a:txBody>
                  <a:tcPr marL="0" marR="0" marT="0" marB="0" anchor="ctr"/>
                </a:tc>
                <a:tc>
                  <a:txBody>
                    <a:bodyPr/>
                    <a:lstStyle/>
                    <a:p>
                      <a:pPr marL="3810" algn="ctr">
                        <a:lnSpc>
                          <a:spcPct val="100000"/>
                        </a:lnSpc>
                        <a:spcBef>
                          <a:spcPts val="250"/>
                        </a:spcBef>
                      </a:pPr>
                      <a:r>
                        <a:rPr lang="en-US" sz="1400" b="1" dirty="0">
                          <a:solidFill>
                            <a:schemeClr val="tx1"/>
                          </a:solidFill>
                          <a:latin typeface="Times New Roman" panose="02020603050405020304" pitchFamily="18" charset="0"/>
                          <a:cs typeface="Times New Roman" panose="02020603050405020304" pitchFamily="18" charset="0"/>
                        </a:rPr>
                        <a:t>CASE STUDY</a:t>
                      </a:r>
                      <a:endParaRPr sz="1400" b="1" dirty="0">
                        <a:solidFill>
                          <a:schemeClr val="tx1"/>
                        </a:solidFill>
                        <a:latin typeface="Times New Roman" panose="02020603050405020304" pitchFamily="18" charset="0"/>
                        <a:cs typeface="Times New Roman" panose="02020603050405020304" pitchFamily="18" charset="0"/>
                      </a:endParaRPr>
                    </a:p>
                  </a:txBody>
                  <a:tcPr marL="0" marR="0" marT="31750" marB="0" anchor="ctr"/>
                </a:tc>
                <a:tc>
                  <a:txBody>
                    <a:bodyPr/>
                    <a:lstStyle/>
                    <a:p>
                      <a:pPr marL="3810" marR="0" lvl="0" indent="0" algn="ctr" defTabSz="914400" eaLnBrk="1" fontAlgn="auto" latinLnBrk="0" hangingPunct="1">
                        <a:lnSpc>
                          <a:spcPct val="100000"/>
                        </a:lnSpc>
                        <a:spcBef>
                          <a:spcPts val="250"/>
                        </a:spcBef>
                        <a:spcAft>
                          <a:spcPts val="0"/>
                        </a:spcAft>
                        <a:buClrTx/>
                        <a:buSzTx/>
                        <a:buFontTx/>
                        <a:buNone/>
                        <a:defRPr/>
                      </a:pPr>
                      <a:r>
                        <a:rPr lang="en-IN" sz="1400" b="1" spc="-20" dirty="0">
                          <a:solidFill>
                            <a:schemeClr val="tx1"/>
                          </a:solidFill>
                          <a:latin typeface="Times New Roman" panose="02020603050405020304" pitchFamily="18" charset="0"/>
                          <a:cs typeface="Times New Roman" panose="02020603050405020304" pitchFamily="18" charset="0"/>
                        </a:rPr>
                        <a:t>Learning outcome</a:t>
                      </a:r>
                      <a:endParaRPr lang="en-IN" sz="1400" b="1" dirty="0">
                        <a:solidFill>
                          <a:schemeClr val="tx1"/>
                        </a:solidFill>
                        <a:latin typeface="Times New Roman" panose="02020603050405020304" pitchFamily="18" charset="0"/>
                        <a:cs typeface="Times New Roman" panose="02020603050405020304" pitchFamily="18" charset="0"/>
                      </a:endParaRPr>
                    </a:p>
                  </a:txBody>
                  <a:tcPr marL="0" marR="0" marT="31750" marB="0" anchor="ctr"/>
                </a:tc>
                <a:extLst>
                  <a:ext uri="{0D108BD9-81ED-4DB2-BD59-A6C34878D82A}">
                    <a16:rowId xmlns:a16="http://schemas.microsoft.com/office/drawing/2014/main" val="10000"/>
                  </a:ext>
                </a:extLst>
              </a:tr>
              <a:tr h="859952">
                <a:tc>
                  <a:txBody>
                    <a:bodyPr/>
                    <a:lstStyle/>
                    <a:p>
                      <a:pPr marL="13970" algn="ctr">
                        <a:lnSpc>
                          <a:spcPts val="1390"/>
                        </a:lnSpc>
                      </a:pPr>
                      <a:r>
                        <a:rPr sz="1400" spc="-50" dirty="0">
                          <a:solidFill>
                            <a:schemeClr val="tx1"/>
                          </a:solidFill>
                          <a:latin typeface="Times New Roman" panose="02020603050405020304" pitchFamily="18" charset="0"/>
                          <a:cs typeface="Times New Roman" panose="02020603050405020304" pitchFamily="18" charset="0"/>
                        </a:rPr>
                        <a:t>1</a:t>
                      </a:r>
                      <a:endParaRPr sz="1400" dirty="0">
                        <a:solidFill>
                          <a:schemeClr val="tx1"/>
                        </a:solidFill>
                        <a:latin typeface="Times New Roman" panose="02020603050405020304" pitchFamily="18" charset="0"/>
                        <a:cs typeface="Times New Roman" panose="02020603050405020304" pitchFamily="18" charset="0"/>
                      </a:endParaRPr>
                    </a:p>
                  </a:txBody>
                  <a:tcPr marL="0" marR="0" marT="0" marB="0" anchor="ctr"/>
                </a:tc>
                <a:tc>
                  <a:txBody>
                    <a:bodyPr/>
                    <a:lstStyle/>
                    <a:p>
                      <a:pPr algn="ctr">
                        <a:lnSpc>
                          <a:spcPct val="100000"/>
                        </a:lnSpc>
                        <a:spcAft>
                          <a:spcPts val="1000"/>
                        </a:spcAft>
                        <a:buNone/>
                      </a:pPr>
                      <a:r>
                        <a:rPr lang="en-US" sz="1400" dirty="0">
                          <a:solidFill>
                            <a:schemeClr val="tx1"/>
                          </a:solidFill>
                          <a:effectLst/>
                          <a:latin typeface="Times New Roman" panose="02020603050405020304" pitchFamily="18" charset="0"/>
                          <a:cs typeface="Times New Roman" panose="02020603050405020304" pitchFamily="18" charset="0"/>
                        </a:rPr>
                        <a:t>RSA Cryptosystem</a:t>
                      </a:r>
                      <a:endParaRPr lang="en-IN" sz="14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marL="3810" algn="just">
                        <a:lnSpc>
                          <a:spcPct val="100000"/>
                        </a:lnSpc>
                        <a:spcBef>
                          <a:spcPts val="25"/>
                        </a:spcBef>
                      </a:pPr>
                      <a:r>
                        <a:rPr lang="en-US" sz="1400" dirty="0">
                          <a:solidFill>
                            <a:schemeClr val="tx1"/>
                          </a:solidFill>
                          <a:effectLst/>
                          <a:latin typeface="Times New Roman" panose="02020603050405020304" pitchFamily="18" charset="0"/>
                          <a:cs typeface="Times New Roman" panose="02020603050405020304" pitchFamily="18" charset="0"/>
                        </a:rPr>
                        <a:t>Build Your Own RSA: students generate small keys, perform encryption/decryption, and trace every step of the algorithm.</a:t>
                      </a:r>
                      <a:endParaRPr lang="en-US" sz="1400" dirty="0">
                        <a:solidFill>
                          <a:schemeClr val="tx1"/>
                        </a:solidFill>
                        <a:effectLst/>
                        <a:latin typeface="Times New Roman" panose="02020603050405020304" pitchFamily="18" charset="0"/>
                        <a:ea typeface="+mn-ea"/>
                        <a:cs typeface="Times New Roman" panose="02020603050405020304" pitchFamily="18" charset="0"/>
                      </a:endParaRPr>
                    </a:p>
                  </a:txBody>
                  <a:tcPr marL="0" marR="0" marT="3175" marB="0"/>
                </a:tc>
                <a:tc>
                  <a:txBody>
                    <a:bodyPr/>
                    <a:lstStyle/>
                    <a:p>
                      <a:pPr>
                        <a:lnSpc>
                          <a:spcPct val="115000"/>
                        </a:lnSpc>
                        <a:spcAft>
                          <a:spcPts val="1000"/>
                        </a:spcAft>
                        <a:buNone/>
                      </a:pPr>
                      <a:r>
                        <a:rPr lang="en-US" sz="1400" dirty="0">
                          <a:solidFill>
                            <a:schemeClr val="tx1"/>
                          </a:solidFill>
                          <a:effectLst/>
                          <a:latin typeface="Times New Roman" panose="02020603050405020304" pitchFamily="18" charset="0"/>
                          <a:cs typeface="Times New Roman" panose="02020603050405020304" pitchFamily="18" charset="0"/>
                        </a:rPr>
                        <a:t>Explain RSA key generation and perform encryption/decryption.</a:t>
                      </a:r>
                      <a:endParaRPr lang="en-IN" sz="14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927902">
                <a:tc>
                  <a:txBody>
                    <a:bodyPr/>
                    <a:lstStyle/>
                    <a:p>
                      <a:pPr marL="13970" algn="ctr">
                        <a:lnSpc>
                          <a:spcPts val="1390"/>
                        </a:lnSpc>
                      </a:pPr>
                      <a:r>
                        <a:rPr sz="1400" spc="-50" dirty="0">
                          <a:solidFill>
                            <a:schemeClr val="tx1"/>
                          </a:solidFill>
                          <a:latin typeface="Times New Roman" panose="02020603050405020304" pitchFamily="18" charset="0"/>
                          <a:cs typeface="Times New Roman" panose="02020603050405020304" pitchFamily="18" charset="0"/>
                        </a:rPr>
                        <a:t>2</a:t>
                      </a:r>
                      <a:endParaRPr sz="1400" dirty="0">
                        <a:solidFill>
                          <a:schemeClr val="tx1"/>
                        </a:solidFill>
                        <a:latin typeface="Times New Roman" panose="02020603050405020304" pitchFamily="18" charset="0"/>
                        <a:cs typeface="Times New Roman" panose="02020603050405020304" pitchFamily="18" charset="0"/>
                      </a:endParaRPr>
                    </a:p>
                  </a:txBody>
                  <a:tcPr marL="0" marR="0" marT="0" marB="0" anchor="ctr"/>
                </a:tc>
                <a:tc>
                  <a:txBody>
                    <a:bodyPr/>
                    <a:lstStyle/>
                    <a:p>
                      <a:pPr marL="3175" algn="ctr">
                        <a:lnSpc>
                          <a:spcPts val="1390"/>
                        </a:lnSpc>
                      </a:pPr>
                      <a:r>
                        <a:rPr lang="en-US" sz="1400" dirty="0">
                          <a:solidFill>
                            <a:schemeClr val="tx1"/>
                          </a:solidFill>
                          <a:effectLst/>
                          <a:latin typeface="Times New Roman" panose="02020603050405020304" pitchFamily="18" charset="0"/>
                          <a:cs typeface="Times New Roman" panose="02020603050405020304" pitchFamily="18" charset="0"/>
                        </a:rPr>
                        <a:t>Key Management</a:t>
                      </a:r>
                      <a:endParaRPr sz="1400" dirty="0">
                        <a:solidFill>
                          <a:schemeClr val="tx1"/>
                        </a:solidFill>
                        <a:latin typeface="Times New Roman" panose="02020603050405020304" pitchFamily="18" charset="0"/>
                        <a:cs typeface="Times New Roman" panose="02020603050405020304" pitchFamily="18" charset="0"/>
                      </a:endParaRPr>
                    </a:p>
                  </a:txBody>
                  <a:tcPr marL="0" marR="0" marT="0" marB="0" anchor="ctr"/>
                </a:tc>
                <a:tc>
                  <a:txBody>
                    <a:bodyPr/>
                    <a:lstStyle/>
                    <a:p>
                      <a:pPr marL="3810" marR="0" lvl="0" indent="0" algn="just" defTabSz="914400" eaLnBrk="1" fontAlgn="auto" latinLnBrk="0" hangingPunct="1">
                        <a:lnSpc>
                          <a:spcPct val="100000"/>
                        </a:lnSpc>
                        <a:spcBef>
                          <a:spcPts val="0"/>
                        </a:spcBef>
                        <a:spcAft>
                          <a:spcPts val="0"/>
                        </a:spcAft>
                        <a:buClrTx/>
                        <a:buSzTx/>
                        <a:buFontTx/>
                        <a:buNone/>
                        <a:defRPr/>
                      </a:pPr>
                      <a:r>
                        <a:rPr lang="en-US" sz="1400" dirty="0">
                          <a:solidFill>
                            <a:schemeClr val="tx1"/>
                          </a:solidFill>
                          <a:effectLst/>
                          <a:latin typeface="Times New Roman" panose="02020603050405020304" pitchFamily="18" charset="0"/>
                          <a:cs typeface="Times New Roman" panose="02020603050405020304" pitchFamily="18" charset="0"/>
                        </a:rPr>
                        <a:t>Key Lifecycle Mapping: groups map generation, storage, distribution, rotation, backup, revocation and destruction of keys.</a:t>
                      </a:r>
                      <a:endParaRPr lang="en-IN" sz="1400" dirty="0">
                        <a:solidFill>
                          <a:schemeClr val="tx1"/>
                        </a:solidFill>
                        <a:latin typeface="Times New Roman" panose="02020603050405020304" pitchFamily="18" charset="0"/>
                        <a:cs typeface="Times New Roman" panose="02020603050405020304" pitchFamily="18" charset="0"/>
                      </a:endParaRPr>
                    </a:p>
                  </a:txBody>
                  <a:tcPr marL="0" marR="0" marT="0" marB="0"/>
                </a:tc>
                <a:tc>
                  <a:txBody>
                    <a:bodyPr/>
                    <a:lstStyle/>
                    <a:p>
                      <a:pPr algn="l">
                        <a:lnSpc>
                          <a:spcPct val="115000"/>
                        </a:lnSpc>
                        <a:spcAft>
                          <a:spcPts val="1000"/>
                        </a:spcAft>
                        <a:buNone/>
                      </a:pPr>
                      <a:r>
                        <a:rPr lang="en-US" sz="1400" dirty="0">
                          <a:solidFill>
                            <a:schemeClr val="tx1"/>
                          </a:solidFill>
                          <a:effectLst/>
                          <a:latin typeface="Times New Roman" panose="02020603050405020304" pitchFamily="18" charset="0"/>
                          <a:cs typeface="Times New Roman" panose="02020603050405020304" pitchFamily="18" charset="0"/>
                        </a:rPr>
                        <a:t>Recognize the importance of secure key lifecycle management.</a:t>
                      </a:r>
                      <a:endParaRPr lang="en-IN" sz="14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r h="356775">
                <a:tc>
                  <a:txBody>
                    <a:bodyPr/>
                    <a:lstStyle/>
                    <a:p>
                      <a:pPr marL="13970" algn="ctr">
                        <a:lnSpc>
                          <a:spcPts val="1390"/>
                        </a:lnSpc>
                      </a:pPr>
                      <a:r>
                        <a:rPr sz="1400" spc="-50" dirty="0">
                          <a:solidFill>
                            <a:schemeClr val="tx1"/>
                          </a:solidFill>
                          <a:latin typeface="Times New Roman" panose="02020603050405020304" pitchFamily="18" charset="0"/>
                          <a:cs typeface="Times New Roman" panose="02020603050405020304" pitchFamily="18" charset="0"/>
                        </a:rPr>
                        <a:t>3</a:t>
                      </a:r>
                      <a:endParaRPr sz="1400" dirty="0">
                        <a:solidFill>
                          <a:schemeClr val="tx1"/>
                        </a:solidFill>
                        <a:latin typeface="Times New Roman" panose="02020603050405020304" pitchFamily="18" charset="0"/>
                        <a:cs typeface="Times New Roman" panose="02020603050405020304" pitchFamily="18" charset="0"/>
                      </a:endParaRPr>
                    </a:p>
                  </a:txBody>
                  <a:tcPr marL="0" marR="0" marT="0" marB="0" anchor="ctr"/>
                </a:tc>
                <a:tc>
                  <a:txBody>
                    <a:bodyPr/>
                    <a:lstStyle/>
                    <a:p>
                      <a:pPr algn="ctr">
                        <a:lnSpc>
                          <a:spcPct val="115000"/>
                        </a:lnSpc>
                        <a:spcAft>
                          <a:spcPts val="1000"/>
                        </a:spcAft>
                        <a:buNone/>
                      </a:pPr>
                      <a:r>
                        <a:rPr lang="en-US" sz="1400" dirty="0">
                          <a:solidFill>
                            <a:schemeClr val="tx1"/>
                          </a:solidFill>
                          <a:effectLst/>
                          <a:latin typeface="Times New Roman" panose="02020603050405020304" pitchFamily="18" charset="0"/>
                          <a:cs typeface="Times New Roman" panose="02020603050405020304" pitchFamily="18" charset="0"/>
                        </a:rPr>
                        <a:t>Elliptic Curve Cryptography</a:t>
                      </a:r>
                      <a:endParaRPr lang="en-IN" sz="14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algn="just">
                        <a:lnSpc>
                          <a:spcPct val="115000"/>
                        </a:lnSpc>
                        <a:spcAft>
                          <a:spcPts val="1000"/>
                        </a:spcAft>
                        <a:buNone/>
                      </a:pPr>
                      <a:r>
                        <a:rPr lang="en-US" sz="1400" dirty="0">
                          <a:solidFill>
                            <a:schemeClr val="tx1"/>
                          </a:solidFill>
                          <a:effectLst/>
                          <a:latin typeface="Times New Roman" panose="02020603050405020304" pitchFamily="18" charset="0"/>
                          <a:cs typeface="Times New Roman" panose="02020603050405020304" pitchFamily="18" charset="0"/>
                        </a:rPr>
                        <a:t>ECC vs RSA Discussion: groups compare key size, computational concepts, security assumptions and suitable applications.</a:t>
                      </a:r>
                      <a:endParaRPr lang="en-IN" sz="1400" dirty="0">
                        <a:solidFill>
                          <a:schemeClr val="tx1"/>
                        </a:solidFill>
                        <a:effectLst/>
                        <a:latin typeface="Times New Roman" panose="02020603050405020304" pitchFamily="18" charset="0"/>
                        <a:ea typeface="MS Mincho" panose="02020609040205080304" pitchFamily="49" charset="-128"/>
                        <a:cs typeface="Times New Roman" panose="02020603050405020304" pitchFamily="18" charset="0"/>
                      </a:endParaRPr>
                    </a:p>
                  </a:txBody>
                  <a:tcPr marL="68580" marR="68580" marT="0" marB="0" anchor="ctr"/>
                </a:tc>
                <a:tc>
                  <a:txBody>
                    <a:bodyPr/>
                    <a:lstStyle/>
                    <a:p>
                      <a:pPr marL="3810" marR="0" lvl="0" indent="0" algn="l" defTabSz="914400" eaLnBrk="1" fontAlgn="auto" latinLnBrk="0" hangingPunct="1">
                        <a:lnSpc>
                          <a:spcPct val="100000"/>
                        </a:lnSpc>
                        <a:spcBef>
                          <a:spcPts val="25"/>
                        </a:spcBef>
                        <a:spcAft>
                          <a:spcPts val="0"/>
                        </a:spcAft>
                        <a:buClrTx/>
                        <a:buSzTx/>
                        <a:buFontTx/>
                        <a:buNone/>
                        <a:defRPr/>
                      </a:pPr>
                      <a:r>
                        <a:rPr lang="en-US" sz="1400" dirty="0">
                          <a:solidFill>
                            <a:schemeClr val="tx1"/>
                          </a:solidFill>
                          <a:effectLst/>
                          <a:latin typeface="Times New Roman" panose="02020603050405020304" pitchFamily="18" charset="0"/>
                          <a:cs typeface="Times New Roman" panose="02020603050405020304" pitchFamily="18" charset="0"/>
                        </a:rPr>
                        <a:t>Relate elliptic-curve arithmetic to public-key cryptography and compare ECC with RSA.</a:t>
                      </a:r>
                      <a:endParaRPr lang="en-IN" sz="1400" dirty="0">
                        <a:solidFill>
                          <a:schemeClr val="tx1"/>
                        </a:solidFill>
                        <a:latin typeface="Times New Roman" panose="02020603050405020304" pitchFamily="18" charset="0"/>
                        <a:cs typeface="Times New Roman" panose="02020603050405020304" pitchFamily="18" charset="0"/>
                      </a:endParaRPr>
                    </a:p>
                  </a:txBody>
                  <a:tcPr marL="0" marR="0" marT="3175" marB="0" anchor="ctr"/>
                </a:tc>
                <a:extLst>
                  <a:ext uri="{0D108BD9-81ED-4DB2-BD59-A6C34878D82A}">
                    <a16:rowId xmlns:a16="http://schemas.microsoft.com/office/drawing/2014/main" val="10003"/>
                  </a:ext>
                </a:extLst>
              </a:tr>
            </a:tbl>
          </a:graphicData>
        </a:graphic>
      </p:graphicFrame>
      <p:sp>
        <p:nvSpPr>
          <p:cNvPr id="6" name="Slide Number Placeholder 5"/>
          <p:cNvSpPr>
            <a:spLocks noGrp="1"/>
          </p:cNvSpPr>
          <p:nvPr>
            <p:ph type="sldNum" sz="quarter" idx="7"/>
          </p:nvPr>
        </p:nvSpPr>
        <p:spPr/>
        <p:txBody>
          <a:bodyPr/>
          <a:lstStyle/>
          <a:p>
            <a:fld id="{B6F15528-21DE-4FAA-801E-634DDDAF4B2B}" type="slidenum">
              <a:rPr lang="en-IN" smtClean="0"/>
              <a:t>15</a:t>
            </a:fld>
            <a:endParaRPr lang="en-IN"/>
          </a:p>
        </p:txBody>
      </p:sp>
      <mc:AlternateContent xmlns:mc="http://schemas.openxmlformats.org/markup-compatibility/2006">
        <mc:Choice xmlns:pslz="http://schemas.microsoft.com/office/powerpoint/2016/slidezoom" xmlns="" Requires="pslz">
          <p:graphicFrame>
            <p:nvGraphicFramePr>
              <p:cNvPr id="5" name="Slide Zoom 4">
                <a:extLst>
                  <a:ext uri="{FF2B5EF4-FFF2-40B4-BE49-F238E27FC236}">
                    <a16:creationId xmlns:a16="http://schemas.microsoft.com/office/drawing/2014/main" id="{8E6E7C71-4B19-289F-534F-6881BB60EF21}"/>
                  </a:ext>
                </a:extLst>
              </p:cNvPr>
              <p:cNvGraphicFramePr>
                <a:graphicFrameLocks noChangeAspect="1"/>
              </p:cNvGraphicFramePr>
              <p:nvPr>
                <p:extLst>
                  <p:ext uri="{D42A27DB-BD31-4B8C-83A1-F6EECF244321}">
                    <p14:modId xmlns:p14="http://schemas.microsoft.com/office/powerpoint/2010/main" val="128421966"/>
                  </p:ext>
                </p:extLst>
              </p:nvPr>
            </p:nvGraphicFramePr>
            <p:xfrm>
              <a:off x="61474350" y="25888950"/>
              <a:ext cx="1714500" cy="2476500"/>
            </p:xfrm>
            <a:graphic>
              <a:graphicData uri="http://schemas.microsoft.com/office/powerpoint/2016/slidezoom">
                <pslz:sldZm>
                  <pslz:sldZmObj sldId="361" cId="0">
                    <pslz:zmPr id="{F18B987B-3D6F-491D-A08D-E3393CEFFA1B}" returnToParent="0" transitionDur="1000">
                      <p166:blipFill xmlns:p166="http://schemas.microsoft.com/office/powerpoint/2016/6/main">
                        <a:blip r:embed="rId2"/>
                        <a:stretch>
                          <a:fillRect/>
                        </a:stretch>
                      </p166:blipFill>
                      <p166:spPr xmlns:p166="http://schemas.microsoft.com/office/powerpoint/2016/6/main">
                        <a:xfrm>
                          <a:off x="0" y="0"/>
                          <a:ext cx="1714500" cy="2476500"/>
                        </a:xfrm>
                        <a:prstGeom prst="rect">
                          <a:avLst/>
                        </a:prstGeom>
                        <a:ln w="3175">
                          <a:solidFill>
                            <a:prstClr val="ltGray"/>
                          </a:solidFill>
                        </a:ln>
                      </p166:spPr>
                    </pslz:zmPr>
                  </pslz:sldZmObj>
                </pslz:sldZm>
              </a:graphicData>
            </a:graphic>
          </p:graphicFrame>
        </mc:Choice>
        <mc:Fallback>
          <p:pic>
            <p:nvPicPr>
              <p:cNvPr id="5" name="Slide Zoom 4">
                <a:hlinkClick r:id="rId3" action="ppaction://hlinksldjump"/>
                <a:extLst>
                  <a:ext uri="{FF2B5EF4-FFF2-40B4-BE49-F238E27FC236}">
                    <a16:creationId xmlns:a16="http://schemas.microsoft.com/office/drawing/2014/main" id="{8E6E7C71-4B19-289F-534F-6881BB60EF21}"/>
                  </a:ext>
                </a:extLst>
              </p:cNvPr>
              <p:cNvPicPr>
                <a:picLocks noGrp="1" noRot="1" noChangeAspect="1" noMove="1" noResize="1" noEditPoints="1" noAdjustHandles="1" noChangeArrowheads="1" noChangeShapeType="1"/>
              </p:cNvPicPr>
              <p:nvPr/>
            </p:nvPicPr>
            <p:blipFill>
              <a:blip r:embed="rId4"/>
              <a:stretch>
                <a:fillRect/>
              </a:stretch>
            </p:blipFill>
            <p:spPr>
              <a:xfrm>
                <a:off x="61474350" y="25888950"/>
                <a:ext cx="1714500" cy="2476500"/>
              </a:xfrm>
              <a:prstGeom prst="rect">
                <a:avLst/>
              </a:prstGeom>
              <a:ln w="3175">
                <a:solidFill>
                  <a:prstClr val="ltGray"/>
                </a:solidFill>
              </a:ln>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550570" y="279272"/>
            <a:ext cx="2553970" cy="238125"/>
          </a:xfrm>
          <a:prstGeom prst="rect">
            <a:avLst/>
          </a:prstGeom>
        </p:spPr>
        <p:txBody>
          <a:bodyPr vert="horz" wrap="square" lIns="0" tIns="11430" rIns="0" bIns="0" rtlCol="0">
            <a:spAutoFit/>
          </a:bodyPr>
          <a:lstStyle/>
          <a:p>
            <a:pPr marL="12700">
              <a:lnSpc>
                <a:spcPct val="100000"/>
              </a:lnSpc>
              <a:spcBef>
                <a:spcPts val="90"/>
              </a:spcBef>
            </a:pPr>
            <a:r>
              <a:rPr sz="1400" b="1" spc="-5" dirty="0">
                <a:solidFill>
                  <a:srgbClr val="538235"/>
                </a:solidFill>
                <a:latin typeface="Tahoma"/>
                <a:cs typeface="Tahoma"/>
              </a:rPr>
              <a:t>ACTIVITY</a:t>
            </a:r>
            <a:r>
              <a:rPr sz="1400" b="1" dirty="0">
                <a:solidFill>
                  <a:srgbClr val="538235"/>
                </a:solidFill>
                <a:latin typeface="Tahoma"/>
                <a:cs typeface="Tahoma"/>
              </a:rPr>
              <a:t> </a:t>
            </a:r>
            <a:r>
              <a:rPr sz="1400" b="1" spc="-5" dirty="0">
                <a:solidFill>
                  <a:srgbClr val="538235"/>
                </a:solidFill>
                <a:latin typeface="Tahoma"/>
                <a:cs typeface="Tahoma"/>
              </a:rPr>
              <a:t>BASED</a:t>
            </a:r>
            <a:r>
              <a:rPr sz="1400" b="1" spc="5" dirty="0">
                <a:solidFill>
                  <a:srgbClr val="538235"/>
                </a:solidFill>
                <a:latin typeface="Tahoma"/>
                <a:cs typeface="Tahoma"/>
              </a:rPr>
              <a:t> </a:t>
            </a:r>
            <a:r>
              <a:rPr sz="1400" b="1" spc="-10" dirty="0">
                <a:solidFill>
                  <a:srgbClr val="538235"/>
                </a:solidFill>
                <a:latin typeface="Tahoma"/>
                <a:cs typeface="Tahoma"/>
              </a:rPr>
              <a:t>LEARNING</a:t>
            </a:r>
            <a:endParaRPr sz="1400">
              <a:latin typeface="Tahoma"/>
              <a:cs typeface="Tahoma"/>
            </a:endParaRPr>
          </a:p>
        </p:txBody>
      </p:sp>
      <p:sp>
        <p:nvSpPr>
          <p:cNvPr id="5" name="TextBox 4">
            <a:extLst>
              <a:ext uri="{FF2B5EF4-FFF2-40B4-BE49-F238E27FC236}">
                <a16:creationId xmlns:a16="http://schemas.microsoft.com/office/drawing/2014/main" id="{A4B44065-0C91-D570-1F73-B6B762F7F6D8}"/>
              </a:ext>
            </a:extLst>
          </p:cNvPr>
          <p:cNvSpPr txBox="1"/>
          <p:nvPr/>
        </p:nvSpPr>
        <p:spPr>
          <a:xfrm>
            <a:off x="457200" y="609600"/>
            <a:ext cx="6096000" cy="7540590"/>
          </a:xfrm>
          <a:prstGeom prst="rect">
            <a:avLst/>
          </a:prstGeom>
          <a:noFill/>
        </p:spPr>
        <p:txBody>
          <a:bodyPr wrap="square">
            <a:spAutoFit/>
          </a:bodyPr>
          <a:lstStyle/>
          <a:p>
            <a:pPr>
              <a:lnSpc>
                <a:spcPct val="115000"/>
              </a:lnSpc>
              <a:spcAft>
                <a:spcPts val="800"/>
              </a:spcAft>
              <a:buNone/>
            </a:pPr>
            <a:r>
              <a:rPr lang="en-US" sz="1200" b="1" kern="100" dirty="0">
                <a:solidFill>
                  <a:srgbClr val="3C5F27"/>
                </a:solidFill>
                <a:effectLst/>
                <a:latin typeface="Tahoma" panose="020B0604030504040204" pitchFamily="34" charset="0"/>
                <a:ea typeface="Tahoma" panose="020B0604030504040204" pitchFamily="34" charset="0"/>
                <a:cs typeface="Tahoma" panose="020B0604030504040204" pitchFamily="34" charset="0"/>
              </a:rPr>
              <a:t>1. Diffie Hellman Key Exchange</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800"/>
              </a:spcAft>
              <a:buNone/>
            </a:pPr>
            <a:r>
              <a:rPr lang="en-US" sz="1200" b="1" kern="100" dirty="0">
                <a:solidFill>
                  <a:srgbClr val="3C5F27"/>
                </a:solidFill>
                <a:effectLst/>
                <a:latin typeface="Tahoma" panose="020B0604030504040204" pitchFamily="34" charset="0"/>
                <a:ea typeface="Tahoma" panose="020B0604030504040204" pitchFamily="34" charset="0"/>
                <a:cs typeface="Tahoma" panose="020B0604030504040204" pitchFamily="34" charset="0"/>
              </a:rPr>
              <a:t>Activity Title: </a:t>
            </a:r>
            <a:r>
              <a:rPr lang="en-US" sz="1200" i="1" kern="100" dirty="0">
                <a:solidFill>
                  <a:srgbClr val="3C5F27"/>
                </a:solidFill>
                <a:effectLst/>
                <a:latin typeface="Tahoma" panose="020B0604030504040204" pitchFamily="34" charset="0"/>
                <a:ea typeface="Tahoma" panose="020B0604030504040204" pitchFamily="34" charset="0"/>
                <a:cs typeface="Tahoma" panose="020B0604030504040204" pitchFamily="34" charset="0"/>
              </a:rPr>
              <a:t>“Secret Key Without Sharing the Secret”</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800"/>
              </a:spcAft>
              <a:buNone/>
            </a:pPr>
            <a:r>
              <a:rPr lang="en-US" sz="1200" b="1" kern="100" dirty="0">
                <a:solidFill>
                  <a:srgbClr val="3C5F27"/>
                </a:solidFill>
                <a:effectLst/>
                <a:latin typeface="Tahoma" panose="020B0604030504040204" pitchFamily="34" charset="0"/>
                <a:ea typeface="Tahoma" panose="020B0604030504040204" pitchFamily="34" charset="0"/>
                <a:cs typeface="Tahoma" panose="020B0604030504040204" pitchFamily="34" charset="0"/>
              </a:rPr>
              <a:t>Activity Type: </a:t>
            </a:r>
            <a:r>
              <a:rPr lang="en-US"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rPr>
              <a:t>Role Play + Hands-on Calculation + Simulation</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800"/>
              </a:spcAft>
              <a:buNone/>
            </a:pPr>
            <a:r>
              <a:rPr lang="en-US" sz="1200" b="1" kern="100" dirty="0">
                <a:solidFill>
                  <a:srgbClr val="3C5F27"/>
                </a:solidFill>
                <a:effectLst/>
                <a:latin typeface="Tahoma" panose="020B0604030504040204" pitchFamily="34" charset="0"/>
                <a:ea typeface="Tahoma" panose="020B0604030504040204" pitchFamily="34" charset="0"/>
                <a:cs typeface="Tahoma" panose="020B0604030504040204" pitchFamily="34" charset="0"/>
              </a:rPr>
              <a:t>Materials Required</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US"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rPr>
              <a:t>Whiteboard / chart </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US"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rPr>
              <a:t>Calculators (or mobile) </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US"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rPr>
              <a:t>Worksheets with modular arithmetic steps</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800"/>
              </a:spcAft>
              <a:buNone/>
            </a:pPr>
            <a:r>
              <a:rPr lang="en-US" sz="1200" b="1"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Activity Procedure</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marL="342900" lvl="0" indent="-342900">
              <a:lnSpc>
                <a:spcPct val="115000"/>
              </a:lnSpc>
              <a:buSzPts val="1000"/>
              <a:buFont typeface="Symbol" panose="05050102010706020507" pitchFamily="18" charset="2"/>
              <a:buChar char=""/>
              <a:tabLst>
                <a:tab pos="457200" algn="l"/>
              </a:tabLst>
            </a:pPr>
            <a:r>
              <a:rPr lang="en-US" sz="1200"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Step 1: Setup (Instructor Demonstration) – 10 mins</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marL="342900" lvl="0" indent="-342900">
              <a:lnSpc>
                <a:spcPct val="115000"/>
              </a:lnSpc>
              <a:buSzPts val="1000"/>
              <a:buFont typeface="Symbol" panose="05050102010706020507" pitchFamily="18" charset="2"/>
              <a:buChar char=""/>
              <a:tabLst>
                <a:tab pos="457200" algn="l"/>
              </a:tabLst>
            </a:pPr>
            <a:r>
              <a:rPr lang="en-US" sz="1200"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Step 2: Role Play (Student Interaction) – 20 mins</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marL="342900" lvl="0" indent="-342900">
              <a:lnSpc>
                <a:spcPct val="115000"/>
              </a:lnSpc>
              <a:buSzPts val="1000"/>
              <a:buFont typeface="Symbol" panose="05050102010706020507" pitchFamily="18" charset="2"/>
              <a:buChar char=""/>
              <a:tabLst>
                <a:tab pos="457200" algn="l"/>
              </a:tabLst>
            </a:pPr>
            <a:r>
              <a:rPr lang="en-US" sz="1200"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Step 3: Attacker Perspective – 10 mins</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marL="342900" lvl="0" indent="-342900">
              <a:lnSpc>
                <a:spcPct val="115000"/>
              </a:lnSpc>
              <a:spcAft>
                <a:spcPts val="800"/>
              </a:spcAft>
              <a:buSzPts val="1000"/>
              <a:buFont typeface="Symbol" panose="05050102010706020507" pitchFamily="18" charset="2"/>
              <a:buChar char=""/>
              <a:tabLst>
                <a:tab pos="457200" algn="l"/>
              </a:tabLst>
            </a:pPr>
            <a:r>
              <a:rPr lang="en-US" sz="1200"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Step 4: Reflection &amp; Discussion – 10 mins</a:t>
            </a:r>
          </a:p>
          <a:p>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2. RSA Cryptosystem</a:t>
            </a:r>
            <a:endParaRPr lang="en-IN"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Activity Title:</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a:t>
            </a:r>
            <a:r>
              <a:rPr lang="en-US" sz="1200" i="1" dirty="0">
                <a:solidFill>
                  <a:srgbClr val="3C5F27"/>
                </a:solidFill>
                <a:latin typeface="Tahoma" panose="020B0604030504040204" pitchFamily="34" charset="0"/>
                <a:ea typeface="Tahoma" panose="020B0604030504040204" pitchFamily="34" charset="0"/>
                <a:cs typeface="Tahoma" panose="020B0604030504040204" pitchFamily="34" charset="0"/>
              </a:rPr>
              <a:t>“Encrypt, Send, Decrypt – The RSA Mission”</a:t>
            </a:r>
            <a:endParaRPr lang="en-IN"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Activity Type: </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Role Play + Guided Calculation + Problem Solving</a:t>
            </a:r>
            <a:endParaRPr lang="en-IN"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Materials Required</a:t>
            </a:r>
            <a:endParaRPr lang="en-IN"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lvl="0">
              <a:lnSpc>
                <a:spcPct val="150000"/>
              </a:lnSpc>
            </a:pP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Worksheets (with step-by-step RSA process) </a:t>
            </a:r>
            <a:endParaRPr lang="en-IN"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lvl="0">
              <a:lnSpc>
                <a:spcPct val="150000"/>
              </a:lnSpc>
            </a:pP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Calculator / mobile </a:t>
            </a:r>
            <a:endParaRPr lang="en-IN"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lvl="0">
              <a:lnSpc>
                <a:spcPct val="150000"/>
              </a:lnSpc>
            </a:pP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Whiteboard</a:t>
            </a:r>
            <a:endParaRPr lang="en-IN"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nSpc>
                <a:spcPct val="150000"/>
              </a:lnSpc>
            </a:pPr>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Activity Procedure</a:t>
            </a:r>
            <a:endParaRPr lang="en-IN"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lvl="0">
              <a:lnSpc>
                <a:spcPct val="150000"/>
              </a:lnSpc>
            </a:pP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Step 1: Concept Introduction – 10 mins</a:t>
            </a:r>
            <a:endParaRPr lang="en-IN"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lvl="0">
              <a:lnSpc>
                <a:spcPct val="150000"/>
              </a:lnSpc>
            </a:pP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Step 2: Group Role Play – 25 mins</a:t>
            </a:r>
            <a:endParaRPr lang="en-IN"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lvl="0">
              <a:lnSpc>
                <a:spcPct val="150000"/>
              </a:lnSpc>
            </a:pP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Step 3: RSA Key Generation (Bob’s Task)</a:t>
            </a:r>
            <a:endParaRPr lang="en-IN"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lvl="0">
              <a:lnSpc>
                <a:spcPct val="150000"/>
              </a:lnSpc>
            </a:pP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Step 4: Encryption (Alice’s Task) – 10 mins</a:t>
            </a:r>
            <a:endParaRPr lang="en-IN"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lvl="0">
              <a:lnSpc>
                <a:spcPct val="150000"/>
              </a:lnSpc>
            </a:pP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Step 5: Decryption (Bob’s Task) – 10 mins</a:t>
            </a:r>
            <a:endParaRPr lang="en-IN"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lvl="0">
              <a:lnSpc>
                <a:spcPct val="150000"/>
              </a:lnSpc>
            </a:pP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Step 6: Attacker Perspective – 10 mins</a:t>
            </a:r>
            <a:endParaRPr lang="en-IN"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lvl="0">
              <a:lnSpc>
                <a:spcPct val="115000"/>
              </a:lnSpc>
              <a:spcAft>
                <a:spcPts val="800"/>
              </a:spcAft>
              <a:buSzPts val="1000"/>
              <a:tabLst>
                <a:tab pos="457200" algn="l"/>
              </a:tabLst>
            </a:pP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C2DA3-99B8-0027-9647-2CCB486A4D6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7E33FCD8-E8CC-474B-EE51-9C65D02CE1B6}"/>
              </a:ext>
            </a:extLst>
          </p:cNvPr>
          <p:cNvSpPr txBox="1"/>
          <p:nvPr/>
        </p:nvSpPr>
        <p:spPr>
          <a:xfrm>
            <a:off x="550570" y="279272"/>
            <a:ext cx="2553970" cy="238125"/>
          </a:xfrm>
          <a:prstGeom prst="rect">
            <a:avLst/>
          </a:prstGeom>
        </p:spPr>
        <p:txBody>
          <a:bodyPr vert="horz" wrap="square" lIns="0" tIns="11430" rIns="0" bIns="0" rtlCol="0">
            <a:spAutoFit/>
          </a:bodyPr>
          <a:lstStyle/>
          <a:p>
            <a:pPr marL="12700">
              <a:lnSpc>
                <a:spcPct val="100000"/>
              </a:lnSpc>
              <a:spcBef>
                <a:spcPts val="90"/>
              </a:spcBef>
            </a:pPr>
            <a:r>
              <a:rPr sz="1400" b="1" spc="-5" dirty="0">
                <a:solidFill>
                  <a:srgbClr val="538235"/>
                </a:solidFill>
                <a:latin typeface="Tahoma"/>
                <a:cs typeface="Tahoma"/>
              </a:rPr>
              <a:t>ACTIVITY</a:t>
            </a:r>
            <a:r>
              <a:rPr sz="1400" b="1" dirty="0">
                <a:solidFill>
                  <a:srgbClr val="538235"/>
                </a:solidFill>
                <a:latin typeface="Tahoma"/>
                <a:cs typeface="Tahoma"/>
              </a:rPr>
              <a:t> </a:t>
            </a:r>
            <a:r>
              <a:rPr sz="1400" b="1" spc="-5" dirty="0">
                <a:solidFill>
                  <a:srgbClr val="538235"/>
                </a:solidFill>
                <a:latin typeface="Tahoma"/>
                <a:cs typeface="Tahoma"/>
              </a:rPr>
              <a:t>BASED</a:t>
            </a:r>
            <a:r>
              <a:rPr sz="1400" b="1" spc="5" dirty="0">
                <a:solidFill>
                  <a:srgbClr val="538235"/>
                </a:solidFill>
                <a:latin typeface="Tahoma"/>
                <a:cs typeface="Tahoma"/>
              </a:rPr>
              <a:t> </a:t>
            </a:r>
            <a:r>
              <a:rPr sz="1400" b="1" spc="-10" dirty="0">
                <a:solidFill>
                  <a:srgbClr val="538235"/>
                </a:solidFill>
                <a:latin typeface="Tahoma"/>
                <a:cs typeface="Tahoma"/>
              </a:rPr>
              <a:t>LEARNING</a:t>
            </a:r>
            <a:endParaRPr sz="1400">
              <a:latin typeface="Tahoma"/>
              <a:cs typeface="Tahoma"/>
            </a:endParaRPr>
          </a:p>
        </p:txBody>
      </p:sp>
      <p:sp>
        <p:nvSpPr>
          <p:cNvPr id="5" name="TextBox 4">
            <a:extLst>
              <a:ext uri="{FF2B5EF4-FFF2-40B4-BE49-F238E27FC236}">
                <a16:creationId xmlns:a16="http://schemas.microsoft.com/office/drawing/2014/main" id="{2FAAA9FC-AF79-0820-5BEA-2F3A9B4A8FD1}"/>
              </a:ext>
            </a:extLst>
          </p:cNvPr>
          <p:cNvSpPr txBox="1"/>
          <p:nvPr/>
        </p:nvSpPr>
        <p:spPr>
          <a:xfrm>
            <a:off x="457200" y="609600"/>
            <a:ext cx="4876800" cy="2496004"/>
          </a:xfrm>
          <a:prstGeom prst="rect">
            <a:avLst/>
          </a:prstGeom>
          <a:noFill/>
        </p:spPr>
        <p:txBody>
          <a:bodyPr wrap="square">
            <a:spAutoFit/>
          </a:bodyPr>
          <a:lstStyle/>
          <a:p>
            <a:pPr>
              <a:lnSpc>
                <a:spcPct val="115000"/>
              </a:lnSpc>
              <a:spcAft>
                <a:spcPts val="800"/>
              </a:spcAft>
              <a:buNone/>
            </a:pPr>
            <a:r>
              <a:rPr lang="en-US" sz="1200" b="1"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Euler’s Totient Function</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800"/>
              </a:spcAft>
              <a:buNone/>
            </a:pPr>
            <a:r>
              <a:rPr lang="en-US" sz="1200" b="1"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Activity Title: </a:t>
            </a:r>
            <a:r>
              <a:rPr lang="en-US" sz="1200" i="1"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“Coprime Counting Challenge”</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800"/>
              </a:spcAft>
              <a:buNone/>
            </a:pPr>
            <a:r>
              <a:rPr lang="en-US" sz="1200" b="1"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Activity Type: </a:t>
            </a:r>
            <a:r>
              <a:rPr lang="en-US" sz="1200"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Group Work + Exploration + Pattern Discovery</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a:lnSpc>
                <a:spcPct val="115000"/>
              </a:lnSpc>
              <a:spcAft>
                <a:spcPts val="800"/>
              </a:spcAft>
              <a:buNone/>
            </a:pPr>
            <a:r>
              <a:rPr lang="en-US" sz="1200" b="1"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Activity Steps</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indent="457200">
              <a:lnSpc>
                <a:spcPct val="115000"/>
              </a:lnSpc>
              <a:spcAft>
                <a:spcPts val="800"/>
              </a:spcAft>
              <a:buNone/>
            </a:pPr>
            <a:r>
              <a:rPr lang="en-US" sz="1200"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Step 1: Manual Counting (15 mins)</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indent="457200">
              <a:lnSpc>
                <a:spcPct val="115000"/>
              </a:lnSpc>
              <a:spcAft>
                <a:spcPts val="800"/>
              </a:spcAft>
              <a:buNone/>
            </a:pPr>
            <a:r>
              <a:rPr lang="en-US" sz="1200"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Step 2: Pattern Discovery (10 mins)</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indent="457200">
              <a:lnSpc>
                <a:spcPct val="115000"/>
              </a:lnSpc>
              <a:spcAft>
                <a:spcPts val="800"/>
              </a:spcAft>
              <a:buNone/>
            </a:pPr>
            <a:r>
              <a:rPr lang="en-US" sz="1200"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Step 3: Formula Application (10 mins)</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indent="457200">
              <a:lnSpc>
                <a:spcPct val="115000"/>
              </a:lnSpc>
              <a:spcAft>
                <a:spcPts val="800"/>
              </a:spcAft>
              <a:buNone/>
            </a:pPr>
            <a:r>
              <a:rPr lang="en-US" sz="1200" kern="0" dirty="0">
                <a:solidFill>
                  <a:srgbClr val="3C5F27"/>
                </a:solidFill>
                <a:effectLst/>
                <a:latin typeface="Tahoma" panose="020B0604030504040204" pitchFamily="34" charset="0"/>
                <a:ea typeface="Tahoma" panose="020B0604030504040204" pitchFamily="34" charset="0"/>
                <a:cs typeface="Tahoma" panose="020B0604030504040204" pitchFamily="34" charset="0"/>
              </a:rPr>
              <a:t>Step 4: Cryptography Link (10 mins)</a:t>
            </a:r>
            <a:endParaRPr lang="en-IN" sz="1200" kern="1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72330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2927" y="1170686"/>
            <a:ext cx="100584" cy="106679"/>
          </a:xfrm>
          <a:prstGeom prst="rect">
            <a:avLst/>
          </a:prstGeom>
        </p:spPr>
      </p:pic>
      <p:pic>
        <p:nvPicPr>
          <p:cNvPr id="3" name="object 3"/>
          <p:cNvPicPr/>
          <p:nvPr/>
        </p:nvPicPr>
        <p:blipFill>
          <a:blip r:embed="rId2" cstate="print"/>
          <a:stretch>
            <a:fillRect/>
          </a:stretch>
        </p:blipFill>
        <p:spPr>
          <a:xfrm>
            <a:off x="562927" y="3090926"/>
            <a:ext cx="100584" cy="106679"/>
          </a:xfrm>
          <a:prstGeom prst="rect">
            <a:avLst/>
          </a:prstGeom>
        </p:spPr>
      </p:pic>
      <p:sp>
        <p:nvSpPr>
          <p:cNvPr id="4" name="object 4"/>
          <p:cNvSpPr txBox="1"/>
          <p:nvPr/>
        </p:nvSpPr>
        <p:spPr>
          <a:xfrm>
            <a:off x="461670" y="396697"/>
            <a:ext cx="5899785" cy="8339455"/>
          </a:xfrm>
          <a:prstGeom prst="rect">
            <a:avLst/>
          </a:prstGeom>
        </p:spPr>
        <p:txBody>
          <a:bodyPr vert="horz" wrap="square" lIns="0" tIns="13970" rIns="0" bIns="0" rtlCol="0">
            <a:spAutoFit/>
          </a:bodyPr>
          <a:lstStyle/>
          <a:p>
            <a:pPr marL="101600">
              <a:lnSpc>
                <a:spcPct val="100000"/>
              </a:lnSpc>
              <a:spcBef>
                <a:spcPts val="110"/>
              </a:spcBef>
            </a:pPr>
            <a:r>
              <a:rPr sz="1600" b="1" dirty="0">
                <a:solidFill>
                  <a:srgbClr val="538235"/>
                </a:solidFill>
                <a:latin typeface="Tahoma"/>
                <a:cs typeface="Tahoma"/>
              </a:rPr>
              <a:t>MATHEMATICS</a:t>
            </a:r>
            <a:r>
              <a:rPr sz="1600" b="1" spc="-85" dirty="0">
                <a:solidFill>
                  <a:srgbClr val="538235"/>
                </a:solidFill>
                <a:latin typeface="Tahoma"/>
                <a:cs typeface="Tahoma"/>
              </a:rPr>
              <a:t> </a:t>
            </a:r>
            <a:r>
              <a:rPr sz="1600" b="1" spc="5" dirty="0">
                <a:solidFill>
                  <a:srgbClr val="538235"/>
                </a:solidFill>
                <a:latin typeface="Tahoma"/>
                <a:cs typeface="Tahoma"/>
              </a:rPr>
              <a:t>OF</a:t>
            </a:r>
            <a:r>
              <a:rPr sz="1600" b="1" spc="-20" dirty="0">
                <a:solidFill>
                  <a:srgbClr val="538235"/>
                </a:solidFill>
                <a:latin typeface="Tahoma"/>
                <a:cs typeface="Tahoma"/>
              </a:rPr>
              <a:t> </a:t>
            </a:r>
            <a:r>
              <a:rPr sz="1600" b="1" dirty="0">
                <a:solidFill>
                  <a:srgbClr val="538235"/>
                </a:solidFill>
                <a:latin typeface="Tahoma"/>
                <a:cs typeface="Tahoma"/>
              </a:rPr>
              <a:t>ASYMMETRIC</a:t>
            </a:r>
            <a:r>
              <a:rPr sz="1600" b="1" spc="-65" dirty="0">
                <a:solidFill>
                  <a:srgbClr val="538235"/>
                </a:solidFill>
                <a:latin typeface="Tahoma"/>
                <a:cs typeface="Tahoma"/>
              </a:rPr>
              <a:t> </a:t>
            </a:r>
            <a:r>
              <a:rPr sz="1600" b="1" dirty="0">
                <a:solidFill>
                  <a:srgbClr val="538235"/>
                </a:solidFill>
                <a:latin typeface="Tahoma"/>
                <a:cs typeface="Tahoma"/>
              </a:rPr>
              <a:t>KEY</a:t>
            </a:r>
            <a:r>
              <a:rPr sz="1600" b="1" spc="-5" dirty="0">
                <a:solidFill>
                  <a:srgbClr val="538235"/>
                </a:solidFill>
                <a:latin typeface="Tahoma"/>
                <a:cs typeface="Tahoma"/>
              </a:rPr>
              <a:t> </a:t>
            </a:r>
            <a:r>
              <a:rPr sz="1600" b="1" dirty="0">
                <a:solidFill>
                  <a:srgbClr val="538235"/>
                </a:solidFill>
                <a:latin typeface="Tahoma"/>
                <a:cs typeface="Tahoma"/>
              </a:rPr>
              <a:t>CRYPTOGRAPHY</a:t>
            </a:r>
            <a:endParaRPr sz="1600">
              <a:latin typeface="Tahoma"/>
              <a:cs typeface="Tahoma"/>
            </a:endParaRPr>
          </a:p>
          <a:p>
            <a:pPr>
              <a:lnSpc>
                <a:spcPct val="100000"/>
              </a:lnSpc>
            </a:pPr>
            <a:endParaRPr sz="1900">
              <a:latin typeface="Tahoma"/>
              <a:cs typeface="Tahoma"/>
            </a:endParaRPr>
          </a:p>
          <a:p>
            <a:pPr marL="271780">
              <a:lnSpc>
                <a:spcPct val="100000"/>
              </a:lnSpc>
              <a:spcBef>
                <a:spcPts val="1460"/>
              </a:spcBef>
            </a:pPr>
            <a:r>
              <a:rPr sz="1200" b="1" dirty="0">
                <a:solidFill>
                  <a:srgbClr val="538235"/>
                </a:solidFill>
                <a:latin typeface="Tahoma"/>
                <a:cs typeface="Tahoma"/>
              </a:rPr>
              <a:t>Prime</a:t>
            </a:r>
            <a:endParaRPr sz="1200">
              <a:latin typeface="Tahoma"/>
              <a:cs typeface="Tahoma"/>
            </a:endParaRPr>
          </a:p>
          <a:p>
            <a:pPr marL="101600" marR="60325">
              <a:lnSpc>
                <a:spcPct val="150000"/>
              </a:lnSpc>
              <a:spcBef>
                <a:spcPts val="5"/>
              </a:spcBef>
            </a:pPr>
            <a:r>
              <a:rPr sz="1200" dirty="0">
                <a:solidFill>
                  <a:srgbClr val="538235"/>
                </a:solidFill>
                <a:latin typeface="Tahoma"/>
                <a:cs typeface="Tahoma"/>
              </a:rPr>
              <a:t>An</a:t>
            </a:r>
            <a:r>
              <a:rPr sz="1200" spc="35" dirty="0">
                <a:solidFill>
                  <a:srgbClr val="538235"/>
                </a:solidFill>
                <a:latin typeface="Tahoma"/>
                <a:cs typeface="Tahoma"/>
              </a:rPr>
              <a:t> </a:t>
            </a:r>
            <a:r>
              <a:rPr sz="1200" spc="-5" dirty="0">
                <a:solidFill>
                  <a:srgbClr val="538235"/>
                </a:solidFill>
                <a:latin typeface="Tahoma"/>
                <a:cs typeface="Tahoma"/>
              </a:rPr>
              <a:t>integer</a:t>
            </a:r>
            <a:r>
              <a:rPr sz="1200" spc="35" dirty="0">
                <a:solidFill>
                  <a:srgbClr val="538235"/>
                </a:solidFill>
                <a:latin typeface="Tahoma"/>
                <a:cs typeface="Tahoma"/>
              </a:rPr>
              <a:t> </a:t>
            </a:r>
            <a:r>
              <a:rPr sz="1200" dirty="0">
                <a:solidFill>
                  <a:srgbClr val="538235"/>
                </a:solidFill>
                <a:latin typeface="Tahoma"/>
                <a:cs typeface="Tahoma"/>
              </a:rPr>
              <a:t>p</a:t>
            </a:r>
            <a:r>
              <a:rPr sz="1200" spc="40"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spc="-10" dirty="0">
                <a:solidFill>
                  <a:srgbClr val="538235"/>
                </a:solidFill>
                <a:latin typeface="Tahoma"/>
                <a:cs typeface="Tahoma"/>
              </a:rPr>
              <a:t>said</a:t>
            </a:r>
            <a:r>
              <a:rPr sz="1200" spc="40" dirty="0">
                <a:solidFill>
                  <a:srgbClr val="538235"/>
                </a:solidFill>
                <a:latin typeface="Tahoma"/>
                <a:cs typeface="Tahoma"/>
              </a:rPr>
              <a:t> </a:t>
            </a:r>
            <a:r>
              <a:rPr sz="1200" dirty="0">
                <a:solidFill>
                  <a:srgbClr val="538235"/>
                </a:solidFill>
                <a:latin typeface="Tahoma"/>
                <a:cs typeface="Tahoma"/>
              </a:rPr>
              <a:t>to</a:t>
            </a:r>
            <a:r>
              <a:rPr sz="1200" spc="5" dirty="0">
                <a:solidFill>
                  <a:srgbClr val="538235"/>
                </a:solidFill>
                <a:latin typeface="Tahoma"/>
                <a:cs typeface="Tahoma"/>
              </a:rPr>
              <a:t> </a:t>
            </a:r>
            <a:r>
              <a:rPr sz="1200" dirty="0">
                <a:solidFill>
                  <a:srgbClr val="538235"/>
                </a:solidFill>
                <a:latin typeface="Tahoma"/>
                <a:cs typeface="Tahoma"/>
              </a:rPr>
              <a:t>be</a:t>
            </a:r>
            <a:r>
              <a:rPr sz="1200" spc="30" dirty="0">
                <a:solidFill>
                  <a:srgbClr val="538235"/>
                </a:solidFill>
                <a:latin typeface="Tahoma"/>
                <a:cs typeface="Tahoma"/>
              </a:rPr>
              <a:t> </a:t>
            </a:r>
            <a:r>
              <a:rPr sz="1200" dirty="0">
                <a:solidFill>
                  <a:srgbClr val="538235"/>
                </a:solidFill>
                <a:latin typeface="Tahoma"/>
                <a:cs typeface="Tahoma"/>
              </a:rPr>
              <a:t>a</a:t>
            </a:r>
            <a:r>
              <a:rPr sz="1200" spc="5" dirty="0">
                <a:solidFill>
                  <a:srgbClr val="538235"/>
                </a:solidFill>
                <a:latin typeface="Tahoma"/>
                <a:cs typeface="Tahoma"/>
              </a:rPr>
              <a:t> </a:t>
            </a:r>
            <a:r>
              <a:rPr sz="1200" spc="-5" dirty="0">
                <a:solidFill>
                  <a:srgbClr val="538235"/>
                </a:solidFill>
                <a:latin typeface="Tahoma"/>
                <a:cs typeface="Tahoma"/>
              </a:rPr>
              <a:t>prime</a:t>
            </a:r>
            <a:r>
              <a:rPr sz="1200" spc="25" dirty="0">
                <a:solidFill>
                  <a:srgbClr val="538235"/>
                </a:solidFill>
                <a:latin typeface="Tahoma"/>
                <a:cs typeface="Tahoma"/>
              </a:rPr>
              <a:t> </a:t>
            </a:r>
            <a:r>
              <a:rPr sz="1200" spc="-10" dirty="0">
                <a:solidFill>
                  <a:srgbClr val="538235"/>
                </a:solidFill>
                <a:latin typeface="Tahoma"/>
                <a:cs typeface="Tahoma"/>
              </a:rPr>
              <a:t>if</a:t>
            </a:r>
            <a:r>
              <a:rPr sz="1200" spc="35" dirty="0">
                <a:solidFill>
                  <a:srgbClr val="538235"/>
                </a:solidFill>
                <a:latin typeface="Tahoma"/>
                <a:cs typeface="Tahoma"/>
              </a:rPr>
              <a:t> </a:t>
            </a:r>
            <a:r>
              <a:rPr sz="1200" spc="-5" dirty="0">
                <a:solidFill>
                  <a:srgbClr val="538235"/>
                </a:solidFill>
                <a:latin typeface="Tahoma"/>
                <a:cs typeface="Tahoma"/>
              </a:rPr>
              <a:t>p&gt;=2</a:t>
            </a:r>
            <a:r>
              <a:rPr sz="1200" spc="25" dirty="0">
                <a:solidFill>
                  <a:srgbClr val="538235"/>
                </a:solidFill>
                <a:latin typeface="Tahoma"/>
                <a:cs typeface="Tahoma"/>
              </a:rPr>
              <a:t> </a:t>
            </a:r>
            <a:r>
              <a:rPr sz="1200" spc="-5" dirty="0">
                <a:solidFill>
                  <a:srgbClr val="538235"/>
                </a:solidFill>
                <a:latin typeface="Tahoma"/>
                <a:cs typeface="Tahoma"/>
              </a:rPr>
              <a:t>and</a:t>
            </a:r>
            <a:r>
              <a:rPr sz="1200" spc="45" dirty="0">
                <a:solidFill>
                  <a:srgbClr val="538235"/>
                </a:solidFill>
                <a:latin typeface="Tahoma"/>
                <a:cs typeface="Tahoma"/>
              </a:rPr>
              <a:t> </a:t>
            </a:r>
            <a:r>
              <a:rPr sz="1200" spc="-5" dirty="0">
                <a:solidFill>
                  <a:srgbClr val="538235"/>
                </a:solidFill>
                <a:latin typeface="Tahoma"/>
                <a:cs typeface="Tahoma"/>
              </a:rPr>
              <a:t>its</a:t>
            </a:r>
            <a:r>
              <a:rPr sz="1200" spc="30" dirty="0">
                <a:solidFill>
                  <a:srgbClr val="538235"/>
                </a:solidFill>
                <a:latin typeface="Tahoma"/>
                <a:cs typeface="Tahoma"/>
              </a:rPr>
              <a:t> </a:t>
            </a:r>
            <a:r>
              <a:rPr sz="1200" spc="-5" dirty="0">
                <a:solidFill>
                  <a:srgbClr val="538235"/>
                </a:solidFill>
                <a:latin typeface="Tahoma"/>
                <a:cs typeface="Tahoma"/>
              </a:rPr>
              <a:t>only</a:t>
            </a:r>
            <a:r>
              <a:rPr sz="1200" spc="35" dirty="0">
                <a:solidFill>
                  <a:srgbClr val="538235"/>
                </a:solidFill>
                <a:latin typeface="Tahoma"/>
                <a:cs typeface="Tahoma"/>
              </a:rPr>
              <a:t> </a:t>
            </a:r>
            <a:r>
              <a:rPr sz="1200" spc="-5" dirty="0">
                <a:solidFill>
                  <a:srgbClr val="538235"/>
                </a:solidFill>
                <a:latin typeface="Tahoma"/>
                <a:cs typeface="Tahoma"/>
              </a:rPr>
              <a:t>divisors</a:t>
            </a:r>
            <a:r>
              <a:rPr sz="1200" spc="15" dirty="0">
                <a:solidFill>
                  <a:srgbClr val="538235"/>
                </a:solidFill>
                <a:latin typeface="Tahoma"/>
                <a:cs typeface="Tahoma"/>
              </a:rPr>
              <a:t> </a:t>
            </a:r>
            <a:r>
              <a:rPr sz="1200" spc="-5" dirty="0">
                <a:solidFill>
                  <a:srgbClr val="538235"/>
                </a:solidFill>
                <a:latin typeface="Tahoma"/>
                <a:cs typeface="Tahoma"/>
              </a:rPr>
              <a:t>are</a:t>
            </a:r>
            <a:r>
              <a:rPr sz="1200" spc="25" dirty="0">
                <a:solidFill>
                  <a:srgbClr val="538235"/>
                </a:solidFill>
                <a:latin typeface="Tahoma"/>
                <a:cs typeface="Tahoma"/>
              </a:rPr>
              <a:t> </a:t>
            </a:r>
            <a:r>
              <a:rPr sz="1200" dirty="0">
                <a:solidFill>
                  <a:srgbClr val="538235"/>
                </a:solidFill>
                <a:latin typeface="Tahoma"/>
                <a:cs typeface="Tahoma"/>
              </a:rPr>
              <a:t>the</a:t>
            </a:r>
            <a:r>
              <a:rPr sz="1200" spc="25" dirty="0">
                <a:solidFill>
                  <a:srgbClr val="538235"/>
                </a:solidFill>
                <a:latin typeface="Tahoma"/>
                <a:cs typeface="Tahoma"/>
              </a:rPr>
              <a:t> </a:t>
            </a:r>
            <a:r>
              <a:rPr sz="1200" spc="-10" dirty="0">
                <a:solidFill>
                  <a:srgbClr val="538235"/>
                </a:solidFill>
                <a:latin typeface="Tahoma"/>
                <a:cs typeface="Tahoma"/>
              </a:rPr>
              <a:t>trivial</a:t>
            </a:r>
            <a:r>
              <a:rPr sz="1200" spc="25" dirty="0">
                <a:solidFill>
                  <a:srgbClr val="538235"/>
                </a:solidFill>
                <a:latin typeface="Tahoma"/>
                <a:cs typeface="Tahoma"/>
              </a:rPr>
              <a:t> </a:t>
            </a:r>
            <a:r>
              <a:rPr sz="1200" spc="-5" dirty="0">
                <a:solidFill>
                  <a:srgbClr val="538235"/>
                </a:solidFill>
                <a:latin typeface="Tahoma"/>
                <a:cs typeface="Tahoma"/>
              </a:rPr>
              <a:t>divisors </a:t>
            </a:r>
            <a:r>
              <a:rPr sz="1200" spc="-360" dirty="0">
                <a:solidFill>
                  <a:srgbClr val="538235"/>
                </a:solidFill>
                <a:latin typeface="Tahoma"/>
                <a:cs typeface="Tahoma"/>
              </a:rPr>
              <a:t> </a:t>
            </a:r>
            <a:r>
              <a:rPr sz="1200" dirty="0">
                <a:solidFill>
                  <a:srgbClr val="538235"/>
                </a:solidFill>
                <a:latin typeface="Tahoma"/>
                <a:cs typeface="Tahoma"/>
              </a:rPr>
              <a:t>1</a:t>
            </a:r>
            <a:r>
              <a:rPr sz="1200" spc="-5" dirty="0">
                <a:solidFill>
                  <a:srgbClr val="538235"/>
                </a:solidFill>
                <a:latin typeface="Tahoma"/>
                <a:cs typeface="Tahoma"/>
              </a:rPr>
              <a:t> and </a:t>
            </a:r>
            <a:r>
              <a:rPr sz="1200" spc="5" dirty="0">
                <a:solidFill>
                  <a:srgbClr val="538235"/>
                </a:solidFill>
                <a:latin typeface="Tahoma"/>
                <a:cs typeface="Tahoma"/>
              </a:rPr>
              <a:t>p.</a:t>
            </a:r>
            <a:endParaRPr sz="1200">
              <a:latin typeface="Tahoma"/>
              <a:cs typeface="Tahoma"/>
            </a:endParaRPr>
          </a:p>
          <a:p>
            <a:pPr marL="101600">
              <a:lnSpc>
                <a:spcPct val="100000"/>
              </a:lnSpc>
              <a:spcBef>
                <a:spcPts val="720"/>
              </a:spcBef>
            </a:pPr>
            <a:r>
              <a:rPr sz="1200" dirty="0">
                <a:solidFill>
                  <a:srgbClr val="538235"/>
                </a:solidFill>
                <a:latin typeface="Tahoma"/>
                <a:cs typeface="Tahoma"/>
              </a:rPr>
              <a:t>An</a:t>
            </a:r>
            <a:r>
              <a:rPr sz="1200" spc="5" dirty="0">
                <a:solidFill>
                  <a:srgbClr val="538235"/>
                </a:solidFill>
                <a:latin typeface="Tahoma"/>
                <a:cs typeface="Tahoma"/>
              </a:rPr>
              <a:t> </a:t>
            </a:r>
            <a:r>
              <a:rPr sz="1200" spc="-5" dirty="0">
                <a:solidFill>
                  <a:srgbClr val="538235"/>
                </a:solidFill>
                <a:latin typeface="Tahoma"/>
                <a:cs typeface="Tahoma"/>
              </a:rPr>
              <a:t>integer</a:t>
            </a:r>
            <a:r>
              <a:rPr sz="1200" spc="35" dirty="0">
                <a:solidFill>
                  <a:srgbClr val="538235"/>
                </a:solidFill>
                <a:latin typeface="Tahoma"/>
                <a:cs typeface="Tahoma"/>
              </a:rPr>
              <a:t> </a:t>
            </a:r>
            <a:r>
              <a:rPr sz="1200" spc="-5" dirty="0">
                <a:solidFill>
                  <a:srgbClr val="538235"/>
                </a:solidFill>
                <a:latin typeface="Tahoma"/>
                <a:cs typeface="Tahoma"/>
              </a:rPr>
              <a:t>greater</a:t>
            </a:r>
            <a:r>
              <a:rPr sz="1200" spc="10" dirty="0">
                <a:solidFill>
                  <a:srgbClr val="538235"/>
                </a:solidFill>
                <a:latin typeface="Tahoma"/>
                <a:cs typeface="Tahoma"/>
              </a:rPr>
              <a:t> </a:t>
            </a:r>
            <a:r>
              <a:rPr sz="1200" dirty="0">
                <a:solidFill>
                  <a:srgbClr val="538235"/>
                </a:solidFill>
                <a:latin typeface="Tahoma"/>
                <a:cs typeface="Tahoma"/>
              </a:rPr>
              <a:t>than</a:t>
            </a:r>
            <a:r>
              <a:rPr sz="1200" spc="5" dirty="0">
                <a:solidFill>
                  <a:srgbClr val="538235"/>
                </a:solidFill>
                <a:latin typeface="Tahoma"/>
                <a:cs typeface="Tahoma"/>
              </a:rPr>
              <a:t> </a:t>
            </a:r>
            <a:r>
              <a:rPr sz="1200" dirty="0">
                <a:solidFill>
                  <a:srgbClr val="538235"/>
                </a:solidFill>
                <a:latin typeface="Tahoma"/>
                <a:cs typeface="Tahoma"/>
              </a:rPr>
              <a:t>2</a:t>
            </a:r>
            <a:r>
              <a:rPr sz="1200" spc="-25" dirty="0">
                <a:solidFill>
                  <a:srgbClr val="538235"/>
                </a:solidFill>
                <a:latin typeface="Tahoma"/>
                <a:cs typeface="Tahoma"/>
              </a:rPr>
              <a:t> </a:t>
            </a:r>
            <a:r>
              <a:rPr sz="1200" dirty="0">
                <a:solidFill>
                  <a:srgbClr val="538235"/>
                </a:solidFill>
                <a:latin typeface="Tahoma"/>
                <a:cs typeface="Tahoma"/>
              </a:rPr>
              <a:t>that</a:t>
            </a:r>
            <a:r>
              <a:rPr sz="1200" spc="-15"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dirty="0">
                <a:solidFill>
                  <a:srgbClr val="538235"/>
                </a:solidFill>
                <a:latin typeface="Tahoma"/>
                <a:cs typeface="Tahoma"/>
              </a:rPr>
              <a:t>not</a:t>
            </a:r>
            <a:r>
              <a:rPr sz="1200" spc="-15" dirty="0">
                <a:solidFill>
                  <a:srgbClr val="538235"/>
                </a:solidFill>
                <a:latin typeface="Tahoma"/>
                <a:cs typeface="Tahoma"/>
              </a:rPr>
              <a:t> </a:t>
            </a:r>
            <a:r>
              <a:rPr sz="1200" spc="-5" dirty="0">
                <a:solidFill>
                  <a:srgbClr val="538235"/>
                </a:solidFill>
                <a:latin typeface="Tahoma"/>
                <a:cs typeface="Tahoma"/>
              </a:rPr>
              <a:t>prime</a:t>
            </a:r>
            <a:r>
              <a:rPr sz="1200" spc="25"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spc="-10" dirty="0">
                <a:solidFill>
                  <a:srgbClr val="538235"/>
                </a:solidFill>
                <a:latin typeface="Tahoma"/>
                <a:cs typeface="Tahoma"/>
              </a:rPr>
              <a:t>said</a:t>
            </a:r>
            <a:r>
              <a:rPr sz="1200" spc="5" dirty="0">
                <a:solidFill>
                  <a:srgbClr val="538235"/>
                </a:solidFill>
                <a:latin typeface="Tahoma"/>
                <a:cs typeface="Tahoma"/>
              </a:rPr>
              <a:t> </a:t>
            </a:r>
            <a:r>
              <a:rPr sz="1200" dirty="0">
                <a:solidFill>
                  <a:srgbClr val="538235"/>
                </a:solidFill>
                <a:latin typeface="Tahoma"/>
                <a:cs typeface="Tahoma"/>
              </a:rPr>
              <a:t>to</a:t>
            </a:r>
            <a:r>
              <a:rPr sz="1200" spc="-20" dirty="0">
                <a:solidFill>
                  <a:srgbClr val="538235"/>
                </a:solidFill>
                <a:latin typeface="Tahoma"/>
                <a:cs typeface="Tahoma"/>
              </a:rPr>
              <a:t> </a:t>
            </a:r>
            <a:r>
              <a:rPr sz="1200" dirty="0">
                <a:solidFill>
                  <a:srgbClr val="538235"/>
                </a:solidFill>
                <a:latin typeface="Tahoma"/>
                <a:cs typeface="Tahoma"/>
              </a:rPr>
              <a:t>be </a:t>
            </a:r>
            <a:r>
              <a:rPr sz="1200" spc="-5" dirty="0">
                <a:solidFill>
                  <a:srgbClr val="538235"/>
                </a:solidFill>
                <a:latin typeface="Tahoma"/>
                <a:cs typeface="Tahoma"/>
              </a:rPr>
              <a:t>composite.</a:t>
            </a:r>
            <a:endParaRPr sz="1200">
              <a:latin typeface="Tahoma"/>
              <a:cs typeface="Tahoma"/>
            </a:endParaRPr>
          </a:p>
          <a:p>
            <a:pPr marL="101600">
              <a:lnSpc>
                <a:spcPct val="100000"/>
              </a:lnSpc>
              <a:spcBef>
                <a:spcPts val="720"/>
              </a:spcBef>
            </a:pPr>
            <a:r>
              <a:rPr sz="1200" spc="-5" dirty="0">
                <a:solidFill>
                  <a:srgbClr val="538235"/>
                </a:solidFill>
                <a:latin typeface="Tahoma"/>
                <a:cs typeface="Tahoma"/>
              </a:rPr>
              <a:t>Examples</a:t>
            </a:r>
            <a:r>
              <a:rPr sz="1200" spc="30"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00" spc="-5" dirty="0">
                <a:solidFill>
                  <a:srgbClr val="538235"/>
                </a:solidFill>
                <a:latin typeface="Tahoma"/>
                <a:cs typeface="Tahoma"/>
              </a:rPr>
              <a:t>Prime:</a:t>
            </a:r>
            <a:r>
              <a:rPr sz="1200" spc="15" dirty="0">
                <a:solidFill>
                  <a:srgbClr val="538235"/>
                </a:solidFill>
                <a:latin typeface="Tahoma"/>
                <a:cs typeface="Tahoma"/>
              </a:rPr>
              <a:t> </a:t>
            </a:r>
            <a:r>
              <a:rPr sz="1200" spc="-5" dirty="0">
                <a:solidFill>
                  <a:srgbClr val="538235"/>
                </a:solidFill>
                <a:latin typeface="Tahoma"/>
                <a:cs typeface="Tahoma"/>
              </a:rPr>
              <a:t>2,</a:t>
            </a:r>
            <a:r>
              <a:rPr sz="1200" spc="5" dirty="0">
                <a:solidFill>
                  <a:srgbClr val="538235"/>
                </a:solidFill>
                <a:latin typeface="Tahoma"/>
                <a:cs typeface="Tahoma"/>
              </a:rPr>
              <a:t> </a:t>
            </a:r>
            <a:r>
              <a:rPr sz="1200" spc="-5" dirty="0">
                <a:solidFill>
                  <a:srgbClr val="538235"/>
                </a:solidFill>
                <a:latin typeface="Tahoma"/>
                <a:cs typeface="Tahoma"/>
              </a:rPr>
              <a:t>3,</a:t>
            </a:r>
            <a:r>
              <a:rPr sz="1200" spc="5" dirty="0">
                <a:solidFill>
                  <a:srgbClr val="538235"/>
                </a:solidFill>
                <a:latin typeface="Tahoma"/>
                <a:cs typeface="Tahoma"/>
              </a:rPr>
              <a:t> </a:t>
            </a:r>
            <a:r>
              <a:rPr sz="1200" spc="-5" dirty="0">
                <a:solidFill>
                  <a:srgbClr val="538235"/>
                </a:solidFill>
                <a:latin typeface="Tahoma"/>
                <a:cs typeface="Tahoma"/>
              </a:rPr>
              <a:t>5,</a:t>
            </a:r>
            <a:r>
              <a:rPr sz="1200" spc="5" dirty="0">
                <a:solidFill>
                  <a:srgbClr val="538235"/>
                </a:solidFill>
                <a:latin typeface="Tahoma"/>
                <a:cs typeface="Tahoma"/>
              </a:rPr>
              <a:t> </a:t>
            </a:r>
            <a:r>
              <a:rPr sz="1200" spc="-55" dirty="0">
                <a:solidFill>
                  <a:srgbClr val="538235"/>
                </a:solidFill>
                <a:latin typeface="Tahoma"/>
                <a:cs typeface="Tahoma"/>
              </a:rPr>
              <a:t>7,</a:t>
            </a:r>
            <a:r>
              <a:rPr sz="1200" spc="10" dirty="0">
                <a:solidFill>
                  <a:srgbClr val="538235"/>
                </a:solidFill>
                <a:latin typeface="Tahoma"/>
                <a:cs typeface="Tahoma"/>
              </a:rPr>
              <a:t> </a:t>
            </a:r>
            <a:r>
              <a:rPr sz="1200" spc="-10" dirty="0">
                <a:solidFill>
                  <a:srgbClr val="538235"/>
                </a:solidFill>
                <a:latin typeface="Tahoma"/>
                <a:cs typeface="Tahoma"/>
              </a:rPr>
              <a:t>11,</a:t>
            </a:r>
            <a:r>
              <a:rPr sz="1200" spc="5" dirty="0">
                <a:solidFill>
                  <a:srgbClr val="538235"/>
                </a:solidFill>
                <a:latin typeface="Tahoma"/>
                <a:cs typeface="Tahoma"/>
              </a:rPr>
              <a:t> </a:t>
            </a:r>
            <a:r>
              <a:rPr sz="1200" spc="-5" dirty="0">
                <a:solidFill>
                  <a:srgbClr val="538235"/>
                </a:solidFill>
                <a:latin typeface="Tahoma"/>
                <a:cs typeface="Tahoma"/>
              </a:rPr>
              <a:t>13,</a:t>
            </a:r>
            <a:r>
              <a:rPr sz="1200" spc="5" dirty="0">
                <a:solidFill>
                  <a:srgbClr val="538235"/>
                </a:solidFill>
                <a:latin typeface="Tahoma"/>
                <a:cs typeface="Tahoma"/>
              </a:rPr>
              <a:t> </a:t>
            </a:r>
            <a:r>
              <a:rPr sz="1200" spc="-40" dirty="0">
                <a:solidFill>
                  <a:srgbClr val="538235"/>
                </a:solidFill>
                <a:latin typeface="Tahoma"/>
                <a:cs typeface="Tahoma"/>
              </a:rPr>
              <a:t>17,</a:t>
            </a:r>
            <a:r>
              <a:rPr sz="1200" spc="5" dirty="0">
                <a:solidFill>
                  <a:srgbClr val="538235"/>
                </a:solidFill>
                <a:latin typeface="Tahoma"/>
                <a:cs typeface="Tahoma"/>
              </a:rPr>
              <a:t> </a:t>
            </a:r>
            <a:r>
              <a:rPr sz="1200" spc="-10" dirty="0">
                <a:solidFill>
                  <a:srgbClr val="538235"/>
                </a:solidFill>
                <a:latin typeface="Tahoma"/>
                <a:cs typeface="Tahoma"/>
              </a:rPr>
              <a:t>19,</a:t>
            </a:r>
            <a:r>
              <a:rPr sz="1200" spc="5" dirty="0">
                <a:solidFill>
                  <a:srgbClr val="538235"/>
                </a:solidFill>
                <a:latin typeface="Tahoma"/>
                <a:cs typeface="Tahoma"/>
              </a:rPr>
              <a:t> </a:t>
            </a:r>
            <a:r>
              <a:rPr sz="1200" spc="-5" dirty="0">
                <a:solidFill>
                  <a:srgbClr val="538235"/>
                </a:solidFill>
                <a:latin typeface="Tahoma"/>
                <a:cs typeface="Tahoma"/>
              </a:rPr>
              <a:t>23,</a:t>
            </a:r>
            <a:r>
              <a:rPr sz="1200" spc="5" dirty="0">
                <a:solidFill>
                  <a:srgbClr val="538235"/>
                </a:solidFill>
                <a:latin typeface="Tahoma"/>
                <a:cs typeface="Tahoma"/>
              </a:rPr>
              <a:t> </a:t>
            </a:r>
            <a:r>
              <a:rPr sz="1200" spc="-10" dirty="0">
                <a:solidFill>
                  <a:srgbClr val="538235"/>
                </a:solidFill>
                <a:latin typeface="Tahoma"/>
                <a:cs typeface="Tahoma"/>
              </a:rPr>
              <a:t>29,</a:t>
            </a:r>
            <a:r>
              <a:rPr sz="1200" spc="5" dirty="0">
                <a:solidFill>
                  <a:srgbClr val="538235"/>
                </a:solidFill>
                <a:latin typeface="Tahoma"/>
                <a:cs typeface="Tahoma"/>
              </a:rPr>
              <a:t> </a:t>
            </a:r>
            <a:r>
              <a:rPr sz="1200" spc="-10" dirty="0">
                <a:solidFill>
                  <a:srgbClr val="538235"/>
                </a:solidFill>
                <a:latin typeface="Tahoma"/>
                <a:cs typeface="Tahoma"/>
              </a:rPr>
              <a:t>31,</a:t>
            </a:r>
            <a:r>
              <a:rPr sz="1200" spc="-15" dirty="0">
                <a:solidFill>
                  <a:srgbClr val="538235"/>
                </a:solidFill>
                <a:latin typeface="Tahoma"/>
                <a:cs typeface="Tahoma"/>
              </a:rPr>
              <a:t> </a:t>
            </a:r>
            <a:r>
              <a:rPr sz="1200" spc="-40" dirty="0">
                <a:solidFill>
                  <a:srgbClr val="538235"/>
                </a:solidFill>
                <a:latin typeface="Tahoma"/>
                <a:cs typeface="Tahoma"/>
              </a:rPr>
              <a:t>37,</a:t>
            </a:r>
            <a:r>
              <a:rPr sz="1200" spc="25" dirty="0">
                <a:solidFill>
                  <a:srgbClr val="538235"/>
                </a:solidFill>
                <a:latin typeface="Tahoma"/>
                <a:cs typeface="Tahoma"/>
              </a:rPr>
              <a:t> </a:t>
            </a:r>
            <a:r>
              <a:rPr sz="1200" spc="-10" dirty="0">
                <a:solidFill>
                  <a:srgbClr val="538235"/>
                </a:solidFill>
                <a:latin typeface="Tahoma"/>
                <a:cs typeface="Tahoma"/>
              </a:rPr>
              <a:t>41,</a:t>
            </a:r>
            <a:r>
              <a:rPr sz="1200" spc="5" dirty="0">
                <a:solidFill>
                  <a:srgbClr val="538235"/>
                </a:solidFill>
                <a:latin typeface="Tahoma"/>
                <a:cs typeface="Tahoma"/>
              </a:rPr>
              <a:t> </a:t>
            </a:r>
            <a:r>
              <a:rPr sz="1200" spc="-5" dirty="0">
                <a:solidFill>
                  <a:srgbClr val="538235"/>
                </a:solidFill>
                <a:latin typeface="Tahoma"/>
                <a:cs typeface="Tahoma"/>
              </a:rPr>
              <a:t>43,</a:t>
            </a:r>
            <a:r>
              <a:rPr sz="1200" spc="-20" dirty="0">
                <a:solidFill>
                  <a:srgbClr val="538235"/>
                </a:solidFill>
                <a:latin typeface="Tahoma"/>
                <a:cs typeface="Tahoma"/>
              </a:rPr>
              <a:t> </a:t>
            </a:r>
            <a:r>
              <a:rPr sz="1200" spc="-40" dirty="0">
                <a:solidFill>
                  <a:srgbClr val="538235"/>
                </a:solidFill>
                <a:latin typeface="Tahoma"/>
                <a:cs typeface="Tahoma"/>
              </a:rPr>
              <a:t>47,</a:t>
            </a:r>
            <a:r>
              <a:rPr sz="1200" spc="25" dirty="0">
                <a:solidFill>
                  <a:srgbClr val="538235"/>
                </a:solidFill>
                <a:latin typeface="Tahoma"/>
                <a:cs typeface="Tahoma"/>
              </a:rPr>
              <a:t> </a:t>
            </a:r>
            <a:r>
              <a:rPr sz="1200" spc="-10" dirty="0">
                <a:solidFill>
                  <a:srgbClr val="538235"/>
                </a:solidFill>
                <a:latin typeface="Tahoma"/>
                <a:cs typeface="Tahoma"/>
              </a:rPr>
              <a:t>53,</a:t>
            </a:r>
            <a:r>
              <a:rPr sz="1200" spc="5" dirty="0">
                <a:solidFill>
                  <a:srgbClr val="538235"/>
                </a:solidFill>
                <a:latin typeface="Tahoma"/>
                <a:cs typeface="Tahoma"/>
              </a:rPr>
              <a:t> </a:t>
            </a:r>
            <a:r>
              <a:rPr sz="1200" spc="-10" dirty="0">
                <a:solidFill>
                  <a:srgbClr val="538235"/>
                </a:solidFill>
                <a:latin typeface="Tahoma"/>
                <a:cs typeface="Tahoma"/>
              </a:rPr>
              <a:t>59,</a:t>
            </a:r>
            <a:r>
              <a:rPr sz="1200" spc="-20" dirty="0">
                <a:solidFill>
                  <a:srgbClr val="538235"/>
                </a:solidFill>
                <a:latin typeface="Tahoma"/>
                <a:cs typeface="Tahoma"/>
              </a:rPr>
              <a:t> </a:t>
            </a:r>
            <a:r>
              <a:rPr sz="1200" spc="-5" dirty="0">
                <a:solidFill>
                  <a:srgbClr val="538235"/>
                </a:solidFill>
                <a:latin typeface="Tahoma"/>
                <a:cs typeface="Tahoma"/>
              </a:rPr>
              <a:t>...</a:t>
            </a:r>
            <a:endParaRPr sz="1200">
              <a:latin typeface="Tahoma"/>
              <a:cs typeface="Tahoma"/>
            </a:endParaRPr>
          </a:p>
          <a:p>
            <a:pPr marL="101600">
              <a:lnSpc>
                <a:spcPct val="100000"/>
              </a:lnSpc>
              <a:spcBef>
                <a:spcPts val="720"/>
              </a:spcBef>
            </a:pPr>
            <a:r>
              <a:rPr sz="1200" spc="-5" dirty="0">
                <a:solidFill>
                  <a:srgbClr val="538235"/>
                </a:solidFill>
                <a:latin typeface="Tahoma"/>
                <a:cs typeface="Tahoma"/>
              </a:rPr>
              <a:t>Examples</a:t>
            </a:r>
            <a:r>
              <a:rPr sz="1200" spc="25"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00" spc="-5" dirty="0">
                <a:solidFill>
                  <a:srgbClr val="538235"/>
                </a:solidFill>
                <a:latin typeface="Tahoma"/>
                <a:cs typeface="Tahoma"/>
              </a:rPr>
              <a:t>Composite:</a:t>
            </a:r>
            <a:r>
              <a:rPr sz="1200" spc="35" dirty="0">
                <a:solidFill>
                  <a:srgbClr val="538235"/>
                </a:solidFill>
                <a:latin typeface="Tahoma"/>
                <a:cs typeface="Tahoma"/>
              </a:rPr>
              <a:t> </a:t>
            </a:r>
            <a:r>
              <a:rPr sz="1200" spc="-5" dirty="0">
                <a:solidFill>
                  <a:srgbClr val="538235"/>
                </a:solidFill>
                <a:latin typeface="Tahoma"/>
                <a:cs typeface="Tahoma"/>
              </a:rPr>
              <a:t>4,</a:t>
            </a:r>
            <a:r>
              <a:rPr sz="1200" spc="-20" dirty="0">
                <a:solidFill>
                  <a:srgbClr val="538235"/>
                </a:solidFill>
                <a:latin typeface="Tahoma"/>
                <a:cs typeface="Tahoma"/>
              </a:rPr>
              <a:t> </a:t>
            </a:r>
            <a:r>
              <a:rPr sz="1200" spc="-5" dirty="0">
                <a:solidFill>
                  <a:srgbClr val="538235"/>
                </a:solidFill>
                <a:latin typeface="Tahoma"/>
                <a:cs typeface="Tahoma"/>
              </a:rPr>
              <a:t>6,</a:t>
            </a:r>
            <a:r>
              <a:rPr sz="1200" dirty="0">
                <a:solidFill>
                  <a:srgbClr val="538235"/>
                </a:solidFill>
                <a:latin typeface="Tahoma"/>
                <a:cs typeface="Tahoma"/>
              </a:rPr>
              <a:t> </a:t>
            </a:r>
            <a:r>
              <a:rPr sz="1200" spc="-5" dirty="0">
                <a:solidFill>
                  <a:srgbClr val="538235"/>
                </a:solidFill>
                <a:latin typeface="Tahoma"/>
                <a:cs typeface="Tahoma"/>
              </a:rPr>
              <a:t>8,</a:t>
            </a:r>
            <a:r>
              <a:rPr sz="1200" spc="5" dirty="0">
                <a:solidFill>
                  <a:srgbClr val="538235"/>
                </a:solidFill>
                <a:latin typeface="Tahoma"/>
                <a:cs typeface="Tahoma"/>
              </a:rPr>
              <a:t> </a:t>
            </a:r>
            <a:r>
              <a:rPr sz="1200" spc="-5" dirty="0">
                <a:solidFill>
                  <a:srgbClr val="538235"/>
                </a:solidFill>
                <a:latin typeface="Tahoma"/>
                <a:cs typeface="Tahoma"/>
              </a:rPr>
              <a:t>9,</a:t>
            </a:r>
            <a:r>
              <a:rPr sz="1200" spc="-25" dirty="0">
                <a:solidFill>
                  <a:srgbClr val="538235"/>
                </a:solidFill>
                <a:latin typeface="Tahoma"/>
                <a:cs typeface="Tahoma"/>
              </a:rPr>
              <a:t> </a:t>
            </a:r>
            <a:r>
              <a:rPr sz="1200" spc="-5" dirty="0">
                <a:solidFill>
                  <a:srgbClr val="538235"/>
                </a:solidFill>
                <a:latin typeface="Tahoma"/>
                <a:cs typeface="Tahoma"/>
              </a:rPr>
              <a:t>10,</a:t>
            </a:r>
            <a:r>
              <a:rPr sz="1200" spc="5" dirty="0">
                <a:solidFill>
                  <a:srgbClr val="538235"/>
                </a:solidFill>
                <a:latin typeface="Tahoma"/>
                <a:cs typeface="Tahoma"/>
              </a:rPr>
              <a:t> </a:t>
            </a:r>
            <a:r>
              <a:rPr sz="1200" spc="-10" dirty="0">
                <a:solidFill>
                  <a:srgbClr val="538235"/>
                </a:solidFill>
                <a:latin typeface="Tahoma"/>
                <a:cs typeface="Tahoma"/>
              </a:rPr>
              <a:t>12,</a:t>
            </a:r>
            <a:r>
              <a:rPr sz="1200" dirty="0">
                <a:solidFill>
                  <a:srgbClr val="538235"/>
                </a:solidFill>
                <a:latin typeface="Tahoma"/>
                <a:cs typeface="Tahoma"/>
              </a:rPr>
              <a:t> </a:t>
            </a:r>
            <a:r>
              <a:rPr sz="1200" spc="-10" dirty="0">
                <a:solidFill>
                  <a:srgbClr val="538235"/>
                </a:solidFill>
                <a:latin typeface="Tahoma"/>
                <a:cs typeface="Tahoma"/>
              </a:rPr>
              <a:t>14,</a:t>
            </a:r>
            <a:r>
              <a:rPr sz="1200" spc="5" dirty="0">
                <a:solidFill>
                  <a:srgbClr val="538235"/>
                </a:solidFill>
                <a:latin typeface="Tahoma"/>
                <a:cs typeface="Tahoma"/>
              </a:rPr>
              <a:t> </a:t>
            </a:r>
            <a:r>
              <a:rPr sz="1200" spc="-10" dirty="0">
                <a:solidFill>
                  <a:srgbClr val="538235"/>
                </a:solidFill>
                <a:latin typeface="Tahoma"/>
                <a:cs typeface="Tahoma"/>
              </a:rPr>
              <a:t>15,...</a:t>
            </a:r>
            <a:endParaRPr sz="1200">
              <a:latin typeface="Tahoma"/>
              <a:cs typeface="Tahoma"/>
            </a:endParaRPr>
          </a:p>
          <a:p>
            <a:pPr>
              <a:lnSpc>
                <a:spcPct val="100000"/>
              </a:lnSpc>
            </a:pPr>
            <a:endParaRPr sz="1400">
              <a:latin typeface="Tahoma"/>
              <a:cs typeface="Tahoma"/>
            </a:endParaRPr>
          </a:p>
          <a:p>
            <a:pPr marL="271780">
              <a:lnSpc>
                <a:spcPct val="100000"/>
              </a:lnSpc>
              <a:spcBef>
                <a:spcPts val="1190"/>
              </a:spcBef>
            </a:pPr>
            <a:r>
              <a:rPr sz="1200" b="1" dirty="0">
                <a:solidFill>
                  <a:srgbClr val="538235"/>
                </a:solidFill>
                <a:latin typeface="Tahoma"/>
                <a:cs typeface="Tahoma"/>
              </a:rPr>
              <a:t>Fermat’s</a:t>
            </a:r>
            <a:r>
              <a:rPr sz="1200" b="1" spc="-60" dirty="0">
                <a:solidFill>
                  <a:srgbClr val="538235"/>
                </a:solidFill>
                <a:latin typeface="Tahoma"/>
                <a:cs typeface="Tahoma"/>
              </a:rPr>
              <a:t> </a:t>
            </a:r>
            <a:r>
              <a:rPr sz="1200" b="1" dirty="0">
                <a:solidFill>
                  <a:srgbClr val="538235"/>
                </a:solidFill>
                <a:latin typeface="Tahoma"/>
                <a:cs typeface="Tahoma"/>
              </a:rPr>
              <a:t>Theorem</a:t>
            </a:r>
            <a:endParaRPr sz="1200">
              <a:latin typeface="Tahoma"/>
              <a:cs typeface="Tahoma"/>
            </a:endParaRPr>
          </a:p>
          <a:p>
            <a:pPr marL="101600">
              <a:lnSpc>
                <a:spcPct val="100000"/>
              </a:lnSpc>
              <a:spcBef>
                <a:spcPts val="720"/>
              </a:spcBef>
            </a:pPr>
            <a:r>
              <a:rPr sz="1200" dirty="0">
                <a:solidFill>
                  <a:srgbClr val="538235"/>
                </a:solidFill>
                <a:latin typeface="Tahoma"/>
                <a:cs typeface="Tahoma"/>
              </a:rPr>
              <a:t>If</a:t>
            </a:r>
            <a:r>
              <a:rPr sz="1200" spc="10" dirty="0">
                <a:solidFill>
                  <a:srgbClr val="538235"/>
                </a:solidFill>
                <a:latin typeface="Tahoma"/>
                <a:cs typeface="Tahoma"/>
              </a:rPr>
              <a:t> </a:t>
            </a:r>
            <a:r>
              <a:rPr sz="1200" dirty="0">
                <a:solidFill>
                  <a:srgbClr val="538235"/>
                </a:solidFill>
                <a:latin typeface="Tahoma"/>
                <a:cs typeface="Tahoma"/>
              </a:rPr>
              <a:t>p</a:t>
            </a:r>
            <a:r>
              <a:rPr sz="1200" spc="-5" dirty="0">
                <a:solidFill>
                  <a:srgbClr val="538235"/>
                </a:solidFill>
                <a:latin typeface="Tahoma"/>
                <a:cs typeface="Tahoma"/>
              </a:rPr>
              <a:t> </a:t>
            </a:r>
            <a:r>
              <a:rPr sz="1200" spc="-10" dirty="0">
                <a:solidFill>
                  <a:srgbClr val="538235"/>
                </a:solidFill>
                <a:latin typeface="Tahoma"/>
                <a:cs typeface="Tahoma"/>
              </a:rPr>
              <a:t>is</a:t>
            </a:r>
            <a:r>
              <a:rPr sz="1200" dirty="0">
                <a:solidFill>
                  <a:srgbClr val="538235"/>
                </a:solidFill>
                <a:latin typeface="Tahoma"/>
                <a:cs typeface="Tahoma"/>
              </a:rPr>
              <a:t> </a:t>
            </a:r>
            <a:r>
              <a:rPr sz="1200" spc="-5" dirty="0">
                <a:solidFill>
                  <a:srgbClr val="538235"/>
                </a:solidFill>
                <a:latin typeface="Tahoma"/>
                <a:cs typeface="Tahoma"/>
              </a:rPr>
              <a:t>prime</a:t>
            </a:r>
            <a:r>
              <a:rPr sz="1200" spc="25" dirty="0">
                <a:solidFill>
                  <a:srgbClr val="538235"/>
                </a:solidFill>
                <a:latin typeface="Tahoma"/>
                <a:cs typeface="Tahoma"/>
              </a:rPr>
              <a:t> </a:t>
            </a:r>
            <a:r>
              <a:rPr sz="1200" spc="-5" dirty="0">
                <a:solidFill>
                  <a:srgbClr val="538235"/>
                </a:solidFill>
                <a:latin typeface="Tahoma"/>
                <a:cs typeface="Tahoma"/>
              </a:rPr>
              <a:t>and</a:t>
            </a:r>
            <a:r>
              <a:rPr sz="1200" dirty="0">
                <a:solidFill>
                  <a:srgbClr val="538235"/>
                </a:solidFill>
                <a:latin typeface="Tahoma"/>
                <a:cs typeface="Tahoma"/>
              </a:rPr>
              <a:t> a </a:t>
            </a:r>
            <a:r>
              <a:rPr sz="1200" spc="-10" dirty="0">
                <a:solidFill>
                  <a:srgbClr val="538235"/>
                </a:solidFill>
                <a:latin typeface="Tahoma"/>
                <a:cs typeface="Tahoma"/>
              </a:rPr>
              <a:t>is</a:t>
            </a:r>
            <a:r>
              <a:rPr sz="1200" spc="5" dirty="0">
                <a:solidFill>
                  <a:srgbClr val="538235"/>
                </a:solidFill>
                <a:latin typeface="Tahoma"/>
                <a:cs typeface="Tahoma"/>
              </a:rPr>
              <a:t> </a:t>
            </a:r>
            <a:r>
              <a:rPr sz="1200" dirty="0">
                <a:solidFill>
                  <a:srgbClr val="538235"/>
                </a:solidFill>
                <a:latin typeface="Tahoma"/>
                <a:cs typeface="Tahoma"/>
              </a:rPr>
              <a:t>a</a:t>
            </a:r>
            <a:r>
              <a:rPr sz="1200" spc="5" dirty="0">
                <a:solidFill>
                  <a:srgbClr val="538235"/>
                </a:solidFill>
                <a:latin typeface="Tahoma"/>
                <a:cs typeface="Tahoma"/>
              </a:rPr>
              <a:t> </a:t>
            </a:r>
            <a:r>
              <a:rPr sz="1200" spc="-5" dirty="0">
                <a:solidFill>
                  <a:srgbClr val="538235"/>
                </a:solidFill>
                <a:latin typeface="Tahoma"/>
                <a:cs typeface="Tahoma"/>
              </a:rPr>
              <a:t>positive</a:t>
            </a:r>
            <a:r>
              <a:rPr sz="1200" spc="30" dirty="0">
                <a:solidFill>
                  <a:srgbClr val="538235"/>
                </a:solidFill>
                <a:latin typeface="Tahoma"/>
                <a:cs typeface="Tahoma"/>
              </a:rPr>
              <a:t> </a:t>
            </a:r>
            <a:r>
              <a:rPr sz="1200" spc="-5" dirty="0">
                <a:solidFill>
                  <a:srgbClr val="538235"/>
                </a:solidFill>
                <a:latin typeface="Tahoma"/>
                <a:cs typeface="Tahoma"/>
              </a:rPr>
              <a:t>integer</a:t>
            </a:r>
            <a:r>
              <a:rPr sz="1200" spc="35" dirty="0">
                <a:solidFill>
                  <a:srgbClr val="538235"/>
                </a:solidFill>
                <a:latin typeface="Tahoma"/>
                <a:cs typeface="Tahoma"/>
              </a:rPr>
              <a:t> </a:t>
            </a:r>
            <a:r>
              <a:rPr sz="1200" spc="-5" dirty="0">
                <a:solidFill>
                  <a:srgbClr val="538235"/>
                </a:solidFill>
                <a:latin typeface="Tahoma"/>
                <a:cs typeface="Tahoma"/>
              </a:rPr>
              <a:t>not </a:t>
            </a:r>
            <a:r>
              <a:rPr sz="1200" spc="-10" dirty="0">
                <a:solidFill>
                  <a:srgbClr val="538235"/>
                </a:solidFill>
                <a:latin typeface="Tahoma"/>
                <a:cs typeface="Tahoma"/>
              </a:rPr>
              <a:t>divisible</a:t>
            </a:r>
            <a:r>
              <a:rPr sz="1200" spc="55" dirty="0">
                <a:solidFill>
                  <a:srgbClr val="538235"/>
                </a:solidFill>
                <a:latin typeface="Tahoma"/>
                <a:cs typeface="Tahoma"/>
              </a:rPr>
              <a:t> </a:t>
            </a:r>
            <a:r>
              <a:rPr sz="1200" dirty="0">
                <a:solidFill>
                  <a:srgbClr val="538235"/>
                </a:solidFill>
                <a:latin typeface="Tahoma"/>
                <a:cs typeface="Tahoma"/>
              </a:rPr>
              <a:t>by</a:t>
            </a:r>
            <a:r>
              <a:rPr sz="1200" spc="-15" dirty="0">
                <a:solidFill>
                  <a:srgbClr val="538235"/>
                </a:solidFill>
                <a:latin typeface="Tahoma"/>
                <a:cs typeface="Tahoma"/>
              </a:rPr>
              <a:t> </a:t>
            </a:r>
            <a:r>
              <a:rPr sz="1200" spc="-10" dirty="0">
                <a:solidFill>
                  <a:srgbClr val="538235"/>
                </a:solidFill>
                <a:latin typeface="Tahoma"/>
                <a:cs typeface="Tahoma"/>
              </a:rPr>
              <a:t>p,</a:t>
            </a:r>
            <a:r>
              <a:rPr sz="1200" spc="-15" dirty="0">
                <a:solidFill>
                  <a:srgbClr val="538235"/>
                </a:solidFill>
                <a:latin typeface="Tahoma"/>
                <a:cs typeface="Tahoma"/>
              </a:rPr>
              <a:t> </a:t>
            </a:r>
            <a:r>
              <a:rPr sz="1200" spc="-5" dirty="0">
                <a:solidFill>
                  <a:srgbClr val="538235"/>
                </a:solidFill>
                <a:latin typeface="Tahoma"/>
                <a:cs typeface="Tahoma"/>
              </a:rPr>
              <a:t>then</a:t>
            </a:r>
            <a:endParaRPr sz="1200">
              <a:latin typeface="Tahoma"/>
              <a:cs typeface="Tahoma"/>
            </a:endParaRPr>
          </a:p>
          <a:p>
            <a:pPr marL="2348230">
              <a:lnSpc>
                <a:spcPct val="100000"/>
              </a:lnSpc>
              <a:spcBef>
                <a:spcPts val="725"/>
              </a:spcBef>
            </a:pPr>
            <a:r>
              <a:rPr sz="1200" b="1" spc="-5" dirty="0">
                <a:solidFill>
                  <a:srgbClr val="538235"/>
                </a:solidFill>
                <a:latin typeface="Tahoma"/>
                <a:cs typeface="Tahoma"/>
              </a:rPr>
              <a:t>a</a:t>
            </a:r>
            <a:r>
              <a:rPr sz="1200" b="1" spc="-7" baseline="24305" dirty="0">
                <a:solidFill>
                  <a:srgbClr val="538235"/>
                </a:solidFill>
                <a:latin typeface="Tahoma"/>
                <a:cs typeface="Tahoma"/>
              </a:rPr>
              <a:t>p-1</a:t>
            </a:r>
            <a:r>
              <a:rPr sz="1200" b="1" spc="157" baseline="24305" dirty="0">
                <a:solidFill>
                  <a:srgbClr val="538235"/>
                </a:solidFill>
                <a:latin typeface="Tahoma"/>
                <a:cs typeface="Tahoma"/>
              </a:rPr>
              <a:t> </a:t>
            </a:r>
            <a:r>
              <a:rPr sz="1200" b="1" dirty="0">
                <a:solidFill>
                  <a:srgbClr val="538235"/>
                </a:solidFill>
                <a:latin typeface="Tahoma"/>
                <a:cs typeface="Tahoma"/>
              </a:rPr>
              <a:t>≡</a:t>
            </a:r>
            <a:r>
              <a:rPr sz="1200" b="1" spc="-10" dirty="0">
                <a:solidFill>
                  <a:srgbClr val="538235"/>
                </a:solidFill>
                <a:latin typeface="Tahoma"/>
                <a:cs typeface="Tahoma"/>
              </a:rPr>
              <a:t> </a:t>
            </a:r>
            <a:r>
              <a:rPr sz="1200" b="1" dirty="0">
                <a:solidFill>
                  <a:srgbClr val="538235"/>
                </a:solidFill>
                <a:latin typeface="Tahoma"/>
                <a:cs typeface="Tahoma"/>
              </a:rPr>
              <a:t>1</a:t>
            </a:r>
            <a:r>
              <a:rPr sz="1200" b="1" spc="-30" dirty="0">
                <a:solidFill>
                  <a:srgbClr val="538235"/>
                </a:solidFill>
                <a:latin typeface="Tahoma"/>
                <a:cs typeface="Tahoma"/>
              </a:rPr>
              <a:t> </a:t>
            </a:r>
            <a:r>
              <a:rPr sz="1200" b="1" dirty="0">
                <a:solidFill>
                  <a:srgbClr val="538235"/>
                </a:solidFill>
                <a:latin typeface="Tahoma"/>
                <a:cs typeface="Tahoma"/>
              </a:rPr>
              <a:t>(mod</a:t>
            </a:r>
            <a:r>
              <a:rPr sz="1200" b="1" spc="-25" dirty="0">
                <a:solidFill>
                  <a:srgbClr val="538235"/>
                </a:solidFill>
                <a:latin typeface="Tahoma"/>
                <a:cs typeface="Tahoma"/>
              </a:rPr>
              <a:t> </a:t>
            </a:r>
            <a:r>
              <a:rPr sz="1200" b="1" spc="-10" dirty="0">
                <a:solidFill>
                  <a:srgbClr val="538235"/>
                </a:solidFill>
                <a:latin typeface="Tahoma"/>
                <a:cs typeface="Tahoma"/>
              </a:rPr>
              <a:t>p)</a:t>
            </a:r>
            <a:endParaRPr sz="1200">
              <a:latin typeface="Tahoma"/>
              <a:cs typeface="Tahoma"/>
            </a:endParaRPr>
          </a:p>
          <a:p>
            <a:pPr marL="101600" marR="60325">
              <a:lnSpc>
                <a:spcPct val="150000"/>
              </a:lnSpc>
            </a:pPr>
            <a:r>
              <a:rPr sz="1200" dirty="0">
                <a:solidFill>
                  <a:srgbClr val="538235"/>
                </a:solidFill>
                <a:latin typeface="Tahoma"/>
                <a:cs typeface="Tahoma"/>
              </a:rPr>
              <a:t>An</a:t>
            </a:r>
            <a:r>
              <a:rPr sz="1200" spc="105" dirty="0">
                <a:solidFill>
                  <a:srgbClr val="538235"/>
                </a:solidFill>
                <a:latin typeface="Tahoma"/>
                <a:cs typeface="Tahoma"/>
              </a:rPr>
              <a:t> </a:t>
            </a:r>
            <a:r>
              <a:rPr sz="1200" spc="-5" dirty="0">
                <a:solidFill>
                  <a:srgbClr val="538235"/>
                </a:solidFill>
                <a:latin typeface="Tahoma"/>
                <a:cs typeface="Tahoma"/>
              </a:rPr>
              <a:t>alternative</a:t>
            </a:r>
            <a:r>
              <a:rPr sz="1200" spc="110" dirty="0">
                <a:solidFill>
                  <a:srgbClr val="538235"/>
                </a:solidFill>
                <a:latin typeface="Tahoma"/>
                <a:cs typeface="Tahoma"/>
              </a:rPr>
              <a:t> </a:t>
            </a:r>
            <a:r>
              <a:rPr sz="1200" spc="-5" dirty="0">
                <a:solidFill>
                  <a:srgbClr val="538235"/>
                </a:solidFill>
                <a:latin typeface="Tahoma"/>
                <a:cs typeface="Tahoma"/>
              </a:rPr>
              <a:t>form</a:t>
            </a:r>
            <a:r>
              <a:rPr sz="1200" spc="110" dirty="0">
                <a:solidFill>
                  <a:srgbClr val="538235"/>
                </a:solidFill>
                <a:latin typeface="Tahoma"/>
                <a:cs typeface="Tahoma"/>
              </a:rPr>
              <a:t> </a:t>
            </a:r>
            <a:r>
              <a:rPr sz="1200" spc="-5" dirty="0">
                <a:solidFill>
                  <a:srgbClr val="538235"/>
                </a:solidFill>
                <a:latin typeface="Tahoma"/>
                <a:cs typeface="Tahoma"/>
              </a:rPr>
              <a:t>of</a:t>
            </a:r>
            <a:r>
              <a:rPr sz="1200" spc="110" dirty="0">
                <a:solidFill>
                  <a:srgbClr val="538235"/>
                </a:solidFill>
                <a:latin typeface="Tahoma"/>
                <a:cs typeface="Tahoma"/>
              </a:rPr>
              <a:t> </a:t>
            </a:r>
            <a:r>
              <a:rPr sz="1200" spc="-15" dirty="0">
                <a:solidFill>
                  <a:srgbClr val="538235"/>
                </a:solidFill>
                <a:latin typeface="Tahoma"/>
                <a:cs typeface="Tahoma"/>
              </a:rPr>
              <a:t>Fermat’s</a:t>
            </a:r>
            <a:r>
              <a:rPr sz="1200" spc="105" dirty="0">
                <a:solidFill>
                  <a:srgbClr val="538235"/>
                </a:solidFill>
                <a:latin typeface="Tahoma"/>
                <a:cs typeface="Tahoma"/>
              </a:rPr>
              <a:t> </a:t>
            </a:r>
            <a:r>
              <a:rPr sz="1200" dirty="0">
                <a:solidFill>
                  <a:srgbClr val="538235"/>
                </a:solidFill>
                <a:latin typeface="Tahoma"/>
                <a:cs typeface="Tahoma"/>
              </a:rPr>
              <a:t>theorem</a:t>
            </a:r>
            <a:r>
              <a:rPr sz="1200" spc="135" dirty="0">
                <a:solidFill>
                  <a:srgbClr val="538235"/>
                </a:solidFill>
                <a:latin typeface="Tahoma"/>
                <a:cs typeface="Tahoma"/>
              </a:rPr>
              <a:t> </a:t>
            </a:r>
            <a:r>
              <a:rPr sz="1200" spc="-10" dirty="0">
                <a:solidFill>
                  <a:srgbClr val="538235"/>
                </a:solidFill>
                <a:latin typeface="Tahoma"/>
                <a:cs typeface="Tahoma"/>
              </a:rPr>
              <a:t>is</a:t>
            </a:r>
            <a:r>
              <a:rPr sz="1200" spc="100" dirty="0">
                <a:solidFill>
                  <a:srgbClr val="538235"/>
                </a:solidFill>
                <a:latin typeface="Tahoma"/>
                <a:cs typeface="Tahoma"/>
              </a:rPr>
              <a:t> </a:t>
            </a:r>
            <a:r>
              <a:rPr sz="1200" spc="-5" dirty="0">
                <a:solidFill>
                  <a:srgbClr val="538235"/>
                </a:solidFill>
                <a:latin typeface="Tahoma"/>
                <a:cs typeface="Tahoma"/>
              </a:rPr>
              <a:t>also</a:t>
            </a:r>
            <a:r>
              <a:rPr sz="1200" spc="105" dirty="0">
                <a:solidFill>
                  <a:srgbClr val="538235"/>
                </a:solidFill>
                <a:latin typeface="Tahoma"/>
                <a:cs typeface="Tahoma"/>
              </a:rPr>
              <a:t> </a:t>
            </a:r>
            <a:r>
              <a:rPr sz="1200" spc="-5" dirty="0">
                <a:solidFill>
                  <a:srgbClr val="538235"/>
                </a:solidFill>
                <a:latin typeface="Tahoma"/>
                <a:cs typeface="Tahoma"/>
              </a:rPr>
              <a:t>useful:</a:t>
            </a:r>
            <a:r>
              <a:rPr sz="1200" spc="120" dirty="0">
                <a:solidFill>
                  <a:srgbClr val="538235"/>
                </a:solidFill>
                <a:latin typeface="Tahoma"/>
                <a:cs typeface="Tahoma"/>
              </a:rPr>
              <a:t> </a:t>
            </a:r>
            <a:r>
              <a:rPr sz="1200" dirty="0">
                <a:solidFill>
                  <a:srgbClr val="538235"/>
                </a:solidFill>
                <a:latin typeface="Tahoma"/>
                <a:cs typeface="Tahoma"/>
              </a:rPr>
              <a:t>If</a:t>
            </a:r>
            <a:r>
              <a:rPr sz="1200" spc="110" dirty="0">
                <a:solidFill>
                  <a:srgbClr val="538235"/>
                </a:solidFill>
                <a:latin typeface="Tahoma"/>
                <a:cs typeface="Tahoma"/>
              </a:rPr>
              <a:t> </a:t>
            </a:r>
            <a:r>
              <a:rPr sz="1200" spc="-10" dirty="0">
                <a:solidFill>
                  <a:srgbClr val="538235"/>
                </a:solidFill>
                <a:latin typeface="Tahoma"/>
                <a:cs typeface="Tahoma"/>
              </a:rPr>
              <a:t>is</a:t>
            </a:r>
            <a:r>
              <a:rPr sz="1200" spc="100" dirty="0">
                <a:solidFill>
                  <a:srgbClr val="538235"/>
                </a:solidFill>
                <a:latin typeface="Tahoma"/>
                <a:cs typeface="Tahoma"/>
              </a:rPr>
              <a:t> </a:t>
            </a:r>
            <a:r>
              <a:rPr sz="1200" spc="-5" dirty="0">
                <a:solidFill>
                  <a:srgbClr val="538235"/>
                </a:solidFill>
                <a:latin typeface="Tahoma"/>
                <a:cs typeface="Tahoma"/>
              </a:rPr>
              <a:t>prime</a:t>
            </a:r>
            <a:r>
              <a:rPr sz="1200" spc="100" dirty="0">
                <a:solidFill>
                  <a:srgbClr val="538235"/>
                </a:solidFill>
                <a:latin typeface="Tahoma"/>
                <a:cs typeface="Tahoma"/>
              </a:rPr>
              <a:t> </a:t>
            </a:r>
            <a:r>
              <a:rPr sz="1200" spc="-5" dirty="0">
                <a:solidFill>
                  <a:srgbClr val="538235"/>
                </a:solidFill>
                <a:latin typeface="Tahoma"/>
                <a:cs typeface="Tahoma"/>
              </a:rPr>
              <a:t>and</a:t>
            </a:r>
            <a:r>
              <a:rPr sz="1200" spc="120" dirty="0">
                <a:solidFill>
                  <a:srgbClr val="538235"/>
                </a:solidFill>
                <a:latin typeface="Tahoma"/>
                <a:cs typeface="Tahoma"/>
              </a:rPr>
              <a:t> </a:t>
            </a:r>
            <a:r>
              <a:rPr sz="1200" spc="5" dirty="0">
                <a:solidFill>
                  <a:srgbClr val="538235"/>
                </a:solidFill>
                <a:latin typeface="Tahoma"/>
                <a:cs typeface="Tahoma"/>
              </a:rPr>
              <a:t>is</a:t>
            </a:r>
            <a:r>
              <a:rPr sz="1200" spc="100" dirty="0">
                <a:solidFill>
                  <a:srgbClr val="538235"/>
                </a:solidFill>
                <a:latin typeface="Tahoma"/>
                <a:cs typeface="Tahoma"/>
              </a:rPr>
              <a:t> </a:t>
            </a:r>
            <a:r>
              <a:rPr sz="1200" dirty="0">
                <a:solidFill>
                  <a:srgbClr val="538235"/>
                </a:solidFill>
                <a:latin typeface="Tahoma"/>
                <a:cs typeface="Tahoma"/>
              </a:rPr>
              <a:t>a</a:t>
            </a:r>
            <a:r>
              <a:rPr sz="1200" spc="105" dirty="0">
                <a:solidFill>
                  <a:srgbClr val="538235"/>
                </a:solidFill>
                <a:latin typeface="Tahoma"/>
                <a:cs typeface="Tahoma"/>
              </a:rPr>
              <a:t> </a:t>
            </a:r>
            <a:r>
              <a:rPr sz="1200" spc="-10" dirty="0">
                <a:solidFill>
                  <a:srgbClr val="538235"/>
                </a:solidFill>
                <a:latin typeface="Tahoma"/>
                <a:cs typeface="Tahoma"/>
              </a:rPr>
              <a:t>positive </a:t>
            </a:r>
            <a:r>
              <a:rPr sz="1200" spc="-360" dirty="0">
                <a:solidFill>
                  <a:srgbClr val="538235"/>
                </a:solidFill>
                <a:latin typeface="Tahoma"/>
                <a:cs typeface="Tahoma"/>
              </a:rPr>
              <a:t> </a:t>
            </a:r>
            <a:r>
              <a:rPr sz="1200" spc="-25" dirty="0">
                <a:solidFill>
                  <a:srgbClr val="538235"/>
                </a:solidFill>
                <a:latin typeface="Tahoma"/>
                <a:cs typeface="Tahoma"/>
              </a:rPr>
              <a:t>integer,</a:t>
            </a:r>
            <a:r>
              <a:rPr sz="1200" spc="25" dirty="0">
                <a:solidFill>
                  <a:srgbClr val="538235"/>
                </a:solidFill>
                <a:latin typeface="Tahoma"/>
                <a:cs typeface="Tahoma"/>
              </a:rPr>
              <a:t> </a:t>
            </a:r>
            <a:r>
              <a:rPr sz="1200" dirty="0">
                <a:solidFill>
                  <a:srgbClr val="538235"/>
                </a:solidFill>
                <a:latin typeface="Tahoma"/>
                <a:cs typeface="Tahoma"/>
              </a:rPr>
              <a:t>then</a:t>
            </a:r>
            <a:r>
              <a:rPr sz="1200" spc="20" dirty="0">
                <a:solidFill>
                  <a:srgbClr val="538235"/>
                </a:solidFill>
                <a:latin typeface="Tahoma"/>
                <a:cs typeface="Tahoma"/>
              </a:rPr>
              <a:t> </a:t>
            </a:r>
            <a:r>
              <a:rPr sz="1200" b="1" spc="-5" dirty="0">
                <a:solidFill>
                  <a:srgbClr val="538235"/>
                </a:solidFill>
                <a:latin typeface="Tahoma"/>
                <a:cs typeface="Tahoma"/>
              </a:rPr>
              <a:t>a</a:t>
            </a:r>
            <a:r>
              <a:rPr sz="1200" b="1" spc="-7" baseline="24305" dirty="0">
                <a:solidFill>
                  <a:srgbClr val="538235"/>
                </a:solidFill>
                <a:latin typeface="Tahoma"/>
                <a:cs typeface="Tahoma"/>
              </a:rPr>
              <a:t>p</a:t>
            </a:r>
            <a:r>
              <a:rPr sz="1200" b="1" spc="157" baseline="24305" dirty="0">
                <a:solidFill>
                  <a:srgbClr val="538235"/>
                </a:solidFill>
                <a:latin typeface="Tahoma"/>
                <a:cs typeface="Tahoma"/>
              </a:rPr>
              <a:t> </a:t>
            </a:r>
            <a:r>
              <a:rPr sz="1200" b="1" dirty="0">
                <a:solidFill>
                  <a:srgbClr val="538235"/>
                </a:solidFill>
                <a:latin typeface="Tahoma"/>
                <a:cs typeface="Tahoma"/>
              </a:rPr>
              <a:t>≡</a:t>
            </a:r>
            <a:r>
              <a:rPr sz="1200" b="1" spc="10" dirty="0">
                <a:solidFill>
                  <a:srgbClr val="538235"/>
                </a:solidFill>
                <a:latin typeface="Tahoma"/>
                <a:cs typeface="Tahoma"/>
              </a:rPr>
              <a:t> </a:t>
            </a:r>
            <a:r>
              <a:rPr sz="1200" b="1" dirty="0">
                <a:solidFill>
                  <a:srgbClr val="538235"/>
                </a:solidFill>
                <a:latin typeface="Tahoma"/>
                <a:cs typeface="Tahoma"/>
              </a:rPr>
              <a:t>p</a:t>
            </a:r>
            <a:r>
              <a:rPr sz="1200" b="1" spc="-5" dirty="0">
                <a:solidFill>
                  <a:srgbClr val="538235"/>
                </a:solidFill>
                <a:latin typeface="Tahoma"/>
                <a:cs typeface="Tahoma"/>
              </a:rPr>
              <a:t> </a:t>
            </a:r>
            <a:r>
              <a:rPr sz="1200" b="1" dirty="0">
                <a:solidFill>
                  <a:srgbClr val="538235"/>
                </a:solidFill>
                <a:latin typeface="Tahoma"/>
                <a:cs typeface="Tahoma"/>
              </a:rPr>
              <a:t>(mod</a:t>
            </a:r>
            <a:r>
              <a:rPr sz="1200" b="1" spc="-25" dirty="0">
                <a:solidFill>
                  <a:srgbClr val="538235"/>
                </a:solidFill>
                <a:latin typeface="Tahoma"/>
                <a:cs typeface="Tahoma"/>
              </a:rPr>
              <a:t> </a:t>
            </a:r>
            <a:r>
              <a:rPr sz="1200" b="1" spc="-15" dirty="0">
                <a:solidFill>
                  <a:srgbClr val="538235"/>
                </a:solidFill>
                <a:latin typeface="Tahoma"/>
                <a:cs typeface="Tahoma"/>
              </a:rPr>
              <a:t>p)</a:t>
            </a:r>
            <a:endParaRPr sz="1200">
              <a:latin typeface="Tahoma"/>
              <a:cs typeface="Tahoma"/>
            </a:endParaRPr>
          </a:p>
          <a:p>
            <a:pPr marL="101600">
              <a:lnSpc>
                <a:spcPct val="100000"/>
              </a:lnSpc>
              <a:spcBef>
                <a:spcPts val="720"/>
              </a:spcBef>
            </a:pPr>
            <a:r>
              <a:rPr sz="1200" b="1" spc="-5" dirty="0">
                <a:solidFill>
                  <a:srgbClr val="538235"/>
                </a:solidFill>
                <a:latin typeface="Tahoma"/>
                <a:cs typeface="Tahoma"/>
              </a:rPr>
              <a:t>Example:</a:t>
            </a:r>
            <a:endParaRPr sz="1200">
              <a:latin typeface="Tahoma"/>
              <a:cs typeface="Tahoma"/>
            </a:endParaRPr>
          </a:p>
          <a:p>
            <a:pPr marL="101600">
              <a:lnSpc>
                <a:spcPct val="100000"/>
              </a:lnSpc>
              <a:spcBef>
                <a:spcPts val="720"/>
              </a:spcBef>
            </a:pPr>
            <a:r>
              <a:rPr sz="1200" spc="-10" dirty="0">
                <a:solidFill>
                  <a:srgbClr val="538235"/>
                </a:solidFill>
                <a:latin typeface="Tahoma"/>
                <a:cs typeface="Tahoma"/>
              </a:rPr>
              <a:t>8</a:t>
            </a:r>
            <a:r>
              <a:rPr sz="1200" spc="-15" baseline="24305" dirty="0">
                <a:solidFill>
                  <a:srgbClr val="538235"/>
                </a:solidFill>
                <a:latin typeface="Tahoma"/>
                <a:cs typeface="Tahoma"/>
              </a:rPr>
              <a:t>19-1</a:t>
            </a:r>
            <a:r>
              <a:rPr sz="1200" spc="165" baseline="2430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1</a:t>
            </a:r>
            <a:r>
              <a:rPr sz="1200" spc="-20"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spc="-10" dirty="0">
                <a:solidFill>
                  <a:srgbClr val="538235"/>
                </a:solidFill>
                <a:latin typeface="Tahoma"/>
                <a:cs typeface="Tahoma"/>
              </a:rPr>
              <a:t>19</a:t>
            </a:r>
            <a:endParaRPr sz="1200">
              <a:latin typeface="Tahoma"/>
              <a:cs typeface="Tahoma"/>
            </a:endParaRPr>
          </a:p>
          <a:p>
            <a:pPr marL="101600">
              <a:lnSpc>
                <a:spcPct val="100000"/>
              </a:lnSpc>
              <a:spcBef>
                <a:spcPts val="720"/>
              </a:spcBef>
              <a:tabLst>
                <a:tab pos="1473200" algn="l"/>
                <a:tab pos="2845435" algn="l"/>
                <a:tab pos="4217670" algn="l"/>
              </a:tabLst>
            </a:pPr>
            <a:r>
              <a:rPr sz="1200" spc="-10" dirty="0">
                <a:solidFill>
                  <a:srgbClr val="538235"/>
                </a:solidFill>
                <a:latin typeface="Tahoma"/>
                <a:cs typeface="Tahoma"/>
              </a:rPr>
              <a:t>8</a:t>
            </a:r>
            <a:r>
              <a:rPr sz="1200" spc="-15" baseline="24305" dirty="0">
                <a:solidFill>
                  <a:srgbClr val="538235"/>
                </a:solidFill>
                <a:latin typeface="Tahoma"/>
                <a:cs typeface="Tahoma"/>
              </a:rPr>
              <a:t>2</a:t>
            </a:r>
            <a:r>
              <a:rPr sz="1200" spc="195" baseline="24305" dirty="0">
                <a:solidFill>
                  <a:srgbClr val="538235"/>
                </a:solidFill>
                <a:latin typeface="Tahoma"/>
                <a:cs typeface="Tahoma"/>
              </a:rPr>
              <a:t> </a:t>
            </a:r>
            <a:r>
              <a:rPr sz="1200" dirty="0">
                <a:solidFill>
                  <a:srgbClr val="538235"/>
                </a:solidFill>
                <a:latin typeface="Tahoma"/>
                <a:cs typeface="Tahoma"/>
              </a:rPr>
              <a:t>≡ 7 mod</a:t>
            </a:r>
            <a:r>
              <a:rPr sz="1200" spc="-10" dirty="0">
                <a:solidFill>
                  <a:srgbClr val="538235"/>
                </a:solidFill>
                <a:latin typeface="Tahoma"/>
                <a:cs typeface="Tahoma"/>
              </a:rPr>
              <a:t> </a:t>
            </a:r>
            <a:r>
              <a:rPr sz="1200" spc="-5" dirty="0">
                <a:solidFill>
                  <a:srgbClr val="538235"/>
                </a:solidFill>
                <a:latin typeface="Tahoma"/>
                <a:cs typeface="Tahoma"/>
              </a:rPr>
              <a:t>19	</a:t>
            </a:r>
            <a:r>
              <a:rPr sz="1200" spc="-10" dirty="0">
                <a:solidFill>
                  <a:srgbClr val="538235"/>
                </a:solidFill>
                <a:latin typeface="Tahoma"/>
                <a:cs typeface="Tahoma"/>
              </a:rPr>
              <a:t>8</a:t>
            </a:r>
            <a:r>
              <a:rPr sz="1200" spc="-15" baseline="24305" dirty="0">
                <a:solidFill>
                  <a:srgbClr val="538235"/>
                </a:solidFill>
                <a:latin typeface="Tahoma"/>
                <a:cs typeface="Tahoma"/>
              </a:rPr>
              <a:t>4</a:t>
            </a:r>
            <a:r>
              <a:rPr sz="1200" spc="195" baseline="2430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11</a:t>
            </a:r>
            <a:r>
              <a:rPr sz="1200" dirty="0">
                <a:solidFill>
                  <a:srgbClr val="538235"/>
                </a:solidFill>
                <a:latin typeface="Tahoma"/>
                <a:cs typeface="Tahoma"/>
              </a:rPr>
              <a:t> mod</a:t>
            </a:r>
            <a:r>
              <a:rPr sz="1200" spc="-10" dirty="0">
                <a:solidFill>
                  <a:srgbClr val="538235"/>
                </a:solidFill>
                <a:latin typeface="Tahoma"/>
                <a:cs typeface="Tahoma"/>
              </a:rPr>
              <a:t> </a:t>
            </a:r>
            <a:r>
              <a:rPr sz="1200" spc="-5" dirty="0">
                <a:solidFill>
                  <a:srgbClr val="538235"/>
                </a:solidFill>
                <a:latin typeface="Tahoma"/>
                <a:cs typeface="Tahoma"/>
              </a:rPr>
              <a:t>19	</a:t>
            </a:r>
            <a:r>
              <a:rPr sz="1200" spc="-10" dirty="0">
                <a:solidFill>
                  <a:srgbClr val="538235"/>
                </a:solidFill>
                <a:latin typeface="Tahoma"/>
                <a:cs typeface="Tahoma"/>
              </a:rPr>
              <a:t>8</a:t>
            </a:r>
            <a:r>
              <a:rPr sz="1200" spc="-15" baseline="24305" dirty="0">
                <a:solidFill>
                  <a:srgbClr val="538235"/>
                </a:solidFill>
                <a:latin typeface="Tahoma"/>
                <a:cs typeface="Tahoma"/>
              </a:rPr>
              <a:t>8</a:t>
            </a:r>
            <a:r>
              <a:rPr sz="1200" spc="195" baseline="24305" dirty="0">
                <a:solidFill>
                  <a:srgbClr val="538235"/>
                </a:solidFill>
                <a:latin typeface="Tahoma"/>
                <a:cs typeface="Tahoma"/>
              </a:rPr>
              <a:t> </a:t>
            </a:r>
            <a:r>
              <a:rPr sz="1200" dirty="0">
                <a:solidFill>
                  <a:srgbClr val="538235"/>
                </a:solidFill>
                <a:latin typeface="Tahoma"/>
                <a:cs typeface="Tahoma"/>
              </a:rPr>
              <a:t>≡ 7</a:t>
            </a:r>
            <a:r>
              <a:rPr sz="1200" spc="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spc="-5" dirty="0">
                <a:solidFill>
                  <a:srgbClr val="538235"/>
                </a:solidFill>
                <a:latin typeface="Tahoma"/>
                <a:cs typeface="Tahoma"/>
              </a:rPr>
              <a:t>19	</a:t>
            </a:r>
            <a:r>
              <a:rPr sz="1200" spc="-10" dirty="0">
                <a:solidFill>
                  <a:srgbClr val="538235"/>
                </a:solidFill>
                <a:latin typeface="Tahoma"/>
                <a:cs typeface="Tahoma"/>
              </a:rPr>
              <a:t>8</a:t>
            </a:r>
            <a:r>
              <a:rPr sz="1200" spc="-15" baseline="24305" dirty="0">
                <a:solidFill>
                  <a:srgbClr val="538235"/>
                </a:solidFill>
                <a:latin typeface="Tahoma"/>
                <a:cs typeface="Tahoma"/>
              </a:rPr>
              <a:t>16</a:t>
            </a:r>
            <a:r>
              <a:rPr sz="1200" spc="165" baseline="2430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spc="-5" dirty="0">
                <a:solidFill>
                  <a:srgbClr val="538235"/>
                </a:solidFill>
                <a:latin typeface="Tahoma"/>
                <a:cs typeface="Tahoma"/>
              </a:rPr>
              <a:t>11</a:t>
            </a:r>
            <a:r>
              <a:rPr sz="1200" spc="-1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spc="-5" dirty="0">
                <a:solidFill>
                  <a:srgbClr val="538235"/>
                </a:solidFill>
                <a:latin typeface="Tahoma"/>
                <a:cs typeface="Tahoma"/>
              </a:rPr>
              <a:t>19</a:t>
            </a:r>
            <a:endParaRPr sz="1200">
              <a:latin typeface="Tahoma"/>
              <a:cs typeface="Tahoma"/>
            </a:endParaRPr>
          </a:p>
          <a:p>
            <a:pPr marL="101600">
              <a:lnSpc>
                <a:spcPct val="100000"/>
              </a:lnSpc>
              <a:spcBef>
                <a:spcPts val="720"/>
              </a:spcBef>
            </a:pPr>
            <a:r>
              <a:rPr sz="1200" spc="-10" dirty="0">
                <a:solidFill>
                  <a:srgbClr val="538235"/>
                </a:solidFill>
                <a:latin typeface="Tahoma"/>
                <a:cs typeface="Tahoma"/>
              </a:rPr>
              <a:t>8</a:t>
            </a:r>
            <a:r>
              <a:rPr sz="1200" spc="-15" baseline="24305" dirty="0">
                <a:solidFill>
                  <a:srgbClr val="538235"/>
                </a:solidFill>
                <a:latin typeface="Tahoma"/>
                <a:cs typeface="Tahoma"/>
              </a:rPr>
              <a:t>18</a:t>
            </a:r>
            <a:r>
              <a:rPr sz="1200" spc="172" baseline="2430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77</a:t>
            </a:r>
            <a:r>
              <a:rPr sz="1200" spc="-10"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1</a:t>
            </a:r>
            <a:r>
              <a:rPr sz="1200" spc="-15" dirty="0">
                <a:solidFill>
                  <a:srgbClr val="538235"/>
                </a:solidFill>
                <a:latin typeface="Tahoma"/>
                <a:cs typeface="Tahoma"/>
              </a:rPr>
              <a:t> </a:t>
            </a:r>
            <a:r>
              <a:rPr sz="1200" dirty="0">
                <a:solidFill>
                  <a:srgbClr val="538235"/>
                </a:solidFill>
                <a:latin typeface="Tahoma"/>
                <a:cs typeface="Tahoma"/>
              </a:rPr>
              <a:t>mod</a:t>
            </a:r>
            <a:r>
              <a:rPr sz="1200" spc="-20" dirty="0">
                <a:solidFill>
                  <a:srgbClr val="538235"/>
                </a:solidFill>
                <a:latin typeface="Tahoma"/>
                <a:cs typeface="Tahoma"/>
              </a:rPr>
              <a:t> </a:t>
            </a:r>
            <a:r>
              <a:rPr sz="1200" spc="-10" dirty="0">
                <a:solidFill>
                  <a:srgbClr val="538235"/>
                </a:solidFill>
                <a:latin typeface="Tahoma"/>
                <a:cs typeface="Tahoma"/>
              </a:rPr>
              <a:t>19</a:t>
            </a:r>
            <a:endParaRPr sz="1200">
              <a:latin typeface="Tahoma"/>
              <a:cs typeface="Tahoma"/>
            </a:endParaRPr>
          </a:p>
          <a:p>
            <a:pPr marL="101600">
              <a:lnSpc>
                <a:spcPct val="100000"/>
              </a:lnSpc>
              <a:spcBef>
                <a:spcPts val="725"/>
              </a:spcBef>
            </a:pPr>
            <a:r>
              <a:rPr sz="1200" b="1" dirty="0">
                <a:solidFill>
                  <a:srgbClr val="538235"/>
                </a:solidFill>
                <a:latin typeface="Tahoma"/>
                <a:cs typeface="Tahoma"/>
              </a:rPr>
              <a:t>Proof:</a:t>
            </a:r>
            <a:endParaRPr sz="1200">
              <a:latin typeface="Tahoma"/>
              <a:cs typeface="Tahoma"/>
            </a:endParaRPr>
          </a:p>
          <a:p>
            <a:pPr marL="101600">
              <a:lnSpc>
                <a:spcPct val="100000"/>
              </a:lnSpc>
              <a:spcBef>
                <a:spcPts val="720"/>
              </a:spcBef>
            </a:pPr>
            <a:r>
              <a:rPr sz="1200" spc="-5" dirty="0">
                <a:solidFill>
                  <a:srgbClr val="538235"/>
                </a:solidFill>
                <a:latin typeface="Tahoma"/>
                <a:cs typeface="Tahoma"/>
              </a:rPr>
              <a:t>Consider</a:t>
            </a:r>
            <a:r>
              <a:rPr sz="1200" spc="25" dirty="0">
                <a:solidFill>
                  <a:srgbClr val="538235"/>
                </a:solidFill>
                <a:latin typeface="Tahoma"/>
                <a:cs typeface="Tahoma"/>
              </a:rPr>
              <a:t> </a:t>
            </a:r>
            <a:r>
              <a:rPr sz="1200" dirty="0">
                <a:solidFill>
                  <a:srgbClr val="538235"/>
                </a:solidFill>
                <a:latin typeface="Tahoma"/>
                <a:cs typeface="Tahoma"/>
              </a:rPr>
              <a:t>a</a:t>
            </a:r>
            <a:r>
              <a:rPr sz="1200" spc="-5" dirty="0">
                <a:solidFill>
                  <a:srgbClr val="538235"/>
                </a:solidFill>
                <a:latin typeface="Tahoma"/>
                <a:cs typeface="Tahoma"/>
              </a:rPr>
              <a:t> </a:t>
            </a:r>
            <a:r>
              <a:rPr sz="1200" spc="-10" dirty="0">
                <a:solidFill>
                  <a:srgbClr val="538235"/>
                </a:solidFill>
                <a:latin typeface="Tahoma"/>
                <a:cs typeface="Tahoma"/>
              </a:rPr>
              <a:t>set</a:t>
            </a:r>
            <a:r>
              <a:rPr sz="1200" spc="15" dirty="0">
                <a:solidFill>
                  <a:srgbClr val="538235"/>
                </a:solidFill>
                <a:latin typeface="Tahoma"/>
                <a:cs typeface="Tahoma"/>
              </a:rPr>
              <a:t> </a:t>
            </a:r>
            <a:r>
              <a:rPr sz="1200" spc="-5" dirty="0">
                <a:solidFill>
                  <a:srgbClr val="538235"/>
                </a:solidFill>
                <a:latin typeface="Tahoma"/>
                <a:cs typeface="Tahoma"/>
              </a:rPr>
              <a:t>of</a:t>
            </a:r>
            <a:r>
              <a:rPr sz="1200" spc="5" dirty="0">
                <a:solidFill>
                  <a:srgbClr val="538235"/>
                </a:solidFill>
                <a:latin typeface="Tahoma"/>
                <a:cs typeface="Tahoma"/>
              </a:rPr>
              <a:t> </a:t>
            </a:r>
            <a:r>
              <a:rPr sz="1200" spc="-5" dirty="0">
                <a:solidFill>
                  <a:srgbClr val="538235"/>
                </a:solidFill>
                <a:latin typeface="Tahoma"/>
                <a:cs typeface="Tahoma"/>
              </a:rPr>
              <a:t>positive</a:t>
            </a:r>
            <a:r>
              <a:rPr sz="1200" spc="25" dirty="0">
                <a:solidFill>
                  <a:srgbClr val="538235"/>
                </a:solidFill>
                <a:latin typeface="Tahoma"/>
                <a:cs typeface="Tahoma"/>
              </a:rPr>
              <a:t> </a:t>
            </a:r>
            <a:r>
              <a:rPr sz="1200" spc="-5" dirty="0">
                <a:solidFill>
                  <a:srgbClr val="538235"/>
                </a:solidFill>
                <a:latin typeface="Tahoma"/>
                <a:cs typeface="Tahoma"/>
              </a:rPr>
              <a:t>integers</a:t>
            </a:r>
            <a:r>
              <a:rPr sz="1200" spc="15" dirty="0">
                <a:solidFill>
                  <a:srgbClr val="538235"/>
                </a:solidFill>
                <a:latin typeface="Tahoma"/>
                <a:cs typeface="Tahoma"/>
              </a:rPr>
              <a:t> </a:t>
            </a:r>
            <a:r>
              <a:rPr sz="1200" spc="-10" dirty="0">
                <a:solidFill>
                  <a:srgbClr val="538235"/>
                </a:solidFill>
                <a:latin typeface="Tahoma"/>
                <a:cs typeface="Tahoma"/>
              </a:rPr>
              <a:t>less</a:t>
            </a:r>
            <a:r>
              <a:rPr sz="1200" spc="25" dirty="0">
                <a:solidFill>
                  <a:srgbClr val="538235"/>
                </a:solidFill>
                <a:latin typeface="Tahoma"/>
                <a:cs typeface="Tahoma"/>
              </a:rPr>
              <a:t> </a:t>
            </a:r>
            <a:r>
              <a:rPr sz="1200" dirty="0">
                <a:solidFill>
                  <a:srgbClr val="538235"/>
                </a:solidFill>
                <a:latin typeface="Tahoma"/>
                <a:cs typeface="Tahoma"/>
              </a:rPr>
              <a:t>than</a:t>
            </a:r>
            <a:r>
              <a:rPr sz="1200" spc="5" dirty="0">
                <a:solidFill>
                  <a:srgbClr val="538235"/>
                </a:solidFill>
                <a:latin typeface="Tahoma"/>
                <a:cs typeface="Tahoma"/>
              </a:rPr>
              <a:t> </a:t>
            </a:r>
            <a:r>
              <a:rPr sz="1200" dirty="0">
                <a:solidFill>
                  <a:srgbClr val="538235"/>
                </a:solidFill>
                <a:latin typeface="Tahoma"/>
                <a:cs typeface="Tahoma"/>
              </a:rPr>
              <a:t>p:</a:t>
            </a:r>
            <a:r>
              <a:rPr sz="1200" spc="370" dirty="0">
                <a:solidFill>
                  <a:srgbClr val="538235"/>
                </a:solidFill>
                <a:latin typeface="Tahoma"/>
                <a:cs typeface="Tahoma"/>
              </a:rPr>
              <a:t> </a:t>
            </a:r>
            <a:r>
              <a:rPr sz="1200" dirty="0">
                <a:solidFill>
                  <a:srgbClr val="538235"/>
                </a:solidFill>
                <a:latin typeface="Tahoma"/>
                <a:cs typeface="Tahoma"/>
              </a:rPr>
              <a:t>S</a:t>
            </a:r>
            <a:r>
              <a:rPr sz="1200" spc="-1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{1,</a:t>
            </a:r>
            <a:r>
              <a:rPr sz="1200" spc="5" dirty="0">
                <a:solidFill>
                  <a:srgbClr val="538235"/>
                </a:solidFill>
                <a:latin typeface="Tahoma"/>
                <a:cs typeface="Tahoma"/>
              </a:rPr>
              <a:t> </a:t>
            </a:r>
            <a:r>
              <a:rPr sz="1200" spc="-5" dirty="0">
                <a:solidFill>
                  <a:srgbClr val="538235"/>
                </a:solidFill>
                <a:latin typeface="Tahoma"/>
                <a:cs typeface="Tahoma"/>
              </a:rPr>
              <a:t>2,</a:t>
            </a:r>
            <a:r>
              <a:rPr sz="1200" spc="-20"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p-1}</a:t>
            </a:r>
            <a:endParaRPr sz="1200">
              <a:latin typeface="Tahoma"/>
              <a:cs typeface="Tahoma"/>
            </a:endParaRPr>
          </a:p>
          <a:p>
            <a:pPr marL="101600">
              <a:lnSpc>
                <a:spcPct val="100000"/>
              </a:lnSpc>
              <a:spcBef>
                <a:spcPts val="720"/>
              </a:spcBef>
            </a:pPr>
            <a:r>
              <a:rPr sz="1200" dirty="0">
                <a:solidFill>
                  <a:srgbClr val="538235"/>
                </a:solidFill>
                <a:latin typeface="Tahoma"/>
                <a:cs typeface="Tahoma"/>
              </a:rPr>
              <a:t>Another</a:t>
            </a:r>
            <a:r>
              <a:rPr sz="1200" spc="25" dirty="0">
                <a:solidFill>
                  <a:srgbClr val="538235"/>
                </a:solidFill>
                <a:latin typeface="Tahoma"/>
                <a:cs typeface="Tahoma"/>
              </a:rPr>
              <a:t> </a:t>
            </a:r>
            <a:r>
              <a:rPr sz="1200" dirty="0">
                <a:solidFill>
                  <a:srgbClr val="538235"/>
                </a:solidFill>
                <a:latin typeface="Tahoma"/>
                <a:cs typeface="Tahoma"/>
              </a:rPr>
              <a:t>set</a:t>
            </a:r>
            <a:r>
              <a:rPr sz="1200" spc="40" dirty="0">
                <a:solidFill>
                  <a:srgbClr val="538235"/>
                </a:solidFill>
                <a:latin typeface="Tahoma"/>
                <a:cs typeface="Tahoma"/>
              </a:rPr>
              <a:t> </a:t>
            </a:r>
            <a:r>
              <a:rPr sz="1200" dirty="0">
                <a:solidFill>
                  <a:srgbClr val="538235"/>
                </a:solidFill>
                <a:latin typeface="Tahoma"/>
                <a:cs typeface="Tahoma"/>
              </a:rPr>
              <a:t>X</a:t>
            </a:r>
            <a:r>
              <a:rPr sz="1200" spc="2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{a</a:t>
            </a:r>
            <a:r>
              <a:rPr sz="1200" spc="25" dirty="0">
                <a:solidFill>
                  <a:srgbClr val="538235"/>
                </a:solidFill>
                <a:latin typeface="Tahoma"/>
                <a:cs typeface="Tahoma"/>
              </a:rPr>
              <a:t> </a:t>
            </a:r>
            <a:r>
              <a:rPr sz="1200" dirty="0">
                <a:solidFill>
                  <a:srgbClr val="538235"/>
                </a:solidFill>
                <a:latin typeface="Tahoma"/>
                <a:cs typeface="Tahoma"/>
              </a:rPr>
              <a:t>mod</a:t>
            </a:r>
            <a:r>
              <a:rPr sz="1200" spc="35" dirty="0">
                <a:solidFill>
                  <a:srgbClr val="538235"/>
                </a:solidFill>
                <a:latin typeface="Tahoma"/>
                <a:cs typeface="Tahoma"/>
              </a:rPr>
              <a:t> </a:t>
            </a:r>
            <a:r>
              <a:rPr sz="1200" spc="-10" dirty="0">
                <a:solidFill>
                  <a:srgbClr val="538235"/>
                </a:solidFill>
                <a:latin typeface="Tahoma"/>
                <a:cs typeface="Tahoma"/>
              </a:rPr>
              <a:t>p,</a:t>
            </a:r>
            <a:r>
              <a:rPr sz="1200" spc="25" dirty="0">
                <a:solidFill>
                  <a:srgbClr val="538235"/>
                </a:solidFill>
                <a:latin typeface="Tahoma"/>
                <a:cs typeface="Tahoma"/>
              </a:rPr>
              <a:t> </a:t>
            </a:r>
            <a:r>
              <a:rPr sz="1200" spc="-5" dirty="0">
                <a:solidFill>
                  <a:srgbClr val="538235"/>
                </a:solidFill>
                <a:latin typeface="Tahoma"/>
                <a:cs typeface="Tahoma"/>
              </a:rPr>
              <a:t>2a</a:t>
            </a:r>
            <a:r>
              <a:rPr sz="1200" spc="25"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spc="-10" dirty="0">
                <a:solidFill>
                  <a:srgbClr val="538235"/>
                </a:solidFill>
                <a:latin typeface="Tahoma"/>
                <a:cs typeface="Tahoma"/>
              </a:rPr>
              <a:t>p,</a:t>
            </a:r>
            <a:r>
              <a:rPr sz="1200" spc="3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(p-1)a</a:t>
            </a:r>
            <a:r>
              <a:rPr sz="1200" spc="25"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dirty="0">
                <a:solidFill>
                  <a:srgbClr val="538235"/>
                </a:solidFill>
                <a:latin typeface="Tahoma"/>
                <a:cs typeface="Tahoma"/>
              </a:rPr>
              <a:t>p}</a:t>
            </a:r>
            <a:r>
              <a:rPr sz="1200" spc="35" dirty="0">
                <a:solidFill>
                  <a:srgbClr val="538235"/>
                </a:solidFill>
                <a:latin typeface="Tahoma"/>
                <a:cs typeface="Tahoma"/>
              </a:rPr>
              <a:t> </a:t>
            </a:r>
            <a:r>
              <a:rPr sz="1200" spc="-10" dirty="0">
                <a:solidFill>
                  <a:srgbClr val="538235"/>
                </a:solidFill>
                <a:latin typeface="Tahoma"/>
                <a:cs typeface="Tahoma"/>
              </a:rPr>
              <a:t>which</a:t>
            </a:r>
            <a:r>
              <a:rPr sz="1200" spc="35" dirty="0">
                <a:solidFill>
                  <a:srgbClr val="538235"/>
                </a:solidFill>
                <a:latin typeface="Tahoma"/>
                <a:cs typeface="Tahoma"/>
              </a:rPr>
              <a:t> </a:t>
            </a:r>
            <a:r>
              <a:rPr sz="1200" spc="-10" dirty="0">
                <a:solidFill>
                  <a:srgbClr val="538235"/>
                </a:solidFill>
                <a:latin typeface="Tahoma"/>
                <a:cs typeface="Tahoma"/>
              </a:rPr>
              <a:t>is</a:t>
            </a:r>
            <a:r>
              <a:rPr sz="1200" spc="20" dirty="0">
                <a:solidFill>
                  <a:srgbClr val="538235"/>
                </a:solidFill>
                <a:latin typeface="Tahoma"/>
                <a:cs typeface="Tahoma"/>
              </a:rPr>
              <a:t> </a:t>
            </a:r>
            <a:r>
              <a:rPr sz="1200" dirty="0">
                <a:solidFill>
                  <a:srgbClr val="538235"/>
                </a:solidFill>
                <a:latin typeface="Tahoma"/>
                <a:cs typeface="Tahoma"/>
              </a:rPr>
              <a:t>multiple</a:t>
            </a:r>
            <a:r>
              <a:rPr sz="1200" spc="15" dirty="0">
                <a:solidFill>
                  <a:srgbClr val="538235"/>
                </a:solidFill>
                <a:latin typeface="Tahoma"/>
                <a:cs typeface="Tahoma"/>
              </a:rPr>
              <a:t> </a:t>
            </a:r>
            <a:r>
              <a:rPr sz="1200" spc="-5" dirty="0">
                <a:solidFill>
                  <a:srgbClr val="538235"/>
                </a:solidFill>
                <a:latin typeface="Tahoma"/>
                <a:cs typeface="Tahoma"/>
              </a:rPr>
              <a:t>of</a:t>
            </a:r>
            <a:r>
              <a:rPr sz="1200" spc="35" dirty="0">
                <a:solidFill>
                  <a:srgbClr val="538235"/>
                </a:solidFill>
                <a:latin typeface="Tahoma"/>
                <a:cs typeface="Tahoma"/>
              </a:rPr>
              <a:t> </a:t>
            </a:r>
            <a:r>
              <a:rPr sz="1200" dirty="0">
                <a:solidFill>
                  <a:srgbClr val="538235"/>
                </a:solidFill>
                <a:latin typeface="Tahoma"/>
                <a:cs typeface="Tahoma"/>
              </a:rPr>
              <a:t>a</a:t>
            </a:r>
            <a:r>
              <a:rPr sz="1200" spc="20" dirty="0">
                <a:solidFill>
                  <a:srgbClr val="538235"/>
                </a:solidFill>
                <a:latin typeface="Tahoma"/>
                <a:cs typeface="Tahoma"/>
              </a:rPr>
              <a:t> </a:t>
            </a:r>
            <a:r>
              <a:rPr sz="1200" dirty="0">
                <a:solidFill>
                  <a:srgbClr val="538235"/>
                </a:solidFill>
                <a:latin typeface="Tahoma"/>
                <a:cs typeface="Tahoma"/>
              </a:rPr>
              <a:t>mod</a:t>
            </a:r>
            <a:r>
              <a:rPr sz="1200" spc="35" dirty="0">
                <a:solidFill>
                  <a:srgbClr val="538235"/>
                </a:solidFill>
                <a:latin typeface="Tahoma"/>
                <a:cs typeface="Tahoma"/>
              </a:rPr>
              <a:t> </a:t>
            </a:r>
            <a:r>
              <a:rPr sz="1200" dirty="0">
                <a:solidFill>
                  <a:srgbClr val="538235"/>
                </a:solidFill>
                <a:latin typeface="Tahoma"/>
                <a:cs typeface="Tahoma"/>
              </a:rPr>
              <a:t>p</a:t>
            </a:r>
            <a:endParaRPr sz="1200">
              <a:latin typeface="Tahoma"/>
              <a:cs typeface="Tahoma"/>
            </a:endParaRPr>
          </a:p>
          <a:p>
            <a:pPr marL="101600">
              <a:lnSpc>
                <a:spcPct val="100000"/>
              </a:lnSpc>
              <a:spcBef>
                <a:spcPts val="720"/>
              </a:spcBef>
            </a:pPr>
            <a:r>
              <a:rPr sz="1200" dirty="0">
                <a:solidFill>
                  <a:srgbClr val="538235"/>
                </a:solidFill>
                <a:latin typeface="Tahoma"/>
                <a:cs typeface="Tahoma"/>
              </a:rPr>
              <a:t>the</a:t>
            </a:r>
            <a:r>
              <a:rPr sz="1200" spc="-30" dirty="0">
                <a:solidFill>
                  <a:srgbClr val="538235"/>
                </a:solidFill>
                <a:latin typeface="Tahoma"/>
                <a:cs typeface="Tahoma"/>
              </a:rPr>
              <a:t> </a:t>
            </a:r>
            <a:r>
              <a:rPr sz="1200" spc="-10" dirty="0">
                <a:solidFill>
                  <a:srgbClr val="538235"/>
                </a:solidFill>
                <a:latin typeface="Tahoma"/>
                <a:cs typeface="Tahoma"/>
              </a:rPr>
              <a:t>set </a:t>
            </a:r>
            <a:r>
              <a:rPr sz="1200" dirty="0">
                <a:solidFill>
                  <a:srgbClr val="538235"/>
                </a:solidFill>
                <a:latin typeface="Tahoma"/>
                <a:cs typeface="Tahoma"/>
              </a:rPr>
              <a:t>S.</a:t>
            </a:r>
            <a:endParaRPr sz="1200">
              <a:latin typeface="Tahoma"/>
              <a:cs typeface="Tahoma"/>
            </a:endParaRPr>
          </a:p>
          <a:p>
            <a:pPr marL="101600" marR="56515">
              <a:lnSpc>
                <a:spcPts val="2160"/>
              </a:lnSpc>
              <a:spcBef>
                <a:spcPts val="190"/>
              </a:spcBef>
            </a:pPr>
            <a:r>
              <a:rPr sz="1200" spc="-5" dirty="0">
                <a:solidFill>
                  <a:srgbClr val="538235"/>
                </a:solidFill>
                <a:latin typeface="Tahoma"/>
                <a:cs typeface="Tahoma"/>
              </a:rPr>
              <a:t>None</a:t>
            </a:r>
            <a:r>
              <a:rPr sz="1200" spc="20" dirty="0">
                <a:solidFill>
                  <a:srgbClr val="538235"/>
                </a:solidFill>
                <a:latin typeface="Tahoma"/>
                <a:cs typeface="Tahoma"/>
              </a:rPr>
              <a:t> </a:t>
            </a:r>
            <a:r>
              <a:rPr sz="1200" spc="-5" dirty="0">
                <a:solidFill>
                  <a:srgbClr val="538235"/>
                </a:solidFill>
                <a:latin typeface="Tahoma"/>
                <a:cs typeface="Tahoma"/>
              </a:rPr>
              <a:t>of</a:t>
            </a:r>
            <a:r>
              <a:rPr sz="1200" spc="35" dirty="0">
                <a:solidFill>
                  <a:srgbClr val="538235"/>
                </a:solidFill>
                <a:latin typeface="Tahoma"/>
                <a:cs typeface="Tahoma"/>
              </a:rPr>
              <a:t> </a:t>
            </a:r>
            <a:r>
              <a:rPr sz="1200" dirty="0">
                <a:solidFill>
                  <a:srgbClr val="538235"/>
                </a:solidFill>
                <a:latin typeface="Tahoma"/>
                <a:cs typeface="Tahoma"/>
              </a:rPr>
              <a:t>the</a:t>
            </a:r>
            <a:r>
              <a:rPr sz="1200" spc="30" dirty="0">
                <a:solidFill>
                  <a:srgbClr val="538235"/>
                </a:solidFill>
                <a:latin typeface="Tahoma"/>
                <a:cs typeface="Tahoma"/>
              </a:rPr>
              <a:t> </a:t>
            </a:r>
            <a:r>
              <a:rPr sz="1200" spc="-5" dirty="0">
                <a:solidFill>
                  <a:srgbClr val="538235"/>
                </a:solidFill>
                <a:latin typeface="Tahoma"/>
                <a:cs typeface="Tahoma"/>
              </a:rPr>
              <a:t>elements</a:t>
            </a:r>
            <a:r>
              <a:rPr sz="1200" spc="25" dirty="0">
                <a:solidFill>
                  <a:srgbClr val="538235"/>
                </a:solidFill>
                <a:latin typeface="Tahoma"/>
                <a:cs typeface="Tahoma"/>
              </a:rPr>
              <a:t> </a:t>
            </a:r>
            <a:r>
              <a:rPr sz="1200" spc="-5" dirty="0">
                <a:solidFill>
                  <a:srgbClr val="538235"/>
                </a:solidFill>
                <a:latin typeface="Tahoma"/>
                <a:cs typeface="Tahoma"/>
              </a:rPr>
              <a:t>of</a:t>
            </a:r>
            <a:r>
              <a:rPr sz="1200" spc="40" dirty="0">
                <a:solidFill>
                  <a:srgbClr val="538235"/>
                </a:solidFill>
                <a:latin typeface="Tahoma"/>
                <a:cs typeface="Tahoma"/>
              </a:rPr>
              <a:t> </a:t>
            </a:r>
            <a:r>
              <a:rPr sz="1200" dirty="0">
                <a:solidFill>
                  <a:srgbClr val="538235"/>
                </a:solidFill>
                <a:latin typeface="Tahoma"/>
                <a:cs typeface="Tahoma"/>
              </a:rPr>
              <a:t>X</a:t>
            </a:r>
            <a:r>
              <a:rPr sz="1200" spc="30"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spc="-5" dirty="0">
                <a:solidFill>
                  <a:srgbClr val="538235"/>
                </a:solidFill>
                <a:latin typeface="Tahoma"/>
                <a:cs typeface="Tahoma"/>
              </a:rPr>
              <a:t>equal</a:t>
            </a:r>
            <a:r>
              <a:rPr sz="1200" spc="25" dirty="0">
                <a:solidFill>
                  <a:srgbClr val="538235"/>
                </a:solidFill>
                <a:latin typeface="Tahoma"/>
                <a:cs typeface="Tahoma"/>
              </a:rPr>
              <a:t> </a:t>
            </a:r>
            <a:r>
              <a:rPr sz="1200" dirty="0">
                <a:solidFill>
                  <a:srgbClr val="538235"/>
                </a:solidFill>
                <a:latin typeface="Tahoma"/>
                <a:cs typeface="Tahoma"/>
              </a:rPr>
              <a:t>to</a:t>
            </a:r>
            <a:r>
              <a:rPr sz="1200" spc="30" dirty="0">
                <a:solidFill>
                  <a:srgbClr val="538235"/>
                </a:solidFill>
                <a:latin typeface="Tahoma"/>
                <a:cs typeface="Tahoma"/>
              </a:rPr>
              <a:t> </a:t>
            </a:r>
            <a:r>
              <a:rPr sz="1200" spc="-10" dirty="0">
                <a:solidFill>
                  <a:srgbClr val="538235"/>
                </a:solidFill>
                <a:latin typeface="Tahoma"/>
                <a:cs typeface="Tahoma"/>
              </a:rPr>
              <a:t>zero</a:t>
            </a:r>
            <a:r>
              <a:rPr sz="1200" spc="30" dirty="0">
                <a:solidFill>
                  <a:srgbClr val="538235"/>
                </a:solidFill>
                <a:latin typeface="Tahoma"/>
                <a:cs typeface="Tahoma"/>
              </a:rPr>
              <a:t> </a:t>
            </a:r>
            <a:r>
              <a:rPr sz="1200" spc="-5" dirty="0">
                <a:solidFill>
                  <a:srgbClr val="538235"/>
                </a:solidFill>
                <a:latin typeface="Tahoma"/>
                <a:cs typeface="Tahoma"/>
              </a:rPr>
              <a:t>because</a:t>
            </a:r>
            <a:r>
              <a:rPr sz="1200" spc="25" dirty="0">
                <a:solidFill>
                  <a:srgbClr val="538235"/>
                </a:solidFill>
                <a:latin typeface="Tahoma"/>
                <a:cs typeface="Tahoma"/>
              </a:rPr>
              <a:t> </a:t>
            </a:r>
            <a:r>
              <a:rPr sz="1250" spc="-30" dirty="0">
                <a:solidFill>
                  <a:srgbClr val="538235"/>
                </a:solidFill>
                <a:latin typeface="Tahoma"/>
                <a:cs typeface="Tahoma"/>
              </a:rPr>
              <a:t>p</a:t>
            </a:r>
            <a:r>
              <a:rPr sz="1250" spc="30" dirty="0">
                <a:solidFill>
                  <a:srgbClr val="538235"/>
                </a:solidFill>
                <a:latin typeface="Tahoma"/>
                <a:cs typeface="Tahoma"/>
              </a:rPr>
              <a:t> </a:t>
            </a:r>
            <a:r>
              <a:rPr sz="1200" spc="-5" dirty="0">
                <a:solidFill>
                  <a:srgbClr val="538235"/>
                </a:solidFill>
                <a:latin typeface="Tahoma"/>
                <a:cs typeface="Tahoma"/>
              </a:rPr>
              <a:t>does</a:t>
            </a:r>
            <a:r>
              <a:rPr sz="1200" spc="25" dirty="0">
                <a:solidFill>
                  <a:srgbClr val="538235"/>
                </a:solidFill>
                <a:latin typeface="Tahoma"/>
                <a:cs typeface="Tahoma"/>
              </a:rPr>
              <a:t> </a:t>
            </a:r>
            <a:r>
              <a:rPr sz="1200" dirty="0">
                <a:solidFill>
                  <a:srgbClr val="538235"/>
                </a:solidFill>
                <a:latin typeface="Tahoma"/>
                <a:cs typeface="Tahoma"/>
              </a:rPr>
              <a:t>not</a:t>
            </a:r>
            <a:r>
              <a:rPr sz="1200" spc="10" dirty="0">
                <a:solidFill>
                  <a:srgbClr val="538235"/>
                </a:solidFill>
                <a:latin typeface="Tahoma"/>
                <a:cs typeface="Tahoma"/>
              </a:rPr>
              <a:t> </a:t>
            </a:r>
            <a:r>
              <a:rPr sz="1200" spc="-5" dirty="0">
                <a:solidFill>
                  <a:srgbClr val="538235"/>
                </a:solidFill>
                <a:latin typeface="Tahoma"/>
                <a:cs typeface="Tahoma"/>
              </a:rPr>
              <a:t>divide</a:t>
            </a:r>
            <a:r>
              <a:rPr sz="1200" spc="35" dirty="0">
                <a:solidFill>
                  <a:srgbClr val="538235"/>
                </a:solidFill>
                <a:latin typeface="Tahoma"/>
                <a:cs typeface="Tahoma"/>
              </a:rPr>
              <a:t> </a:t>
            </a:r>
            <a:r>
              <a:rPr sz="1250" spc="-20" dirty="0">
                <a:solidFill>
                  <a:srgbClr val="538235"/>
                </a:solidFill>
                <a:latin typeface="Tahoma"/>
                <a:cs typeface="Tahoma"/>
              </a:rPr>
              <a:t>a</a:t>
            </a:r>
            <a:r>
              <a:rPr sz="1200" spc="-20" dirty="0">
                <a:solidFill>
                  <a:srgbClr val="538235"/>
                </a:solidFill>
                <a:latin typeface="Tahoma"/>
                <a:cs typeface="Tahoma"/>
              </a:rPr>
              <a:t>.</a:t>
            </a:r>
            <a:r>
              <a:rPr sz="1200" spc="25" dirty="0">
                <a:solidFill>
                  <a:srgbClr val="538235"/>
                </a:solidFill>
                <a:latin typeface="Tahoma"/>
                <a:cs typeface="Tahoma"/>
              </a:rPr>
              <a:t> </a:t>
            </a:r>
            <a:r>
              <a:rPr sz="1200" spc="-5" dirty="0">
                <a:solidFill>
                  <a:srgbClr val="538235"/>
                </a:solidFill>
                <a:latin typeface="Tahoma"/>
                <a:cs typeface="Tahoma"/>
              </a:rPr>
              <a:t>All</a:t>
            </a:r>
            <a:r>
              <a:rPr sz="1200" spc="25" dirty="0">
                <a:solidFill>
                  <a:srgbClr val="538235"/>
                </a:solidFill>
                <a:latin typeface="Tahoma"/>
                <a:cs typeface="Tahoma"/>
              </a:rPr>
              <a:t> </a:t>
            </a:r>
            <a:r>
              <a:rPr sz="1200" dirty="0">
                <a:solidFill>
                  <a:srgbClr val="538235"/>
                </a:solidFill>
                <a:latin typeface="Tahoma"/>
                <a:cs typeface="Tahoma"/>
              </a:rPr>
              <a:t>elements </a:t>
            </a:r>
            <a:r>
              <a:rPr sz="1200" spc="-360" dirty="0">
                <a:solidFill>
                  <a:srgbClr val="538235"/>
                </a:solidFill>
                <a:latin typeface="Tahoma"/>
                <a:cs typeface="Tahoma"/>
              </a:rPr>
              <a:t> </a:t>
            </a:r>
            <a:r>
              <a:rPr sz="1200" spc="-5" dirty="0">
                <a:solidFill>
                  <a:srgbClr val="538235"/>
                </a:solidFill>
                <a:latin typeface="Tahoma"/>
                <a:cs typeface="Tahoma"/>
              </a:rPr>
              <a:t>of</a:t>
            </a:r>
            <a:r>
              <a:rPr sz="1200" spc="5" dirty="0">
                <a:solidFill>
                  <a:srgbClr val="538235"/>
                </a:solidFill>
                <a:latin typeface="Tahoma"/>
                <a:cs typeface="Tahoma"/>
              </a:rPr>
              <a:t> </a:t>
            </a:r>
            <a:r>
              <a:rPr sz="1200" dirty="0">
                <a:solidFill>
                  <a:srgbClr val="538235"/>
                </a:solidFill>
                <a:latin typeface="Tahoma"/>
                <a:cs typeface="Tahoma"/>
              </a:rPr>
              <a:t>X</a:t>
            </a:r>
            <a:r>
              <a:rPr sz="1200" spc="5" dirty="0">
                <a:solidFill>
                  <a:srgbClr val="538235"/>
                </a:solidFill>
                <a:latin typeface="Tahoma"/>
                <a:cs typeface="Tahoma"/>
              </a:rPr>
              <a:t> </a:t>
            </a:r>
            <a:r>
              <a:rPr sz="1200" spc="-5" dirty="0">
                <a:solidFill>
                  <a:srgbClr val="538235"/>
                </a:solidFill>
                <a:latin typeface="Tahoma"/>
                <a:cs typeface="Tahoma"/>
              </a:rPr>
              <a:t>are</a:t>
            </a:r>
            <a:r>
              <a:rPr sz="1200" dirty="0">
                <a:solidFill>
                  <a:srgbClr val="538235"/>
                </a:solidFill>
                <a:latin typeface="Tahoma"/>
                <a:cs typeface="Tahoma"/>
              </a:rPr>
              <a:t> </a:t>
            </a:r>
            <a:r>
              <a:rPr sz="1200" spc="-5" dirty="0">
                <a:solidFill>
                  <a:srgbClr val="538235"/>
                </a:solidFill>
                <a:latin typeface="Tahoma"/>
                <a:cs typeface="Tahoma"/>
              </a:rPr>
              <a:t>unique.</a:t>
            </a:r>
            <a:endParaRPr sz="1200">
              <a:latin typeface="Tahoma"/>
              <a:cs typeface="Tahoma"/>
            </a:endParaRPr>
          </a:p>
          <a:p>
            <a:pPr marL="101600">
              <a:lnSpc>
                <a:spcPct val="100000"/>
              </a:lnSpc>
              <a:spcBef>
                <a:spcPts val="530"/>
              </a:spcBef>
            </a:pPr>
            <a:r>
              <a:rPr sz="1200" dirty="0">
                <a:solidFill>
                  <a:srgbClr val="538235"/>
                </a:solidFill>
                <a:latin typeface="Tahoma"/>
                <a:cs typeface="Tahoma"/>
              </a:rPr>
              <a:t>S</a:t>
            </a:r>
            <a:r>
              <a:rPr sz="1200" spc="-20"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X mod</a:t>
            </a:r>
            <a:r>
              <a:rPr sz="1200" spc="10" dirty="0">
                <a:solidFill>
                  <a:srgbClr val="538235"/>
                </a:solidFill>
                <a:latin typeface="Tahoma"/>
                <a:cs typeface="Tahoma"/>
              </a:rPr>
              <a:t> </a:t>
            </a:r>
            <a:r>
              <a:rPr sz="1200" dirty="0">
                <a:solidFill>
                  <a:srgbClr val="538235"/>
                </a:solidFill>
                <a:latin typeface="Tahoma"/>
                <a:cs typeface="Tahoma"/>
              </a:rPr>
              <a:t>p</a:t>
            </a:r>
            <a:r>
              <a:rPr sz="1200" spc="-15" dirty="0">
                <a:solidFill>
                  <a:srgbClr val="538235"/>
                </a:solidFill>
                <a:latin typeface="Tahoma"/>
                <a:cs typeface="Tahoma"/>
              </a:rPr>
              <a:t> </a:t>
            </a:r>
            <a:r>
              <a:rPr sz="1200" spc="-5" dirty="0">
                <a:solidFill>
                  <a:srgbClr val="538235"/>
                </a:solidFill>
                <a:latin typeface="Tahoma"/>
                <a:cs typeface="Tahoma"/>
              </a:rPr>
              <a:t>(Since </a:t>
            </a:r>
            <a:r>
              <a:rPr sz="1200" dirty="0">
                <a:solidFill>
                  <a:srgbClr val="538235"/>
                </a:solidFill>
                <a:latin typeface="Tahoma"/>
                <a:cs typeface="Tahoma"/>
              </a:rPr>
              <a:t>X </a:t>
            </a:r>
            <a:r>
              <a:rPr sz="1200" spc="-10" dirty="0">
                <a:solidFill>
                  <a:srgbClr val="538235"/>
                </a:solidFill>
                <a:latin typeface="Tahoma"/>
                <a:cs typeface="Tahoma"/>
              </a:rPr>
              <a:t>is</a:t>
            </a:r>
            <a:r>
              <a:rPr sz="1200" spc="20" dirty="0">
                <a:solidFill>
                  <a:srgbClr val="538235"/>
                </a:solidFill>
                <a:latin typeface="Tahoma"/>
                <a:cs typeface="Tahoma"/>
              </a:rPr>
              <a:t> </a:t>
            </a:r>
            <a:r>
              <a:rPr sz="1200" spc="-5" dirty="0">
                <a:solidFill>
                  <a:srgbClr val="538235"/>
                </a:solidFill>
                <a:latin typeface="Tahoma"/>
                <a:cs typeface="Tahoma"/>
              </a:rPr>
              <a:t>permutation</a:t>
            </a:r>
            <a:r>
              <a:rPr sz="1200" spc="10" dirty="0">
                <a:solidFill>
                  <a:srgbClr val="538235"/>
                </a:solidFill>
                <a:latin typeface="Tahoma"/>
                <a:cs typeface="Tahoma"/>
              </a:rPr>
              <a:t> </a:t>
            </a:r>
            <a:r>
              <a:rPr sz="1200" spc="-5" dirty="0">
                <a:solidFill>
                  <a:srgbClr val="538235"/>
                </a:solidFill>
                <a:latin typeface="Tahoma"/>
                <a:cs typeface="Tahoma"/>
              </a:rPr>
              <a:t>of</a:t>
            </a:r>
            <a:r>
              <a:rPr sz="1200" spc="5" dirty="0">
                <a:solidFill>
                  <a:srgbClr val="538235"/>
                </a:solidFill>
                <a:latin typeface="Tahoma"/>
                <a:cs typeface="Tahoma"/>
              </a:rPr>
              <a:t> </a:t>
            </a:r>
            <a:r>
              <a:rPr sz="1200" dirty="0">
                <a:solidFill>
                  <a:srgbClr val="538235"/>
                </a:solidFill>
                <a:latin typeface="Tahoma"/>
                <a:cs typeface="Tahoma"/>
              </a:rPr>
              <a:t>S)</a:t>
            </a:r>
            <a:endParaRPr sz="1200">
              <a:latin typeface="Tahoma"/>
              <a:cs typeface="Tahoma"/>
            </a:endParaRPr>
          </a:p>
          <a:p>
            <a:pPr marL="101600">
              <a:lnSpc>
                <a:spcPct val="100000"/>
              </a:lnSpc>
              <a:spcBef>
                <a:spcPts val="720"/>
              </a:spcBef>
            </a:pPr>
            <a:r>
              <a:rPr sz="1200" spc="-5" dirty="0">
                <a:solidFill>
                  <a:srgbClr val="538235"/>
                </a:solidFill>
                <a:latin typeface="Tahoma"/>
                <a:cs typeface="Tahoma"/>
              </a:rPr>
              <a:t>Multiplying</a:t>
            </a:r>
            <a:r>
              <a:rPr sz="1200" spc="20"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5" dirty="0">
                <a:solidFill>
                  <a:srgbClr val="538235"/>
                </a:solidFill>
                <a:latin typeface="Tahoma"/>
                <a:cs typeface="Tahoma"/>
              </a:rPr>
              <a:t>numbers</a:t>
            </a:r>
            <a:r>
              <a:rPr sz="1200" spc="25" dirty="0">
                <a:solidFill>
                  <a:srgbClr val="538235"/>
                </a:solidFill>
                <a:latin typeface="Tahoma"/>
                <a:cs typeface="Tahoma"/>
              </a:rPr>
              <a:t> </a:t>
            </a:r>
            <a:r>
              <a:rPr sz="1200" spc="-10" dirty="0">
                <a:solidFill>
                  <a:srgbClr val="538235"/>
                </a:solidFill>
                <a:latin typeface="Tahoma"/>
                <a:cs typeface="Tahoma"/>
              </a:rPr>
              <a:t>in</a:t>
            </a:r>
            <a:r>
              <a:rPr sz="1200" spc="10" dirty="0">
                <a:solidFill>
                  <a:srgbClr val="538235"/>
                </a:solidFill>
                <a:latin typeface="Tahoma"/>
                <a:cs typeface="Tahoma"/>
              </a:rPr>
              <a:t> </a:t>
            </a:r>
            <a:r>
              <a:rPr sz="1200" dirty="0">
                <a:solidFill>
                  <a:srgbClr val="538235"/>
                </a:solidFill>
                <a:latin typeface="Tahoma"/>
                <a:cs typeface="Tahoma"/>
              </a:rPr>
              <a:t>both</a:t>
            </a:r>
            <a:r>
              <a:rPr sz="1200" spc="-10" dirty="0">
                <a:solidFill>
                  <a:srgbClr val="538235"/>
                </a:solidFill>
                <a:latin typeface="Tahoma"/>
                <a:cs typeface="Tahoma"/>
              </a:rPr>
              <a:t> </a:t>
            </a:r>
            <a:r>
              <a:rPr sz="1200" spc="-5" dirty="0">
                <a:solidFill>
                  <a:srgbClr val="538235"/>
                </a:solidFill>
                <a:latin typeface="Tahoma"/>
                <a:cs typeface="Tahoma"/>
              </a:rPr>
              <a:t>sets</a:t>
            </a:r>
            <a:r>
              <a:rPr sz="1200" spc="30" dirty="0">
                <a:solidFill>
                  <a:srgbClr val="538235"/>
                </a:solidFill>
                <a:latin typeface="Tahoma"/>
                <a:cs typeface="Tahoma"/>
              </a:rPr>
              <a:t> </a:t>
            </a:r>
            <a:r>
              <a:rPr sz="1200" spc="-5" dirty="0">
                <a:solidFill>
                  <a:srgbClr val="538235"/>
                </a:solidFill>
                <a:latin typeface="Tahoma"/>
                <a:cs typeface="Tahoma"/>
              </a:rPr>
              <a:t>(S</a:t>
            </a:r>
            <a:r>
              <a:rPr sz="1200" spc="15" dirty="0">
                <a:solidFill>
                  <a:srgbClr val="538235"/>
                </a:solidFill>
                <a:latin typeface="Tahoma"/>
                <a:cs typeface="Tahoma"/>
              </a:rPr>
              <a:t> </a:t>
            </a:r>
            <a:r>
              <a:rPr sz="1200" spc="-5" dirty="0">
                <a:solidFill>
                  <a:srgbClr val="538235"/>
                </a:solidFill>
                <a:latin typeface="Tahoma"/>
                <a:cs typeface="Tahoma"/>
              </a:rPr>
              <a:t>and</a:t>
            </a:r>
            <a:r>
              <a:rPr sz="1200" spc="-10" dirty="0">
                <a:solidFill>
                  <a:srgbClr val="538235"/>
                </a:solidFill>
                <a:latin typeface="Tahoma"/>
                <a:cs typeface="Tahoma"/>
              </a:rPr>
              <a:t> </a:t>
            </a:r>
            <a:r>
              <a:rPr sz="1200" spc="-5" dirty="0">
                <a:solidFill>
                  <a:srgbClr val="538235"/>
                </a:solidFill>
                <a:latin typeface="Tahoma"/>
                <a:cs typeface="Tahoma"/>
              </a:rPr>
              <a:t>X)</a:t>
            </a:r>
            <a:r>
              <a:rPr sz="1200" spc="10" dirty="0">
                <a:solidFill>
                  <a:srgbClr val="538235"/>
                </a:solidFill>
                <a:latin typeface="Tahoma"/>
                <a:cs typeface="Tahoma"/>
              </a:rPr>
              <a:t> </a:t>
            </a:r>
            <a:r>
              <a:rPr sz="1200" spc="-5" dirty="0">
                <a:solidFill>
                  <a:srgbClr val="538235"/>
                </a:solidFill>
                <a:latin typeface="Tahoma"/>
                <a:cs typeface="Tahoma"/>
              </a:rPr>
              <a:t>and taking</a:t>
            </a:r>
            <a:r>
              <a:rPr sz="1200" spc="20"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10" dirty="0">
                <a:solidFill>
                  <a:srgbClr val="538235"/>
                </a:solidFill>
                <a:latin typeface="Tahoma"/>
                <a:cs typeface="Tahoma"/>
              </a:rPr>
              <a:t>result</a:t>
            </a:r>
            <a:r>
              <a:rPr sz="1200" spc="45" dirty="0">
                <a:solidFill>
                  <a:srgbClr val="538235"/>
                </a:solidFill>
                <a:latin typeface="Tahoma"/>
                <a:cs typeface="Tahoma"/>
              </a:rPr>
              <a:t> </a:t>
            </a:r>
            <a:r>
              <a:rPr sz="1200" spc="-5" dirty="0">
                <a:solidFill>
                  <a:srgbClr val="538235"/>
                </a:solidFill>
                <a:latin typeface="Tahoma"/>
                <a:cs typeface="Tahoma"/>
              </a:rPr>
              <a:t>mod</a:t>
            </a:r>
            <a:r>
              <a:rPr sz="1200" spc="-10" dirty="0">
                <a:solidFill>
                  <a:srgbClr val="538235"/>
                </a:solidFill>
                <a:latin typeface="Tahoma"/>
                <a:cs typeface="Tahoma"/>
              </a:rPr>
              <a:t> </a:t>
            </a:r>
            <a:r>
              <a:rPr sz="1200" spc="-5" dirty="0">
                <a:solidFill>
                  <a:srgbClr val="538235"/>
                </a:solidFill>
                <a:latin typeface="Tahoma"/>
                <a:cs typeface="Tahoma"/>
              </a:rPr>
              <a:t>yields</a:t>
            </a:r>
            <a:endParaRPr sz="1200">
              <a:latin typeface="Tahoma"/>
              <a:cs typeface="Tahoma"/>
            </a:endParaRPr>
          </a:p>
          <a:p>
            <a:pPr marL="101600" marR="2095500">
              <a:lnSpc>
                <a:spcPct val="150000"/>
              </a:lnSpc>
              <a:spcBef>
                <a:spcPts val="5"/>
              </a:spcBef>
            </a:pPr>
            <a:r>
              <a:rPr sz="1200" spc="-5" dirty="0">
                <a:solidFill>
                  <a:srgbClr val="538235"/>
                </a:solidFill>
                <a:latin typeface="Tahoma"/>
                <a:cs typeface="Tahoma"/>
              </a:rPr>
              <a:t>[1 </a:t>
            </a:r>
            <a:r>
              <a:rPr sz="1200" dirty="0">
                <a:solidFill>
                  <a:srgbClr val="538235"/>
                </a:solidFill>
                <a:latin typeface="Tahoma"/>
                <a:cs typeface="Tahoma"/>
              </a:rPr>
              <a:t>× 2 × … </a:t>
            </a:r>
            <a:r>
              <a:rPr sz="1200" spc="-5" dirty="0">
                <a:solidFill>
                  <a:srgbClr val="538235"/>
                </a:solidFill>
                <a:latin typeface="Tahoma"/>
                <a:cs typeface="Tahoma"/>
              </a:rPr>
              <a:t>(p-1)] </a:t>
            </a:r>
            <a:r>
              <a:rPr sz="1200" dirty="0">
                <a:solidFill>
                  <a:srgbClr val="538235"/>
                </a:solidFill>
                <a:latin typeface="Tahoma"/>
                <a:cs typeface="Tahoma"/>
              </a:rPr>
              <a:t>mod p</a:t>
            </a:r>
            <a:r>
              <a:rPr sz="1200" spc="5"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[a </a:t>
            </a:r>
            <a:r>
              <a:rPr sz="1200" dirty="0">
                <a:solidFill>
                  <a:srgbClr val="538235"/>
                </a:solidFill>
                <a:latin typeface="Tahoma"/>
                <a:cs typeface="Tahoma"/>
              </a:rPr>
              <a:t>× </a:t>
            </a:r>
            <a:r>
              <a:rPr sz="1200" spc="-5" dirty="0">
                <a:solidFill>
                  <a:srgbClr val="538235"/>
                </a:solidFill>
                <a:latin typeface="Tahoma"/>
                <a:cs typeface="Tahoma"/>
              </a:rPr>
              <a:t>2a </a:t>
            </a:r>
            <a:r>
              <a:rPr sz="1200" dirty="0">
                <a:solidFill>
                  <a:srgbClr val="538235"/>
                </a:solidFill>
                <a:latin typeface="Tahoma"/>
                <a:cs typeface="Tahoma"/>
              </a:rPr>
              <a:t>× … </a:t>
            </a:r>
            <a:r>
              <a:rPr sz="1200" spc="-5" dirty="0">
                <a:solidFill>
                  <a:srgbClr val="538235"/>
                </a:solidFill>
                <a:latin typeface="Tahoma"/>
                <a:cs typeface="Tahoma"/>
              </a:rPr>
              <a:t>(p-1)] </a:t>
            </a:r>
            <a:r>
              <a:rPr sz="1200" dirty="0">
                <a:solidFill>
                  <a:srgbClr val="538235"/>
                </a:solidFill>
                <a:latin typeface="Tahoma"/>
                <a:cs typeface="Tahoma"/>
              </a:rPr>
              <a:t>mod p </a:t>
            </a:r>
            <a:r>
              <a:rPr sz="1200" spc="-360" dirty="0">
                <a:solidFill>
                  <a:srgbClr val="538235"/>
                </a:solidFill>
                <a:latin typeface="Tahoma"/>
                <a:cs typeface="Tahoma"/>
              </a:rPr>
              <a:t> </a:t>
            </a:r>
            <a:r>
              <a:rPr sz="1200" spc="-5" dirty="0">
                <a:solidFill>
                  <a:srgbClr val="538235"/>
                </a:solidFill>
                <a:latin typeface="Tahoma"/>
                <a:cs typeface="Tahoma"/>
              </a:rPr>
              <a:t>[a </a:t>
            </a:r>
            <a:r>
              <a:rPr sz="1200" dirty="0">
                <a:solidFill>
                  <a:srgbClr val="538235"/>
                </a:solidFill>
                <a:latin typeface="Tahoma"/>
                <a:cs typeface="Tahoma"/>
              </a:rPr>
              <a:t>×</a:t>
            </a:r>
            <a:r>
              <a:rPr sz="1200" spc="-5" dirty="0">
                <a:solidFill>
                  <a:srgbClr val="538235"/>
                </a:solidFill>
                <a:latin typeface="Tahoma"/>
                <a:cs typeface="Tahoma"/>
              </a:rPr>
              <a:t> 2a</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(p-1)]</a:t>
            </a:r>
            <a:r>
              <a:rPr sz="1200" dirty="0">
                <a:solidFill>
                  <a:srgbClr val="538235"/>
                </a:solidFill>
                <a:latin typeface="Tahoma"/>
                <a:cs typeface="Tahoma"/>
              </a:rPr>
              <a:t> ≡</a:t>
            </a:r>
            <a:r>
              <a:rPr sz="1200" spc="20" dirty="0">
                <a:solidFill>
                  <a:srgbClr val="538235"/>
                </a:solidFill>
                <a:latin typeface="Tahoma"/>
                <a:cs typeface="Tahoma"/>
              </a:rPr>
              <a:t> </a:t>
            </a:r>
            <a:r>
              <a:rPr sz="1200" spc="-5" dirty="0">
                <a:solidFill>
                  <a:srgbClr val="538235"/>
                </a:solidFill>
                <a:latin typeface="Tahoma"/>
                <a:cs typeface="Tahoma"/>
              </a:rPr>
              <a:t>[1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2</a:t>
            </a:r>
            <a:r>
              <a:rPr sz="1200" spc="-2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(p-1)]</a:t>
            </a:r>
            <a:r>
              <a:rPr sz="1200" dirty="0">
                <a:solidFill>
                  <a:srgbClr val="538235"/>
                </a:solidFill>
                <a:latin typeface="Tahoma"/>
                <a:cs typeface="Tahoma"/>
              </a:rPr>
              <a:t> mod</a:t>
            </a:r>
            <a:r>
              <a:rPr sz="1200" spc="10" dirty="0">
                <a:solidFill>
                  <a:srgbClr val="538235"/>
                </a:solidFill>
                <a:latin typeface="Tahoma"/>
                <a:cs typeface="Tahoma"/>
              </a:rPr>
              <a:t> </a:t>
            </a:r>
            <a:r>
              <a:rPr sz="1200" dirty="0">
                <a:solidFill>
                  <a:srgbClr val="538235"/>
                </a:solidFill>
                <a:latin typeface="Tahoma"/>
                <a:cs typeface="Tahoma"/>
              </a:rPr>
              <a:t>p</a:t>
            </a:r>
            <a:endParaRPr sz="1200">
              <a:latin typeface="Tahoma"/>
              <a:cs typeface="Tahoma"/>
            </a:endParaRPr>
          </a:p>
          <a:p>
            <a:pPr marL="101600" marR="3958590" indent="48260">
              <a:lnSpc>
                <a:spcPts val="2160"/>
              </a:lnSpc>
              <a:spcBef>
                <a:spcPts val="100"/>
              </a:spcBef>
            </a:pPr>
            <a:r>
              <a:rPr sz="1200" spc="-10" dirty="0">
                <a:solidFill>
                  <a:srgbClr val="538235"/>
                </a:solidFill>
                <a:latin typeface="Tahoma"/>
                <a:cs typeface="Tahoma"/>
              </a:rPr>
              <a:t>a</a:t>
            </a:r>
            <a:r>
              <a:rPr sz="1200" spc="-15" baseline="24305" dirty="0">
                <a:solidFill>
                  <a:srgbClr val="538235"/>
                </a:solidFill>
                <a:latin typeface="Tahoma"/>
                <a:cs typeface="Tahoma"/>
              </a:rPr>
              <a:t>p-1</a:t>
            </a:r>
            <a:r>
              <a:rPr sz="1200" spc="172" baseline="24305" dirty="0">
                <a:solidFill>
                  <a:srgbClr val="538235"/>
                </a:solidFill>
                <a:latin typeface="Tahoma"/>
                <a:cs typeface="Tahoma"/>
              </a:rPr>
              <a:t> </a:t>
            </a:r>
            <a:r>
              <a:rPr sz="1200" spc="-5" dirty="0">
                <a:solidFill>
                  <a:srgbClr val="538235"/>
                </a:solidFill>
                <a:latin typeface="Tahoma"/>
                <a:cs typeface="Tahoma"/>
              </a:rPr>
              <a:t>(p-1)!</a:t>
            </a:r>
            <a:r>
              <a:rPr sz="1200" spc="-1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(p-1)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mod</a:t>
            </a:r>
            <a:r>
              <a:rPr sz="1200" spc="-20" dirty="0">
                <a:solidFill>
                  <a:srgbClr val="538235"/>
                </a:solidFill>
                <a:latin typeface="Tahoma"/>
                <a:cs typeface="Tahoma"/>
              </a:rPr>
              <a:t> </a:t>
            </a:r>
            <a:r>
              <a:rPr sz="1200" dirty="0">
                <a:solidFill>
                  <a:srgbClr val="538235"/>
                </a:solidFill>
                <a:latin typeface="Tahoma"/>
                <a:cs typeface="Tahoma"/>
              </a:rPr>
              <a:t>p </a:t>
            </a:r>
            <a:r>
              <a:rPr sz="1200" spc="-360"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p-1</a:t>
            </a:r>
            <a:r>
              <a:rPr sz="1200" spc="187" baseline="2430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1</a:t>
            </a:r>
            <a:r>
              <a:rPr sz="1200" spc="-5" dirty="0">
                <a:solidFill>
                  <a:srgbClr val="538235"/>
                </a:solidFill>
                <a:latin typeface="Tahoma"/>
                <a:cs typeface="Tahoma"/>
              </a:rPr>
              <a:t> (mod</a:t>
            </a:r>
            <a:r>
              <a:rPr sz="1200" spc="10" dirty="0">
                <a:solidFill>
                  <a:srgbClr val="538235"/>
                </a:solidFill>
                <a:latin typeface="Tahoma"/>
                <a:cs typeface="Tahoma"/>
              </a:rPr>
              <a:t> </a:t>
            </a:r>
            <a:r>
              <a:rPr sz="1200" spc="5" dirty="0">
                <a:solidFill>
                  <a:srgbClr val="538235"/>
                </a:solidFill>
                <a:latin typeface="Tahoma"/>
                <a:cs typeface="Tahoma"/>
              </a:rPr>
              <a:t>p)</a:t>
            </a:r>
            <a:endParaRPr sz="1200">
              <a:latin typeface="Tahoma"/>
              <a:cs typeface="Tahom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387553"/>
            <a:ext cx="5576570" cy="271145"/>
          </a:xfrm>
          <a:prstGeom prst="rect">
            <a:avLst/>
          </a:prstGeom>
        </p:spPr>
        <p:txBody>
          <a:bodyPr vert="horz" wrap="square" lIns="0" tIns="13970" rIns="0" bIns="0" rtlCol="0">
            <a:spAutoFit/>
          </a:bodyPr>
          <a:lstStyle/>
          <a:p>
            <a:pPr marL="12700">
              <a:lnSpc>
                <a:spcPct val="100000"/>
              </a:lnSpc>
              <a:spcBef>
                <a:spcPts val="110"/>
              </a:spcBef>
            </a:pPr>
            <a:r>
              <a:rPr sz="1600" b="1" dirty="0">
                <a:solidFill>
                  <a:srgbClr val="538235"/>
                </a:solidFill>
                <a:latin typeface="Tahoma"/>
                <a:cs typeface="Tahoma"/>
              </a:rPr>
              <a:t>MATHEMATICS</a:t>
            </a:r>
            <a:r>
              <a:rPr sz="1600" b="1" spc="-85" dirty="0">
                <a:solidFill>
                  <a:srgbClr val="538235"/>
                </a:solidFill>
                <a:latin typeface="Tahoma"/>
                <a:cs typeface="Tahoma"/>
              </a:rPr>
              <a:t> </a:t>
            </a:r>
            <a:r>
              <a:rPr sz="1600" b="1" spc="5" dirty="0">
                <a:solidFill>
                  <a:srgbClr val="538235"/>
                </a:solidFill>
                <a:latin typeface="Tahoma"/>
                <a:cs typeface="Tahoma"/>
              </a:rPr>
              <a:t>OF</a:t>
            </a:r>
            <a:r>
              <a:rPr sz="1600" b="1" spc="-20" dirty="0">
                <a:solidFill>
                  <a:srgbClr val="538235"/>
                </a:solidFill>
                <a:latin typeface="Tahoma"/>
                <a:cs typeface="Tahoma"/>
              </a:rPr>
              <a:t> </a:t>
            </a:r>
            <a:r>
              <a:rPr sz="1600" b="1" dirty="0">
                <a:solidFill>
                  <a:srgbClr val="538235"/>
                </a:solidFill>
                <a:latin typeface="Tahoma"/>
                <a:cs typeface="Tahoma"/>
              </a:rPr>
              <a:t>ASYMMETRIC</a:t>
            </a:r>
            <a:r>
              <a:rPr sz="1600" b="1" spc="-70" dirty="0">
                <a:solidFill>
                  <a:srgbClr val="538235"/>
                </a:solidFill>
                <a:latin typeface="Tahoma"/>
                <a:cs typeface="Tahoma"/>
              </a:rPr>
              <a:t> </a:t>
            </a:r>
            <a:r>
              <a:rPr sz="1600" b="1" dirty="0">
                <a:solidFill>
                  <a:srgbClr val="538235"/>
                </a:solidFill>
                <a:latin typeface="Tahoma"/>
                <a:cs typeface="Tahoma"/>
              </a:rPr>
              <a:t>KEY CRYPTOGRAPHY</a:t>
            </a:r>
            <a:endParaRPr sz="1600">
              <a:latin typeface="Tahoma"/>
              <a:cs typeface="Tahoma"/>
            </a:endParaRPr>
          </a:p>
        </p:txBody>
      </p:sp>
      <p:pic>
        <p:nvPicPr>
          <p:cNvPr id="3" name="object 3"/>
          <p:cNvPicPr/>
          <p:nvPr/>
        </p:nvPicPr>
        <p:blipFill>
          <a:blip r:embed="rId2" cstate="print"/>
          <a:stretch>
            <a:fillRect/>
          </a:stretch>
        </p:blipFill>
        <p:spPr>
          <a:xfrm>
            <a:off x="472440" y="1030224"/>
            <a:ext cx="5913120" cy="789127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387553"/>
            <a:ext cx="5576570" cy="271145"/>
          </a:xfrm>
          <a:prstGeom prst="rect">
            <a:avLst/>
          </a:prstGeom>
        </p:spPr>
        <p:txBody>
          <a:bodyPr vert="horz" wrap="square" lIns="0" tIns="13970" rIns="0" bIns="0" rtlCol="0">
            <a:spAutoFit/>
          </a:bodyPr>
          <a:lstStyle/>
          <a:p>
            <a:pPr marL="12700">
              <a:lnSpc>
                <a:spcPct val="100000"/>
              </a:lnSpc>
              <a:spcBef>
                <a:spcPts val="110"/>
              </a:spcBef>
            </a:pPr>
            <a:r>
              <a:rPr sz="1600" b="1" dirty="0">
                <a:solidFill>
                  <a:srgbClr val="538235"/>
                </a:solidFill>
                <a:latin typeface="Tahoma"/>
                <a:cs typeface="Tahoma"/>
              </a:rPr>
              <a:t>MATHEMATICS</a:t>
            </a:r>
            <a:r>
              <a:rPr sz="1600" b="1" spc="-85" dirty="0">
                <a:solidFill>
                  <a:srgbClr val="538235"/>
                </a:solidFill>
                <a:latin typeface="Tahoma"/>
                <a:cs typeface="Tahoma"/>
              </a:rPr>
              <a:t> </a:t>
            </a:r>
            <a:r>
              <a:rPr sz="1600" b="1" spc="5" dirty="0">
                <a:solidFill>
                  <a:srgbClr val="538235"/>
                </a:solidFill>
                <a:latin typeface="Tahoma"/>
                <a:cs typeface="Tahoma"/>
              </a:rPr>
              <a:t>OF</a:t>
            </a:r>
            <a:r>
              <a:rPr sz="1600" b="1" spc="-20" dirty="0">
                <a:solidFill>
                  <a:srgbClr val="538235"/>
                </a:solidFill>
                <a:latin typeface="Tahoma"/>
                <a:cs typeface="Tahoma"/>
              </a:rPr>
              <a:t> </a:t>
            </a:r>
            <a:r>
              <a:rPr sz="1600" b="1" dirty="0">
                <a:solidFill>
                  <a:srgbClr val="538235"/>
                </a:solidFill>
                <a:latin typeface="Tahoma"/>
                <a:cs typeface="Tahoma"/>
              </a:rPr>
              <a:t>ASYMMETRIC</a:t>
            </a:r>
            <a:r>
              <a:rPr sz="1600" b="1" spc="-70" dirty="0">
                <a:solidFill>
                  <a:srgbClr val="538235"/>
                </a:solidFill>
                <a:latin typeface="Tahoma"/>
                <a:cs typeface="Tahoma"/>
              </a:rPr>
              <a:t> </a:t>
            </a:r>
            <a:r>
              <a:rPr sz="1600" b="1" dirty="0">
                <a:solidFill>
                  <a:srgbClr val="538235"/>
                </a:solidFill>
                <a:latin typeface="Tahoma"/>
                <a:cs typeface="Tahoma"/>
              </a:rPr>
              <a:t>KEY CRYPTOGRAPHY</a:t>
            </a:r>
            <a:endParaRPr sz="1600">
              <a:latin typeface="Tahoma"/>
              <a:cs typeface="Tahoma"/>
            </a:endParaRPr>
          </a:p>
        </p:txBody>
      </p:sp>
      <p:pic>
        <p:nvPicPr>
          <p:cNvPr id="3" name="object 3"/>
          <p:cNvPicPr/>
          <p:nvPr/>
        </p:nvPicPr>
        <p:blipFill>
          <a:blip r:embed="rId2" cstate="print"/>
          <a:stretch>
            <a:fillRect/>
          </a:stretch>
        </p:blipFill>
        <p:spPr>
          <a:xfrm>
            <a:off x="472440" y="1030224"/>
            <a:ext cx="5913120" cy="789127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387553"/>
            <a:ext cx="5576570" cy="271145"/>
          </a:xfrm>
          <a:prstGeom prst="rect">
            <a:avLst/>
          </a:prstGeom>
        </p:spPr>
        <p:txBody>
          <a:bodyPr vert="horz" wrap="square" lIns="0" tIns="13970" rIns="0" bIns="0" rtlCol="0">
            <a:spAutoFit/>
          </a:bodyPr>
          <a:lstStyle/>
          <a:p>
            <a:pPr marL="12700">
              <a:lnSpc>
                <a:spcPct val="100000"/>
              </a:lnSpc>
              <a:spcBef>
                <a:spcPts val="110"/>
              </a:spcBef>
            </a:pPr>
            <a:r>
              <a:rPr sz="1600" b="1" dirty="0">
                <a:solidFill>
                  <a:srgbClr val="538235"/>
                </a:solidFill>
                <a:latin typeface="Tahoma"/>
                <a:cs typeface="Tahoma"/>
              </a:rPr>
              <a:t>MATHEMATICS</a:t>
            </a:r>
            <a:r>
              <a:rPr sz="1600" b="1" spc="-85" dirty="0">
                <a:solidFill>
                  <a:srgbClr val="538235"/>
                </a:solidFill>
                <a:latin typeface="Tahoma"/>
                <a:cs typeface="Tahoma"/>
              </a:rPr>
              <a:t> </a:t>
            </a:r>
            <a:r>
              <a:rPr sz="1600" b="1" spc="5" dirty="0">
                <a:solidFill>
                  <a:srgbClr val="538235"/>
                </a:solidFill>
                <a:latin typeface="Tahoma"/>
                <a:cs typeface="Tahoma"/>
              </a:rPr>
              <a:t>OF</a:t>
            </a:r>
            <a:r>
              <a:rPr sz="1600" b="1" spc="-20" dirty="0">
                <a:solidFill>
                  <a:srgbClr val="538235"/>
                </a:solidFill>
                <a:latin typeface="Tahoma"/>
                <a:cs typeface="Tahoma"/>
              </a:rPr>
              <a:t> </a:t>
            </a:r>
            <a:r>
              <a:rPr sz="1600" b="1" dirty="0">
                <a:solidFill>
                  <a:srgbClr val="538235"/>
                </a:solidFill>
                <a:latin typeface="Tahoma"/>
                <a:cs typeface="Tahoma"/>
              </a:rPr>
              <a:t>ASYMMETRIC</a:t>
            </a:r>
            <a:r>
              <a:rPr sz="1600" b="1" spc="-70" dirty="0">
                <a:solidFill>
                  <a:srgbClr val="538235"/>
                </a:solidFill>
                <a:latin typeface="Tahoma"/>
                <a:cs typeface="Tahoma"/>
              </a:rPr>
              <a:t> </a:t>
            </a:r>
            <a:r>
              <a:rPr sz="1600" b="1" dirty="0">
                <a:solidFill>
                  <a:srgbClr val="538235"/>
                </a:solidFill>
                <a:latin typeface="Tahoma"/>
                <a:cs typeface="Tahoma"/>
              </a:rPr>
              <a:t>KEY CRYPTOGRAPHY</a:t>
            </a:r>
            <a:endParaRPr sz="1600">
              <a:latin typeface="Tahoma"/>
              <a:cs typeface="Tahoma"/>
            </a:endParaRPr>
          </a:p>
        </p:txBody>
      </p:sp>
      <p:pic>
        <p:nvPicPr>
          <p:cNvPr id="3" name="object 3"/>
          <p:cNvPicPr/>
          <p:nvPr/>
        </p:nvPicPr>
        <p:blipFill>
          <a:blip r:embed="rId2" cstate="print"/>
          <a:stretch>
            <a:fillRect/>
          </a:stretch>
        </p:blipFill>
        <p:spPr>
          <a:xfrm>
            <a:off x="562927" y="2048510"/>
            <a:ext cx="100584" cy="106679"/>
          </a:xfrm>
          <a:prstGeom prst="rect">
            <a:avLst/>
          </a:prstGeom>
        </p:spPr>
      </p:pic>
      <p:sp>
        <p:nvSpPr>
          <p:cNvPr id="4" name="object 4"/>
          <p:cNvSpPr txBox="1"/>
          <p:nvPr/>
        </p:nvSpPr>
        <p:spPr>
          <a:xfrm>
            <a:off x="499770" y="1130934"/>
            <a:ext cx="5863590" cy="7660005"/>
          </a:xfrm>
          <a:prstGeom prst="rect">
            <a:avLst/>
          </a:prstGeom>
        </p:spPr>
        <p:txBody>
          <a:bodyPr vert="horz" wrap="square" lIns="0" tIns="12700" rIns="0" bIns="0" rtlCol="0">
            <a:spAutoFit/>
          </a:bodyPr>
          <a:lstStyle/>
          <a:p>
            <a:pPr marL="63500">
              <a:lnSpc>
                <a:spcPct val="100000"/>
              </a:lnSpc>
              <a:spcBef>
                <a:spcPts val="100"/>
              </a:spcBef>
            </a:pPr>
            <a:r>
              <a:rPr sz="1200" b="1" dirty="0">
                <a:solidFill>
                  <a:srgbClr val="538235"/>
                </a:solidFill>
                <a:latin typeface="Tahoma"/>
                <a:cs typeface="Tahoma"/>
              </a:rPr>
              <a:t>Deterministic</a:t>
            </a:r>
            <a:r>
              <a:rPr sz="1200" b="1" spc="-30" dirty="0">
                <a:solidFill>
                  <a:srgbClr val="538235"/>
                </a:solidFill>
                <a:latin typeface="Tahoma"/>
                <a:cs typeface="Tahoma"/>
              </a:rPr>
              <a:t> </a:t>
            </a:r>
            <a:r>
              <a:rPr sz="1200" b="1" spc="-5" dirty="0">
                <a:solidFill>
                  <a:srgbClr val="538235"/>
                </a:solidFill>
                <a:latin typeface="Tahoma"/>
                <a:cs typeface="Tahoma"/>
              </a:rPr>
              <a:t>Algorithm: </a:t>
            </a:r>
            <a:r>
              <a:rPr sz="1200" u="sng" spc="-5" dirty="0">
                <a:solidFill>
                  <a:srgbClr val="0462C1"/>
                </a:solidFill>
                <a:uFill>
                  <a:solidFill>
                    <a:srgbClr val="0462C1"/>
                  </a:solidFill>
                </a:uFill>
                <a:latin typeface="Tahoma"/>
                <a:cs typeface="Tahoma"/>
                <a:hlinkClick r:id="rId3"/>
              </a:rPr>
              <a:t>AKS</a:t>
            </a:r>
            <a:r>
              <a:rPr sz="1200" u="sng" spc="15" dirty="0">
                <a:solidFill>
                  <a:srgbClr val="0462C1"/>
                </a:solidFill>
                <a:uFill>
                  <a:solidFill>
                    <a:srgbClr val="0462C1"/>
                  </a:solidFill>
                </a:uFill>
                <a:latin typeface="Tahoma"/>
                <a:cs typeface="Tahoma"/>
                <a:hlinkClick r:id="rId3"/>
              </a:rPr>
              <a:t> </a:t>
            </a:r>
            <a:r>
              <a:rPr sz="1200" u="sng" spc="-10" dirty="0">
                <a:solidFill>
                  <a:srgbClr val="0462C1"/>
                </a:solidFill>
                <a:uFill>
                  <a:solidFill>
                    <a:srgbClr val="0462C1"/>
                  </a:solidFill>
                </a:uFill>
                <a:latin typeface="Tahoma"/>
                <a:cs typeface="Tahoma"/>
                <a:hlinkClick r:id="rId3"/>
              </a:rPr>
              <a:t>Primality</a:t>
            </a:r>
            <a:r>
              <a:rPr sz="1200" u="sng" spc="10" dirty="0">
                <a:solidFill>
                  <a:srgbClr val="0462C1"/>
                </a:solidFill>
                <a:uFill>
                  <a:solidFill>
                    <a:srgbClr val="0462C1"/>
                  </a:solidFill>
                </a:uFill>
                <a:latin typeface="Tahoma"/>
                <a:cs typeface="Tahoma"/>
                <a:hlinkClick r:id="rId3"/>
              </a:rPr>
              <a:t> </a:t>
            </a:r>
            <a:r>
              <a:rPr sz="1200" u="sng" spc="-40" dirty="0">
                <a:solidFill>
                  <a:srgbClr val="0462C1"/>
                </a:solidFill>
                <a:uFill>
                  <a:solidFill>
                    <a:srgbClr val="0462C1"/>
                  </a:solidFill>
                </a:uFill>
                <a:latin typeface="Tahoma"/>
                <a:cs typeface="Tahoma"/>
                <a:hlinkClick r:id="rId3"/>
              </a:rPr>
              <a:t>Test</a:t>
            </a:r>
            <a:endParaRPr sz="1200" dirty="0">
              <a:latin typeface="Tahoma"/>
              <a:cs typeface="Tahoma"/>
            </a:endParaRPr>
          </a:p>
          <a:p>
            <a:pPr marL="63500" marR="144145">
              <a:lnSpc>
                <a:spcPct val="160000"/>
              </a:lnSpc>
            </a:pPr>
            <a:r>
              <a:rPr sz="1200" spc="-5" dirty="0">
                <a:solidFill>
                  <a:srgbClr val="538235"/>
                </a:solidFill>
                <a:latin typeface="Tahoma"/>
                <a:cs typeface="Tahoma"/>
              </a:rPr>
              <a:t>This</a:t>
            </a:r>
            <a:r>
              <a:rPr sz="1200" spc="20" dirty="0">
                <a:solidFill>
                  <a:srgbClr val="538235"/>
                </a:solidFill>
                <a:latin typeface="Tahoma"/>
                <a:cs typeface="Tahoma"/>
              </a:rPr>
              <a:t> </a:t>
            </a:r>
            <a:r>
              <a:rPr sz="1200" spc="-5" dirty="0">
                <a:solidFill>
                  <a:srgbClr val="538235"/>
                </a:solidFill>
                <a:latin typeface="Tahoma"/>
                <a:cs typeface="Tahoma"/>
              </a:rPr>
              <a:t>algorithm</a:t>
            </a:r>
            <a:r>
              <a:rPr sz="1200" spc="15" dirty="0">
                <a:solidFill>
                  <a:srgbClr val="538235"/>
                </a:solidFill>
                <a:latin typeface="Tahoma"/>
                <a:cs typeface="Tahoma"/>
              </a:rPr>
              <a:t> </a:t>
            </a:r>
            <a:r>
              <a:rPr sz="1200" spc="-5" dirty="0">
                <a:solidFill>
                  <a:srgbClr val="538235"/>
                </a:solidFill>
                <a:latin typeface="Tahoma"/>
                <a:cs typeface="Tahoma"/>
              </a:rPr>
              <a:t>determines</a:t>
            </a:r>
            <a:r>
              <a:rPr sz="1200" spc="45" dirty="0">
                <a:solidFill>
                  <a:srgbClr val="538235"/>
                </a:solidFill>
                <a:latin typeface="Tahoma"/>
                <a:cs typeface="Tahoma"/>
              </a:rPr>
              <a:t> </a:t>
            </a:r>
            <a:r>
              <a:rPr sz="1200" spc="-5" dirty="0">
                <a:solidFill>
                  <a:srgbClr val="538235"/>
                </a:solidFill>
                <a:latin typeface="Tahoma"/>
                <a:cs typeface="Tahoma"/>
              </a:rPr>
              <a:t>whether</a:t>
            </a:r>
            <a:r>
              <a:rPr sz="1200" spc="35" dirty="0">
                <a:solidFill>
                  <a:srgbClr val="538235"/>
                </a:solidFill>
                <a:latin typeface="Tahoma"/>
                <a:cs typeface="Tahoma"/>
              </a:rPr>
              <a:t> </a:t>
            </a:r>
            <a:r>
              <a:rPr sz="1200" dirty="0">
                <a:solidFill>
                  <a:srgbClr val="538235"/>
                </a:solidFill>
                <a:latin typeface="Tahoma"/>
                <a:cs typeface="Tahoma"/>
              </a:rPr>
              <a:t>a </a:t>
            </a:r>
            <a:r>
              <a:rPr sz="1200" spc="-5" dirty="0">
                <a:solidFill>
                  <a:srgbClr val="538235"/>
                </a:solidFill>
                <a:latin typeface="Tahoma"/>
                <a:cs typeface="Tahoma"/>
              </a:rPr>
              <a:t>number</a:t>
            </a:r>
            <a:r>
              <a:rPr sz="1200" spc="10" dirty="0">
                <a:solidFill>
                  <a:srgbClr val="538235"/>
                </a:solidFill>
                <a:latin typeface="Tahoma"/>
                <a:cs typeface="Tahoma"/>
              </a:rPr>
              <a:t> </a:t>
            </a:r>
            <a:r>
              <a:rPr sz="1200" spc="-10" dirty="0">
                <a:solidFill>
                  <a:srgbClr val="538235"/>
                </a:solidFill>
                <a:latin typeface="Tahoma"/>
                <a:cs typeface="Tahoma"/>
              </a:rPr>
              <a:t>is</a:t>
            </a:r>
            <a:r>
              <a:rPr sz="1200" spc="20" dirty="0">
                <a:solidFill>
                  <a:srgbClr val="538235"/>
                </a:solidFill>
                <a:latin typeface="Tahoma"/>
                <a:cs typeface="Tahoma"/>
              </a:rPr>
              <a:t> </a:t>
            </a:r>
            <a:r>
              <a:rPr sz="1200" spc="-5" dirty="0">
                <a:solidFill>
                  <a:srgbClr val="538235"/>
                </a:solidFill>
                <a:latin typeface="Tahoma"/>
                <a:cs typeface="Tahoma"/>
              </a:rPr>
              <a:t>prime</a:t>
            </a:r>
            <a:r>
              <a:rPr sz="1200" spc="5" dirty="0">
                <a:solidFill>
                  <a:srgbClr val="538235"/>
                </a:solidFill>
                <a:latin typeface="Tahoma"/>
                <a:cs typeface="Tahoma"/>
              </a:rPr>
              <a:t> </a:t>
            </a:r>
            <a:r>
              <a:rPr sz="1200" dirty="0">
                <a:solidFill>
                  <a:srgbClr val="538235"/>
                </a:solidFill>
                <a:latin typeface="Tahoma"/>
                <a:cs typeface="Tahoma"/>
              </a:rPr>
              <a:t>or</a:t>
            </a:r>
            <a:r>
              <a:rPr sz="1200" spc="5" dirty="0">
                <a:solidFill>
                  <a:srgbClr val="538235"/>
                </a:solidFill>
                <a:latin typeface="Tahoma"/>
                <a:cs typeface="Tahoma"/>
              </a:rPr>
              <a:t> </a:t>
            </a:r>
            <a:r>
              <a:rPr sz="1200" dirty="0">
                <a:solidFill>
                  <a:srgbClr val="538235"/>
                </a:solidFill>
                <a:latin typeface="Tahoma"/>
                <a:cs typeface="Tahoma"/>
              </a:rPr>
              <a:t>not</a:t>
            </a:r>
            <a:r>
              <a:rPr sz="1200" spc="10" dirty="0">
                <a:solidFill>
                  <a:srgbClr val="538235"/>
                </a:solidFill>
                <a:latin typeface="Tahoma"/>
                <a:cs typeface="Tahoma"/>
              </a:rPr>
              <a:t> </a:t>
            </a:r>
            <a:r>
              <a:rPr sz="1200" spc="-5" dirty="0">
                <a:solidFill>
                  <a:srgbClr val="538235"/>
                </a:solidFill>
                <a:latin typeface="Tahoma"/>
                <a:cs typeface="Tahoma"/>
              </a:rPr>
              <a:t>with</a:t>
            </a:r>
            <a:r>
              <a:rPr sz="1200" spc="15" dirty="0">
                <a:solidFill>
                  <a:srgbClr val="538235"/>
                </a:solidFill>
                <a:latin typeface="Tahoma"/>
                <a:cs typeface="Tahoma"/>
              </a:rPr>
              <a:t> </a:t>
            </a:r>
            <a:r>
              <a:rPr sz="1200" spc="-10" dirty="0">
                <a:solidFill>
                  <a:srgbClr val="538235"/>
                </a:solidFill>
                <a:latin typeface="Tahoma"/>
                <a:cs typeface="Tahoma"/>
              </a:rPr>
              <a:t>100%</a:t>
            </a:r>
            <a:r>
              <a:rPr sz="1200" spc="10" dirty="0">
                <a:solidFill>
                  <a:srgbClr val="538235"/>
                </a:solidFill>
                <a:latin typeface="Tahoma"/>
                <a:cs typeface="Tahoma"/>
              </a:rPr>
              <a:t> </a:t>
            </a:r>
            <a:r>
              <a:rPr sz="1200" spc="-15" dirty="0">
                <a:solidFill>
                  <a:srgbClr val="538235"/>
                </a:solidFill>
                <a:latin typeface="Tahoma"/>
                <a:cs typeface="Tahoma"/>
              </a:rPr>
              <a:t>probability. </a:t>
            </a:r>
            <a:r>
              <a:rPr sz="1200" spc="-360" dirty="0">
                <a:solidFill>
                  <a:srgbClr val="538235"/>
                </a:solidFill>
                <a:latin typeface="Tahoma"/>
                <a:cs typeface="Tahoma"/>
              </a:rPr>
              <a:t> </a:t>
            </a:r>
            <a:r>
              <a:rPr sz="1200" spc="-5" dirty="0">
                <a:solidFill>
                  <a:srgbClr val="538235"/>
                </a:solidFill>
                <a:latin typeface="Tahoma"/>
                <a:cs typeface="Tahoma"/>
              </a:rPr>
              <a:t>But</a:t>
            </a:r>
            <a:r>
              <a:rPr sz="1200" spc="15" dirty="0">
                <a:solidFill>
                  <a:srgbClr val="538235"/>
                </a:solidFill>
                <a:latin typeface="Tahoma"/>
                <a:cs typeface="Tahoma"/>
              </a:rPr>
              <a:t> </a:t>
            </a:r>
            <a:r>
              <a:rPr sz="1200" spc="-5" dirty="0">
                <a:solidFill>
                  <a:srgbClr val="538235"/>
                </a:solidFill>
                <a:latin typeface="Tahoma"/>
                <a:cs typeface="Tahoma"/>
              </a:rPr>
              <a:t>this</a:t>
            </a:r>
            <a:r>
              <a:rPr sz="1200" spc="20" dirty="0">
                <a:solidFill>
                  <a:srgbClr val="538235"/>
                </a:solidFill>
                <a:latin typeface="Tahoma"/>
                <a:cs typeface="Tahoma"/>
              </a:rPr>
              <a:t> </a:t>
            </a:r>
            <a:r>
              <a:rPr sz="1200" spc="-5" dirty="0">
                <a:solidFill>
                  <a:srgbClr val="538235"/>
                </a:solidFill>
                <a:latin typeface="Tahoma"/>
                <a:cs typeface="Tahoma"/>
              </a:rPr>
              <a:t>algorithm</a:t>
            </a:r>
            <a:r>
              <a:rPr sz="1200" spc="10" dirty="0">
                <a:solidFill>
                  <a:srgbClr val="538235"/>
                </a:solidFill>
                <a:latin typeface="Tahoma"/>
                <a:cs typeface="Tahoma"/>
              </a:rPr>
              <a:t> </a:t>
            </a:r>
            <a:r>
              <a:rPr sz="1200" spc="-10" dirty="0">
                <a:solidFill>
                  <a:srgbClr val="538235"/>
                </a:solidFill>
                <a:latin typeface="Tahoma"/>
                <a:cs typeface="Tahoma"/>
              </a:rPr>
              <a:t>is</a:t>
            </a:r>
            <a:r>
              <a:rPr sz="1200" spc="20" dirty="0">
                <a:solidFill>
                  <a:srgbClr val="538235"/>
                </a:solidFill>
                <a:latin typeface="Tahoma"/>
                <a:cs typeface="Tahoma"/>
              </a:rPr>
              <a:t> </a:t>
            </a:r>
            <a:r>
              <a:rPr sz="1200" dirty="0">
                <a:solidFill>
                  <a:srgbClr val="538235"/>
                </a:solidFill>
                <a:latin typeface="Tahoma"/>
                <a:cs typeface="Tahoma"/>
              </a:rPr>
              <a:t>not</a:t>
            </a:r>
            <a:r>
              <a:rPr sz="1200" spc="-5" dirty="0">
                <a:solidFill>
                  <a:srgbClr val="538235"/>
                </a:solidFill>
                <a:latin typeface="Tahoma"/>
                <a:cs typeface="Tahoma"/>
              </a:rPr>
              <a:t> as</a:t>
            </a:r>
            <a:r>
              <a:rPr sz="1200" dirty="0">
                <a:solidFill>
                  <a:srgbClr val="538235"/>
                </a:solidFill>
                <a:latin typeface="Tahoma"/>
                <a:cs typeface="Tahoma"/>
              </a:rPr>
              <a:t> </a:t>
            </a:r>
            <a:r>
              <a:rPr sz="1200" spc="-10" dirty="0">
                <a:solidFill>
                  <a:srgbClr val="538235"/>
                </a:solidFill>
                <a:latin typeface="Tahoma"/>
                <a:cs typeface="Tahoma"/>
              </a:rPr>
              <a:t>efficient</a:t>
            </a:r>
            <a:r>
              <a:rPr sz="1200" spc="60" dirty="0">
                <a:solidFill>
                  <a:srgbClr val="538235"/>
                </a:solidFill>
                <a:latin typeface="Tahoma"/>
                <a:cs typeface="Tahoma"/>
              </a:rPr>
              <a:t> </a:t>
            </a:r>
            <a:r>
              <a:rPr sz="1200" spc="-5" dirty="0">
                <a:solidFill>
                  <a:srgbClr val="538235"/>
                </a:solidFill>
                <a:latin typeface="Tahoma"/>
                <a:cs typeface="Tahoma"/>
              </a:rPr>
              <a:t>as</a:t>
            </a:r>
            <a:r>
              <a:rPr sz="1200" dirty="0">
                <a:solidFill>
                  <a:srgbClr val="538235"/>
                </a:solidFill>
                <a:latin typeface="Tahoma"/>
                <a:cs typeface="Tahoma"/>
              </a:rPr>
              <a:t> </a:t>
            </a:r>
            <a:r>
              <a:rPr sz="1200" spc="-10" dirty="0">
                <a:solidFill>
                  <a:srgbClr val="538235"/>
                </a:solidFill>
                <a:latin typeface="Tahoma"/>
                <a:cs typeface="Tahoma"/>
              </a:rPr>
              <a:t>Miller-Rabin</a:t>
            </a:r>
            <a:r>
              <a:rPr sz="1200" spc="60" dirty="0">
                <a:solidFill>
                  <a:srgbClr val="538235"/>
                </a:solidFill>
                <a:latin typeface="Tahoma"/>
                <a:cs typeface="Tahoma"/>
              </a:rPr>
              <a:t> </a:t>
            </a:r>
            <a:r>
              <a:rPr sz="1200" spc="-5" dirty="0">
                <a:solidFill>
                  <a:srgbClr val="538235"/>
                </a:solidFill>
                <a:latin typeface="Tahoma"/>
                <a:cs typeface="Tahoma"/>
              </a:rPr>
              <a:t>algorithm.</a:t>
            </a:r>
            <a:endParaRPr sz="1200" dirty="0">
              <a:latin typeface="Tahoma"/>
              <a:cs typeface="Tahoma"/>
            </a:endParaRPr>
          </a:p>
          <a:p>
            <a:pPr marL="233679">
              <a:lnSpc>
                <a:spcPct val="100000"/>
              </a:lnSpc>
              <a:spcBef>
                <a:spcPts val="770"/>
              </a:spcBef>
            </a:pPr>
            <a:r>
              <a:rPr sz="1200" b="1" dirty="0">
                <a:solidFill>
                  <a:srgbClr val="538235"/>
                </a:solidFill>
                <a:latin typeface="Tahoma"/>
                <a:cs typeface="Tahoma"/>
              </a:rPr>
              <a:t>Miller-Rabin</a:t>
            </a:r>
            <a:r>
              <a:rPr sz="1200" b="1" spc="-60" dirty="0">
                <a:solidFill>
                  <a:srgbClr val="538235"/>
                </a:solidFill>
                <a:latin typeface="Tahoma"/>
                <a:cs typeface="Tahoma"/>
              </a:rPr>
              <a:t> </a:t>
            </a:r>
            <a:r>
              <a:rPr sz="1200" b="1" dirty="0">
                <a:solidFill>
                  <a:srgbClr val="538235"/>
                </a:solidFill>
                <a:latin typeface="Tahoma"/>
                <a:cs typeface="Tahoma"/>
              </a:rPr>
              <a:t>Primality</a:t>
            </a:r>
            <a:r>
              <a:rPr sz="1200" b="1" spc="-25" dirty="0">
                <a:solidFill>
                  <a:srgbClr val="538235"/>
                </a:solidFill>
                <a:latin typeface="Tahoma"/>
                <a:cs typeface="Tahoma"/>
              </a:rPr>
              <a:t> </a:t>
            </a:r>
            <a:r>
              <a:rPr sz="1200" b="1" dirty="0">
                <a:solidFill>
                  <a:srgbClr val="538235"/>
                </a:solidFill>
                <a:latin typeface="Tahoma"/>
                <a:cs typeface="Tahoma"/>
              </a:rPr>
              <a:t>Test</a:t>
            </a:r>
            <a:endParaRPr sz="1200" dirty="0">
              <a:latin typeface="Tahoma"/>
              <a:cs typeface="Tahoma"/>
            </a:endParaRPr>
          </a:p>
          <a:p>
            <a:pPr marL="233679" indent="-170815">
              <a:lnSpc>
                <a:spcPct val="100000"/>
              </a:lnSpc>
              <a:spcBef>
                <a:spcPts val="670"/>
              </a:spcBef>
              <a:buAutoNum type="arabicPeriod"/>
              <a:tabLst>
                <a:tab pos="234315" algn="l"/>
              </a:tabLst>
            </a:pPr>
            <a:r>
              <a:rPr sz="1200" spc="-5" dirty="0">
                <a:solidFill>
                  <a:srgbClr val="538235"/>
                </a:solidFill>
                <a:latin typeface="Tahoma"/>
                <a:cs typeface="Tahoma"/>
              </a:rPr>
              <a:t>Find</a:t>
            </a:r>
            <a:r>
              <a:rPr sz="1200" spc="15" dirty="0">
                <a:solidFill>
                  <a:srgbClr val="538235"/>
                </a:solidFill>
                <a:latin typeface="Tahoma"/>
                <a:cs typeface="Tahoma"/>
              </a:rPr>
              <a:t> </a:t>
            </a:r>
            <a:r>
              <a:rPr sz="1200" spc="-5" dirty="0">
                <a:solidFill>
                  <a:srgbClr val="538235"/>
                </a:solidFill>
                <a:latin typeface="Tahoma"/>
                <a:cs typeface="Tahoma"/>
              </a:rPr>
              <a:t>integers</a:t>
            </a:r>
            <a:r>
              <a:rPr sz="1200" spc="20" dirty="0">
                <a:solidFill>
                  <a:srgbClr val="538235"/>
                </a:solidFill>
                <a:latin typeface="Tahoma"/>
                <a:cs typeface="Tahoma"/>
              </a:rPr>
              <a:t> </a:t>
            </a:r>
            <a:r>
              <a:rPr sz="1250" spc="-15" dirty="0">
                <a:solidFill>
                  <a:srgbClr val="538235"/>
                </a:solidFill>
                <a:latin typeface="Tahoma"/>
                <a:cs typeface="Tahoma"/>
              </a:rPr>
              <a:t>k</a:t>
            </a:r>
            <a:r>
              <a:rPr sz="1200" spc="-15" dirty="0">
                <a:solidFill>
                  <a:srgbClr val="538235"/>
                </a:solidFill>
                <a:latin typeface="Tahoma"/>
                <a:cs typeface="Tahoma"/>
              </a:rPr>
              <a:t>,</a:t>
            </a:r>
            <a:r>
              <a:rPr sz="1200" spc="5" dirty="0">
                <a:solidFill>
                  <a:srgbClr val="538235"/>
                </a:solidFill>
                <a:latin typeface="Tahoma"/>
                <a:cs typeface="Tahoma"/>
              </a:rPr>
              <a:t> </a:t>
            </a:r>
            <a:r>
              <a:rPr sz="1250" spc="-15" dirty="0">
                <a:solidFill>
                  <a:srgbClr val="538235"/>
                </a:solidFill>
                <a:latin typeface="Tahoma"/>
                <a:cs typeface="Tahoma"/>
              </a:rPr>
              <a:t>q</a:t>
            </a:r>
            <a:r>
              <a:rPr sz="1200" spc="-15" dirty="0">
                <a:solidFill>
                  <a:srgbClr val="538235"/>
                </a:solidFill>
                <a:latin typeface="Tahoma"/>
                <a:cs typeface="Tahoma"/>
              </a:rPr>
              <a:t>,</a:t>
            </a:r>
            <a:r>
              <a:rPr sz="1200" spc="-20" dirty="0">
                <a:solidFill>
                  <a:srgbClr val="538235"/>
                </a:solidFill>
                <a:latin typeface="Tahoma"/>
                <a:cs typeface="Tahoma"/>
              </a:rPr>
              <a:t> </a:t>
            </a:r>
            <a:r>
              <a:rPr sz="1200" spc="-5" dirty="0">
                <a:solidFill>
                  <a:srgbClr val="538235"/>
                </a:solidFill>
                <a:latin typeface="Tahoma"/>
                <a:cs typeface="Tahoma"/>
              </a:rPr>
              <a:t>with</a:t>
            </a:r>
            <a:r>
              <a:rPr sz="1200" spc="10" dirty="0">
                <a:solidFill>
                  <a:srgbClr val="538235"/>
                </a:solidFill>
                <a:latin typeface="Tahoma"/>
                <a:cs typeface="Tahoma"/>
              </a:rPr>
              <a:t> </a:t>
            </a:r>
            <a:r>
              <a:rPr sz="1200" dirty="0">
                <a:solidFill>
                  <a:srgbClr val="538235"/>
                </a:solidFill>
                <a:latin typeface="Tahoma"/>
                <a:cs typeface="Tahoma"/>
              </a:rPr>
              <a:t>k</a:t>
            </a:r>
            <a:r>
              <a:rPr sz="1200" spc="10" dirty="0">
                <a:solidFill>
                  <a:srgbClr val="538235"/>
                </a:solidFill>
                <a:latin typeface="Tahoma"/>
                <a:cs typeface="Tahoma"/>
              </a:rPr>
              <a:t> </a:t>
            </a:r>
            <a:r>
              <a:rPr sz="1200" dirty="0">
                <a:solidFill>
                  <a:srgbClr val="538235"/>
                </a:solidFill>
                <a:latin typeface="Tahoma"/>
                <a:cs typeface="Tahoma"/>
              </a:rPr>
              <a:t>&gt;</a:t>
            </a:r>
            <a:r>
              <a:rPr sz="1200" spc="-5" dirty="0">
                <a:solidFill>
                  <a:srgbClr val="538235"/>
                </a:solidFill>
                <a:latin typeface="Tahoma"/>
                <a:cs typeface="Tahoma"/>
              </a:rPr>
              <a:t> 0,</a:t>
            </a:r>
            <a:r>
              <a:rPr sz="1200" spc="5" dirty="0">
                <a:solidFill>
                  <a:srgbClr val="538235"/>
                </a:solidFill>
                <a:latin typeface="Tahoma"/>
                <a:cs typeface="Tahoma"/>
              </a:rPr>
              <a:t> </a:t>
            </a:r>
            <a:r>
              <a:rPr sz="1200" dirty="0">
                <a:solidFill>
                  <a:srgbClr val="538235"/>
                </a:solidFill>
                <a:latin typeface="Tahoma"/>
                <a:cs typeface="Tahoma"/>
              </a:rPr>
              <a:t>q</a:t>
            </a:r>
            <a:r>
              <a:rPr sz="1200" spc="-10" dirty="0">
                <a:solidFill>
                  <a:srgbClr val="538235"/>
                </a:solidFill>
                <a:latin typeface="Tahoma"/>
                <a:cs typeface="Tahoma"/>
              </a:rPr>
              <a:t> </a:t>
            </a:r>
            <a:r>
              <a:rPr sz="1200" dirty="0">
                <a:solidFill>
                  <a:srgbClr val="538235"/>
                </a:solidFill>
                <a:latin typeface="Tahoma"/>
                <a:cs typeface="Tahoma"/>
              </a:rPr>
              <a:t>odd,</a:t>
            </a:r>
            <a:r>
              <a:rPr sz="1200" spc="-15" dirty="0">
                <a:solidFill>
                  <a:srgbClr val="538235"/>
                </a:solidFill>
                <a:latin typeface="Tahoma"/>
                <a:cs typeface="Tahoma"/>
              </a:rPr>
              <a:t> </a:t>
            </a:r>
            <a:r>
              <a:rPr sz="1200" spc="-5" dirty="0">
                <a:solidFill>
                  <a:srgbClr val="538235"/>
                </a:solidFill>
                <a:latin typeface="Tahoma"/>
                <a:cs typeface="Tahoma"/>
              </a:rPr>
              <a:t>so</a:t>
            </a:r>
            <a:r>
              <a:rPr sz="1200" dirty="0">
                <a:solidFill>
                  <a:srgbClr val="538235"/>
                </a:solidFill>
                <a:latin typeface="Tahoma"/>
                <a:cs typeface="Tahoma"/>
              </a:rPr>
              <a:t> </a:t>
            </a:r>
            <a:r>
              <a:rPr sz="1200" spc="-5" dirty="0">
                <a:solidFill>
                  <a:srgbClr val="538235"/>
                </a:solidFill>
                <a:latin typeface="Tahoma"/>
                <a:cs typeface="Tahoma"/>
              </a:rPr>
              <a:t>that</a:t>
            </a:r>
            <a:r>
              <a:rPr sz="1200" spc="-15" dirty="0">
                <a:solidFill>
                  <a:srgbClr val="538235"/>
                </a:solidFill>
                <a:latin typeface="Tahoma"/>
                <a:cs typeface="Tahoma"/>
              </a:rPr>
              <a:t> </a:t>
            </a:r>
            <a:r>
              <a:rPr sz="1200" spc="-5" dirty="0">
                <a:solidFill>
                  <a:srgbClr val="538235"/>
                </a:solidFill>
                <a:latin typeface="Tahoma"/>
                <a:cs typeface="Tahoma"/>
              </a:rPr>
              <a:t>(n</a:t>
            </a:r>
            <a:r>
              <a:rPr sz="1200" spc="10" dirty="0">
                <a:solidFill>
                  <a:srgbClr val="538235"/>
                </a:solidFill>
                <a:latin typeface="Tahoma"/>
                <a:cs typeface="Tahoma"/>
              </a:rPr>
              <a:t> </a:t>
            </a:r>
            <a:r>
              <a:rPr sz="1200" spc="-5" dirty="0">
                <a:solidFill>
                  <a:srgbClr val="538235"/>
                </a:solidFill>
                <a:latin typeface="Tahoma"/>
                <a:cs typeface="Tahoma"/>
              </a:rPr>
              <a:t>-1</a:t>
            </a:r>
            <a:r>
              <a:rPr sz="1200" dirty="0">
                <a:solidFill>
                  <a:srgbClr val="538235"/>
                </a:solidFill>
                <a:latin typeface="Tahoma"/>
                <a:cs typeface="Tahoma"/>
              </a:rPr>
              <a:t> =</a:t>
            </a:r>
            <a:r>
              <a:rPr sz="1200" spc="-5" dirty="0">
                <a:solidFill>
                  <a:srgbClr val="538235"/>
                </a:solidFill>
                <a:latin typeface="Tahoma"/>
                <a:cs typeface="Tahoma"/>
              </a:rPr>
              <a:t> 2</a:t>
            </a:r>
            <a:r>
              <a:rPr sz="1200" spc="-7" baseline="24305" dirty="0">
                <a:solidFill>
                  <a:srgbClr val="538235"/>
                </a:solidFill>
                <a:latin typeface="Tahoma"/>
                <a:cs typeface="Tahoma"/>
              </a:rPr>
              <a:t>k</a:t>
            </a:r>
            <a:r>
              <a:rPr sz="1200" spc="-5" dirty="0">
                <a:solidFill>
                  <a:srgbClr val="538235"/>
                </a:solidFill>
                <a:latin typeface="Tahoma"/>
                <a:cs typeface="Tahoma"/>
              </a:rPr>
              <a:t>q);</a:t>
            </a:r>
            <a:endParaRPr sz="1200" dirty="0">
              <a:latin typeface="Tahoma"/>
              <a:cs typeface="Tahoma"/>
            </a:endParaRPr>
          </a:p>
          <a:p>
            <a:pPr marL="233679" indent="-170815">
              <a:lnSpc>
                <a:spcPct val="100000"/>
              </a:lnSpc>
              <a:spcBef>
                <a:spcPts val="660"/>
              </a:spcBef>
              <a:buAutoNum type="arabicPeriod"/>
              <a:tabLst>
                <a:tab pos="234315" algn="l"/>
              </a:tabLst>
            </a:pPr>
            <a:r>
              <a:rPr sz="1200" spc="-10" dirty="0">
                <a:solidFill>
                  <a:srgbClr val="538235"/>
                </a:solidFill>
                <a:latin typeface="Tahoma"/>
                <a:cs typeface="Tahoma"/>
              </a:rPr>
              <a:t>Select</a:t>
            </a:r>
            <a:r>
              <a:rPr sz="1200" spc="30" dirty="0">
                <a:solidFill>
                  <a:srgbClr val="538235"/>
                </a:solidFill>
                <a:latin typeface="Tahoma"/>
                <a:cs typeface="Tahoma"/>
              </a:rPr>
              <a:t> </a:t>
            </a:r>
            <a:r>
              <a:rPr sz="1200" dirty="0">
                <a:solidFill>
                  <a:srgbClr val="538235"/>
                </a:solidFill>
                <a:latin typeface="Tahoma"/>
                <a:cs typeface="Tahoma"/>
              </a:rPr>
              <a:t>a</a:t>
            </a:r>
            <a:r>
              <a:rPr sz="1200" spc="-30" dirty="0">
                <a:solidFill>
                  <a:srgbClr val="538235"/>
                </a:solidFill>
                <a:latin typeface="Tahoma"/>
                <a:cs typeface="Tahoma"/>
              </a:rPr>
              <a:t> </a:t>
            </a:r>
            <a:r>
              <a:rPr sz="1200" spc="-5" dirty="0">
                <a:solidFill>
                  <a:srgbClr val="538235"/>
                </a:solidFill>
                <a:latin typeface="Tahoma"/>
                <a:cs typeface="Tahoma"/>
              </a:rPr>
              <a:t>random</a:t>
            </a:r>
            <a:r>
              <a:rPr sz="1200" dirty="0">
                <a:solidFill>
                  <a:srgbClr val="538235"/>
                </a:solidFill>
                <a:latin typeface="Tahoma"/>
                <a:cs typeface="Tahoma"/>
              </a:rPr>
              <a:t> </a:t>
            </a:r>
            <a:r>
              <a:rPr sz="1200" spc="-5" dirty="0">
                <a:solidFill>
                  <a:srgbClr val="538235"/>
                </a:solidFill>
                <a:latin typeface="Tahoma"/>
                <a:cs typeface="Tahoma"/>
              </a:rPr>
              <a:t>integer</a:t>
            </a:r>
            <a:r>
              <a:rPr sz="1200" spc="30" dirty="0">
                <a:solidFill>
                  <a:srgbClr val="538235"/>
                </a:solidFill>
                <a:latin typeface="Tahoma"/>
                <a:cs typeface="Tahoma"/>
              </a:rPr>
              <a:t> </a:t>
            </a:r>
            <a:r>
              <a:rPr sz="1250" spc="-20" dirty="0">
                <a:solidFill>
                  <a:srgbClr val="538235"/>
                </a:solidFill>
                <a:latin typeface="Tahoma"/>
                <a:cs typeface="Tahoma"/>
              </a:rPr>
              <a:t>a</a:t>
            </a:r>
            <a:r>
              <a:rPr sz="1200" spc="-20" dirty="0">
                <a:solidFill>
                  <a:srgbClr val="538235"/>
                </a:solidFill>
                <a:latin typeface="Tahoma"/>
                <a:cs typeface="Tahoma"/>
              </a:rPr>
              <a:t>,</a:t>
            </a:r>
            <a:r>
              <a:rPr sz="1200" dirty="0">
                <a:solidFill>
                  <a:srgbClr val="538235"/>
                </a:solidFill>
                <a:latin typeface="Tahoma"/>
                <a:cs typeface="Tahoma"/>
              </a:rPr>
              <a:t> 1</a:t>
            </a:r>
            <a:r>
              <a:rPr sz="1200" spc="-5" dirty="0">
                <a:solidFill>
                  <a:srgbClr val="538235"/>
                </a:solidFill>
                <a:latin typeface="Tahoma"/>
                <a:cs typeface="Tahoma"/>
              </a:rPr>
              <a:t> </a:t>
            </a:r>
            <a:r>
              <a:rPr sz="1200" dirty="0">
                <a:solidFill>
                  <a:srgbClr val="538235"/>
                </a:solidFill>
                <a:latin typeface="Tahoma"/>
                <a:cs typeface="Tahoma"/>
              </a:rPr>
              <a:t>&lt;</a:t>
            </a:r>
            <a:r>
              <a:rPr sz="1200" spc="-5" dirty="0">
                <a:solidFill>
                  <a:srgbClr val="538235"/>
                </a:solidFill>
                <a:latin typeface="Tahoma"/>
                <a:cs typeface="Tahoma"/>
              </a:rPr>
              <a:t> </a:t>
            </a:r>
            <a:r>
              <a:rPr sz="1200" dirty="0">
                <a:solidFill>
                  <a:srgbClr val="538235"/>
                </a:solidFill>
                <a:latin typeface="Tahoma"/>
                <a:cs typeface="Tahoma"/>
              </a:rPr>
              <a:t>a</a:t>
            </a:r>
            <a:r>
              <a:rPr sz="1200" spc="-30" dirty="0">
                <a:solidFill>
                  <a:srgbClr val="538235"/>
                </a:solidFill>
                <a:latin typeface="Tahoma"/>
                <a:cs typeface="Tahoma"/>
              </a:rPr>
              <a:t> </a:t>
            </a:r>
            <a:r>
              <a:rPr sz="1200" dirty="0">
                <a:solidFill>
                  <a:srgbClr val="538235"/>
                </a:solidFill>
                <a:latin typeface="Tahoma"/>
                <a:cs typeface="Tahoma"/>
              </a:rPr>
              <a:t>&lt;</a:t>
            </a:r>
            <a:r>
              <a:rPr sz="1200" spc="-10" dirty="0">
                <a:solidFill>
                  <a:srgbClr val="538235"/>
                </a:solidFill>
                <a:latin typeface="Tahoma"/>
                <a:cs typeface="Tahoma"/>
              </a:rPr>
              <a:t> </a:t>
            </a:r>
            <a:r>
              <a:rPr sz="1200" spc="-5" dirty="0">
                <a:solidFill>
                  <a:srgbClr val="538235"/>
                </a:solidFill>
                <a:latin typeface="Tahoma"/>
                <a:cs typeface="Tahoma"/>
              </a:rPr>
              <a:t>n-1;</a:t>
            </a:r>
            <a:endParaRPr sz="1200" dirty="0">
              <a:latin typeface="Tahoma"/>
              <a:cs typeface="Tahoma"/>
            </a:endParaRPr>
          </a:p>
          <a:p>
            <a:pPr marL="233679" indent="-170815">
              <a:lnSpc>
                <a:spcPct val="100000"/>
              </a:lnSpc>
              <a:spcBef>
                <a:spcPts val="710"/>
              </a:spcBef>
              <a:buAutoNum type="arabicPeriod"/>
              <a:tabLst>
                <a:tab pos="234315" algn="l"/>
              </a:tabLst>
            </a:pPr>
            <a:r>
              <a:rPr sz="1200" spc="-10" dirty="0">
                <a:solidFill>
                  <a:srgbClr val="538235"/>
                </a:solidFill>
                <a:latin typeface="Tahoma"/>
                <a:cs typeface="Tahoma"/>
              </a:rPr>
              <a:t>if</a:t>
            </a:r>
            <a:r>
              <a:rPr sz="1200"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q</a:t>
            </a:r>
            <a:r>
              <a:rPr sz="1200" spc="187" baseline="24305" dirty="0">
                <a:solidFill>
                  <a:srgbClr val="538235"/>
                </a:solidFill>
                <a:latin typeface="Tahoma"/>
                <a:cs typeface="Tahoma"/>
              </a:rPr>
              <a:t> </a:t>
            </a:r>
            <a:r>
              <a:rPr sz="1200" dirty="0">
                <a:solidFill>
                  <a:srgbClr val="538235"/>
                </a:solidFill>
                <a:latin typeface="Tahoma"/>
                <a:cs typeface="Tahoma"/>
              </a:rPr>
              <a:t>mod n</a:t>
            </a:r>
            <a:r>
              <a:rPr sz="1200" spc="-2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1</a:t>
            </a:r>
            <a:r>
              <a:rPr sz="1200" spc="-30" dirty="0">
                <a:solidFill>
                  <a:srgbClr val="538235"/>
                </a:solidFill>
                <a:latin typeface="Tahoma"/>
                <a:cs typeface="Tahoma"/>
              </a:rPr>
              <a:t> </a:t>
            </a:r>
            <a:r>
              <a:rPr sz="1200" dirty="0">
                <a:solidFill>
                  <a:srgbClr val="538235"/>
                </a:solidFill>
                <a:latin typeface="Tahoma"/>
                <a:cs typeface="Tahoma"/>
              </a:rPr>
              <a:t>then</a:t>
            </a:r>
            <a:r>
              <a:rPr sz="1200" spc="5" dirty="0">
                <a:solidFill>
                  <a:srgbClr val="538235"/>
                </a:solidFill>
                <a:latin typeface="Tahoma"/>
                <a:cs typeface="Tahoma"/>
              </a:rPr>
              <a:t> </a:t>
            </a:r>
            <a:r>
              <a:rPr sz="1200" spc="-5" dirty="0">
                <a:solidFill>
                  <a:srgbClr val="538235"/>
                </a:solidFill>
                <a:latin typeface="Tahoma"/>
                <a:cs typeface="Tahoma"/>
              </a:rPr>
              <a:t>return</a:t>
            </a:r>
            <a:r>
              <a:rPr sz="1200" spc="30" dirty="0">
                <a:solidFill>
                  <a:srgbClr val="538235"/>
                </a:solidFill>
                <a:latin typeface="Tahoma"/>
                <a:cs typeface="Tahoma"/>
              </a:rPr>
              <a:t> </a:t>
            </a:r>
            <a:r>
              <a:rPr sz="1200" spc="-5" dirty="0">
                <a:solidFill>
                  <a:srgbClr val="538235"/>
                </a:solidFill>
                <a:latin typeface="Tahoma"/>
                <a:cs typeface="Tahoma"/>
              </a:rPr>
              <a:t>(“inconclusive”);</a:t>
            </a:r>
            <a:endParaRPr sz="1200" dirty="0">
              <a:latin typeface="Tahoma"/>
              <a:cs typeface="Tahoma"/>
            </a:endParaRPr>
          </a:p>
          <a:p>
            <a:pPr marL="233679" indent="-170815">
              <a:lnSpc>
                <a:spcPct val="100000"/>
              </a:lnSpc>
              <a:spcBef>
                <a:spcPts val="720"/>
              </a:spcBef>
              <a:buAutoNum type="arabicPeriod"/>
              <a:tabLst>
                <a:tab pos="234315" algn="l"/>
              </a:tabLst>
            </a:pPr>
            <a:r>
              <a:rPr sz="1200" spc="-5" dirty="0">
                <a:solidFill>
                  <a:srgbClr val="538235"/>
                </a:solidFill>
                <a:latin typeface="Tahoma"/>
                <a:cs typeface="Tahoma"/>
              </a:rPr>
              <a:t>for</a:t>
            </a:r>
            <a:r>
              <a:rPr sz="1200" spc="-10" dirty="0">
                <a:solidFill>
                  <a:srgbClr val="538235"/>
                </a:solidFill>
                <a:latin typeface="Tahoma"/>
                <a:cs typeface="Tahoma"/>
              </a:rPr>
              <a:t> </a:t>
            </a:r>
            <a:r>
              <a:rPr sz="1200" dirty="0">
                <a:solidFill>
                  <a:srgbClr val="538235"/>
                </a:solidFill>
                <a:latin typeface="Tahoma"/>
                <a:cs typeface="Tahoma"/>
              </a:rPr>
              <a:t>j</a:t>
            </a:r>
            <a:r>
              <a:rPr sz="1200" spc="-2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0</a:t>
            </a:r>
            <a:r>
              <a:rPr sz="1200" spc="-10" dirty="0">
                <a:solidFill>
                  <a:srgbClr val="538235"/>
                </a:solidFill>
                <a:latin typeface="Tahoma"/>
                <a:cs typeface="Tahoma"/>
              </a:rPr>
              <a:t> </a:t>
            </a:r>
            <a:r>
              <a:rPr sz="1200" dirty="0">
                <a:solidFill>
                  <a:srgbClr val="538235"/>
                </a:solidFill>
                <a:latin typeface="Tahoma"/>
                <a:cs typeface="Tahoma"/>
              </a:rPr>
              <a:t>to</a:t>
            </a:r>
            <a:r>
              <a:rPr sz="1200" spc="-30" dirty="0">
                <a:solidFill>
                  <a:srgbClr val="538235"/>
                </a:solidFill>
                <a:latin typeface="Tahoma"/>
                <a:cs typeface="Tahoma"/>
              </a:rPr>
              <a:t> </a:t>
            </a:r>
            <a:r>
              <a:rPr sz="1200" dirty="0">
                <a:solidFill>
                  <a:srgbClr val="538235"/>
                </a:solidFill>
                <a:latin typeface="Tahoma"/>
                <a:cs typeface="Tahoma"/>
              </a:rPr>
              <a:t>k </a:t>
            </a:r>
            <a:r>
              <a:rPr sz="1200" spc="-5" dirty="0">
                <a:solidFill>
                  <a:srgbClr val="538235"/>
                </a:solidFill>
                <a:latin typeface="Tahoma"/>
                <a:cs typeface="Tahoma"/>
              </a:rPr>
              <a:t>-1</a:t>
            </a:r>
            <a:r>
              <a:rPr sz="1200" spc="-10" dirty="0">
                <a:solidFill>
                  <a:srgbClr val="538235"/>
                </a:solidFill>
                <a:latin typeface="Tahoma"/>
                <a:cs typeface="Tahoma"/>
              </a:rPr>
              <a:t> </a:t>
            </a:r>
            <a:r>
              <a:rPr sz="1200" spc="5" dirty="0">
                <a:solidFill>
                  <a:srgbClr val="538235"/>
                </a:solidFill>
                <a:latin typeface="Tahoma"/>
                <a:cs typeface="Tahoma"/>
              </a:rPr>
              <a:t>do</a:t>
            </a:r>
            <a:endParaRPr sz="1200" dirty="0">
              <a:latin typeface="Tahoma"/>
              <a:cs typeface="Tahoma"/>
            </a:endParaRPr>
          </a:p>
          <a:p>
            <a:pPr marL="233679" indent="-170815">
              <a:lnSpc>
                <a:spcPct val="100000"/>
              </a:lnSpc>
              <a:spcBef>
                <a:spcPts val="720"/>
              </a:spcBef>
              <a:buAutoNum type="arabicPeriod"/>
              <a:tabLst>
                <a:tab pos="234315" algn="l"/>
              </a:tabLst>
            </a:pPr>
            <a:r>
              <a:rPr sz="1200" spc="-10" dirty="0">
                <a:solidFill>
                  <a:srgbClr val="538235"/>
                </a:solidFill>
                <a:latin typeface="Tahoma"/>
                <a:cs typeface="Tahoma"/>
              </a:rPr>
              <a:t>if</a:t>
            </a:r>
            <a:r>
              <a:rPr sz="1200" spc="10"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2jq</a:t>
            </a:r>
            <a:r>
              <a:rPr sz="1200" spc="240" baseline="24305" dirty="0">
                <a:solidFill>
                  <a:srgbClr val="538235"/>
                </a:solidFill>
                <a:latin typeface="Tahoma"/>
                <a:cs typeface="Tahoma"/>
              </a:rPr>
              <a:t> </a:t>
            </a:r>
            <a:r>
              <a:rPr sz="1200" spc="-5" dirty="0">
                <a:solidFill>
                  <a:srgbClr val="538235"/>
                </a:solidFill>
                <a:latin typeface="Tahoma"/>
                <a:cs typeface="Tahoma"/>
              </a:rPr>
              <a:t>mod</a:t>
            </a:r>
            <a:r>
              <a:rPr sz="1200" spc="-10" dirty="0">
                <a:solidFill>
                  <a:srgbClr val="538235"/>
                </a:solidFill>
                <a:latin typeface="Tahoma"/>
                <a:cs typeface="Tahoma"/>
              </a:rPr>
              <a:t> </a:t>
            </a:r>
            <a:r>
              <a:rPr sz="1200" dirty="0">
                <a:solidFill>
                  <a:srgbClr val="538235"/>
                </a:solidFill>
                <a:latin typeface="Tahoma"/>
                <a:cs typeface="Tahoma"/>
              </a:rPr>
              <a:t>n</a:t>
            </a:r>
            <a:r>
              <a:rPr sz="1200" spc="1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n</a:t>
            </a:r>
            <a:r>
              <a:rPr sz="1200" spc="15" dirty="0">
                <a:solidFill>
                  <a:srgbClr val="538235"/>
                </a:solidFill>
                <a:latin typeface="Tahoma"/>
                <a:cs typeface="Tahoma"/>
              </a:rPr>
              <a:t> </a:t>
            </a:r>
            <a:r>
              <a:rPr sz="1200" spc="-5" dirty="0">
                <a:solidFill>
                  <a:srgbClr val="538235"/>
                </a:solidFill>
                <a:latin typeface="Tahoma"/>
                <a:cs typeface="Tahoma"/>
              </a:rPr>
              <a:t>-1</a:t>
            </a:r>
            <a:r>
              <a:rPr sz="1200" spc="5" dirty="0">
                <a:solidFill>
                  <a:srgbClr val="538235"/>
                </a:solidFill>
                <a:latin typeface="Tahoma"/>
                <a:cs typeface="Tahoma"/>
              </a:rPr>
              <a:t> </a:t>
            </a:r>
            <a:r>
              <a:rPr sz="1200" spc="-5" dirty="0">
                <a:solidFill>
                  <a:srgbClr val="538235"/>
                </a:solidFill>
                <a:latin typeface="Tahoma"/>
                <a:cs typeface="Tahoma"/>
              </a:rPr>
              <a:t>then</a:t>
            </a:r>
            <a:r>
              <a:rPr sz="1200" spc="15" dirty="0">
                <a:solidFill>
                  <a:srgbClr val="538235"/>
                </a:solidFill>
                <a:latin typeface="Tahoma"/>
                <a:cs typeface="Tahoma"/>
              </a:rPr>
              <a:t> </a:t>
            </a:r>
            <a:r>
              <a:rPr sz="1200" spc="-5" dirty="0">
                <a:solidFill>
                  <a:srgbClr val="538235"/>
                </a:solidFill>
                <a:latin typeface="Tahoma"/>
                <a:cs typeface="Tahoma"/>
              </a:rPr>
              <a:t>return</a:t>
            </a:r>
            <a:r>
              <a:rPr sz="1200" spc="15" dirty="0">
                <a:solidFill>
                  <a:srgbClr val="538235"/>
                </a:solidFill>
                <a:latin typeface="Tahoma"/>
                <a:cs typeface="Tahoma"/>
              </a:rPr>
              <a:t> </a:t>
            </a:r>
            <a:r>
              <a:rPr sz="1200" spc="-10" dirty="0">
                <a:solidFill>
                  <a:srgbClr val="538235"/>
                </a:solidFill>
                <a:latin typeface="Tahoma"/>
                <a:cs typeface="Tahoma"/>
              </a:rPr>
              <a:t>(“inconclusive”)</a:t>
            </a:r>
            <a:endParaRPr sz="1200" dirty="0">
              <a:latin typeface="Tahoma"/>
              <a:cs typeface="Tahoma"/>
            </a:endParaRPr>
          </a:p>
          <a:p>
            <a:pPr marL="233679" indent="-170815">
              <a:lnSpc>
                <a:spcPct val="100000"/>
              </a:lnSpc>
              <a:spcBef>
                <a:spcPts val="725"/>
              </a:spcBef>
              <a:buAutoNum type="arabicPeriod"/>
              <a:tabLst>
                <a:tab pos="234315" algn="l"/>
              </a:tabLst>
            </a:pPr>
            <a:r>
              <a:rPr sz="1200" spc="-5" dirty="0">
                <a:solidFill>
                  <a:srgbClr val="538235"/>
                </a:solidFill>
                <a:latin typeface="Tahoma"/>
                <a:cs typeface="Tahoma"/>
              </a:rPr>
              <a:t>return(“composite”);</a:t>
            </a:r>
            <a:endParaRPr sz="1200" dirty="0">
              <a:latin typeface="Tahoma"/>
              <a:cs typeface="Tahoma"/>
            </a:endParaRPr>
          </a:p>
          <a:p>
            <a:pPr marL="63500">
              <a:lnSpc>
                <a:spcPct val="100000"/>
              </a:lnSpc>
              <a:spcBef>
                <a:spcPts val="720"/>
              </a:spcBef>
            </a:pPr>
            <a:r>
              <a:rPr sz="1200" b="1" spc="-5" dirty="0">
                <a:solidFill>
                  <a:srgbClr val="538235"/>
                </a:solidFill>
                <a:latin typeface="Tahoma"/>
                <a:cs typeface="Tahoma"/>
              </a:rPr>
              <a:t>Example:</a:t>
            </a:r>
            <a:r>
              <a:rPr sz="1200" b="1" spc="-50" dirty="0">
                <a:solidFill>
                  <a:srgbClr val="538235"/>
                </a:solidFill>
                <a:latin typeface="Tahoma"/>
                <a:cs typeface="Tahoma"/>
              </a:rPr>
              <a:t> </a:t>
            </a:r>
            <a:r>
              <a:rPr sz="1200" b="1" spc="-5" dirty="0">
                <a:solidFill>
                  <a:srgbClr val="538235"/>
                </a:solidFill>
                <a:latin typeface="Tahoma"/>
                <a:cs typeface="Tahoma"/>
              </a:rPr>
              <a:t>n=29</a:t>
            </a:r>
            <a:endParaRPr sz="1200" dirty="0">
              <a:latin typeface="Tahoma"/>
              <a:cs typeface="Tahoma"/>
            </a:endParaRPr>
          </a:p>
          <a:p>
            <a:pPr marL="63500" marR="2409825">
              <a:lnSpc>
                <a:spcPts val="2160"/>
              </a:lnSpc>
              <a:spcBef>
                <a:spcPts val="190"/>
              </a:spcBef>
              <a:tabLst>
                <a:tab pos="1435100" algn="l"/>
              </a:tabLst>
            </a:pPr>
            <a:r>
              <a:rPr sz="1200" spc="-5" dirty="0">
                <a:solidFill>
                  <a:srgbClr val="538235"/>
                </a:solidFill>
                <a:latin typeface="Tahoma"/>
                <a:cs typeface="Tahoma"/>
              </a:rPr>
              <a:t>n-1</a:t>
            </a:r>
            <a:r>
              <a:rPr sz="1200" dirty="0">
                <a:solidFill>
                  <a:srgbClr val="538235"/>
                </a:solidFill>
                <a:latin typeface="Tahoma"/>
                <a:cs typeface="Tahoma"/>
              </a:rPr>
              <a:t> =</a:t>
            </a:r>
            <a:r>
              <a:rPr sz="1200" spc="5" dirty="0">
                <a:solidFill>
                  <a:srgbClr val="538235"/>
                </a:solidFill>
                <a:latin typeface="Tahoma"/>
                <a:cs typeface="Tahoma"/>
              </a:rPr>
              <a:t> </a:t>
            </a:r>
            <a:r>
              <a:rPr sz="1200" spc="-5" dirty="0">
                <a:solidFill>
                  <a:srgbClr val="538235"/>
                </a:solidFill>
                <a:latin typeface="Tahoma"/>
                <a:cs typeface="Tahoma"/>
              </a:rPr>
              <a:t>28</a:t>
            </a:r>
            <a:r>
              <a:rPr sz="1200" dirty="0">
                <a:solidFill>
                  <a:srgbClr val="538235"/>
                </a:solidFill>
                <a:latin typeface="Tahoma"/>
                <a:cs typeface="Tahoma"/>
              </a:rPr>
              <a:t> =</a:t>
            </a:r>
            <a:r>
              <a:rPr sz="1200" spc="5" dirty="0">
                <a:solidFill>
                  <a:srgbClr val="538235"/>
                </a:solidFill>
                <a:latin typeface="Tahoma"/>
                <a:cs typeface="Tahoma"/>
              </a:rPr>
              <a:t> </a:t>
            </a:r>
            <a:r>
              <a:rPr sz="1200" spc="-10" dirty="0">
                <a:solidFill>
                  <a:srgbClr val="538235"/>
                </a:solidFill>
                <a:latin typeface="Tahoma"/>
                <a:cs typeface="Tahoma"/>
              </a:rPr>
              <a:t>2</a:t>
            </a:r>
            <a:r>
              <a:rPr sz="1200" spc="-15" baseline="24305" dirty="0">
                <a:solidFill>
                  <a:srgbClr val="538235"/>
                </a:solidFill>
                <a:latin typeface="Tahoma"/>
                <a:cs typeface="Tahoma"/>
              </a:rPr>
              <a:t>2</a:t>
            </a:r>
            <a:r>
              <a:rPr sz="1200" spc="195" baseline="2430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7	</a:t>
            </a:r>
            <a:r>
              <a:rPr sz="1200" spc="-5" dirty="0">
                <a:solidFill>
                  <a:srgbClr val="538235"/>
                </a:solidFill>
                <a:latin typeface="Tahoma"/>
                <a:cs typeface="Tahoma"/>
              </a:rPr>
              <a:t>where</a:t>
            </a:r>
            <a:r>
              <a:rPr sz="1200" spc="15" dirty="0">
                <a:solidFill>
                  <a:srgbClr val="538235"/>
                </a:solidFill>
                <a:latin typeface="Tahoma"/>
                <a:cs typeface="Tahoma"/>
              </a:rPr>
              <a:t> </a:t>
            </a:r>
            <a:r>
              <a:rPr sz="1200" spc="-5" dirty="0">
                <a:solidFill>
                  <a:srgbClr val="538235"/>
                </a:solidFill>
                <a:latin typeface="Tahoma"/>
                <a:cs typeface="Tahoma"/>
              </a:rPr>
              <a:t>k=2</a:t>
            </a:r>
            <a:r>
              <a:rPr sz="1200" spc="-10" dirty="0">
                <a:solidFill>
                  <a:srgbClr val="538235"/>
                </a:solidFill>
                <a:latin typeface="Tahoma"/>
                <a:cs typeface="Tahoma"/>
              </a:rPr>
              <a:t> </a:t>
            </a:r>
            <a:r>
              <a:rPr sz="1200" spc="-5" dirty="0">
                <a:solidFill>
                  <a:srgbClr val="538235"/>
                </a:solidFill>
                <a:latin typeface="Tahoma"/>
                <a:cs typeface="Tahoma"/>
              </a:rPr>
              <a:t>and</a:t>
            </a:r>
            <a:r>
              <a:rPr sz="1200" spc="-15" dirty="0">
                <a:solidFill>
                  <a:srgbClr val="538235"/>
                </a:solidFill>
                <a:latin typeface="Tahoma"/>
                <a:cs typeface="Tahoma"/>
              </a:rPr>
              <a:t> </a:t>
            </a:r>
            <a:r>
              <a:rPr sz="1200" spc="-30" dirty="0">
                <a:solidFill>
                  <a:srgbClr val="538235"/>
                </a:solidFill>
                <a:latin typeface="Tahoma"/>
                <a:cs typeface="Tahoma"/>
              </a:rPr>
              <a:t>q=7.</a:t>
            </a:r>
            <a:r>
              <a:rPr sz="1200" spc="15" dirty="0">
                <a:solidFill>
                  <a:srgbClr val="538235"/>
                </a:solidFill>
                <a:latin typeface="Tahoma"/>
                <a:cs typeface="Tahoma"/>
              </a:rPr>
              <a:t> </a:t>
            </a:r>
            <a:r>
              <a:rPr sz="1200" spc="-5" dirty="0">
                <a:solidFill>
                  <a:srgbClr val="538235"/>
                </a:solidFill>
                <a:latin typeface="Tahoma"/>
                <a:cs typeface="Tahoma"/>
              </a:rPr>
              <a:t>Let</a:t>
            </a:r>
            <a:r>
              <a:rPr sz="1200" spc="-20" dirty="0">
                <a:solidFill>
                  <a:srgbClr val="538235"/>
                </a:solidFill>
                <a:latin typeface="Tahoma"/>
                <a:cs typeface="Tahoma"/>
              </a:rPr>
              <a:t> </a:t>
            </a:r>
            <a:r>
              <a:rPr sz="1200" spc="-10" dirty="0">
                <a:solidFill>
                  <a:srgbClr val="538235"/>
                </a:solidFill>
                <a:latin typeface="Tahoma"/>
                <a:cs typeface="Tahoma"/>
              </a:rPr>
              <a:t>a=2. </a:t>
            </a:r>
            <a:r>
              <a:rPr sz="1200" spc="-360" dirty="0">
                <a:solidFill>
                  <a:srgbClr val="538235"/>
                </a:solidFill>
                <a:latin typeface="Tahoma"/>
                <a:cs typeface="Tahoma"/>
              </a:rPr>
              <a:t> </a:t>
            </a:r>
            <a:r>
              <a:rPr sz="1200" spc="-40" dirty="0">
                <a:solidFill>
                  <a:srgbClr val="538235"/>
                </a:solidFill>
                <a:latin typeface="Tahoma"/>
                <a:cs typeface="Tahoma"/>
              </a:rPr>
              <a:t>Test</a:t>
            </a:r>
            <a:r>
              <a:rPr sz="1200" spc="10" dirty="0">
                <a:solidFill>
                  <a:srgbClr val="538235"/>
                </a:solidFill>
                <a:latin typeface="Tahoma"/>
                <a:cs typeface="Tahoma"/>
              </a:rPr>
              <a:t> </a:t>
            </a:r>
            <a:r>
              <a:rPr sz="1200" spc="-5" dirty="0">
                <a:solidFill>
                  <a:srgbClr val="538235"/>
                </a:solidFill>
                <a:latin typeface="Tahoma"/>
                <a:cs typeface="Tahoma"/>
              </a:rPr>
              <a:t>1:</a:t>
            </a:r>
            <a:r>
              <a:rPr sz="1200" spc="15" dirty="0">
                <a:solidFill>
                  <a:srgbClr val="538235"/>
                </a:solidFill>
                <a:latin typeface="Tahoma"/>
                <a:cs typeface="Tahoma"/>
              </a:rPr>
              <a:t> </a:t>
            </a:r>
            <a:r>
              <a:rPr sz="1200" spc="-65" dirty="0">
                <a:solidFill>
                  <a:srgbClr val="538235"/>
                </a:solidFill>
                <a:latin typeface="Tahoma"/>
                <a:cs typeface="Tahoma"/>
              </a:rPr>
              <a:t>To</a:t>
            </a:r>
            <a:r>
              <a:rPr sz="1200" dirty="0">
                <a:solidFill>
                  <a:srgbClr val="538235"/>
                </a:solidFill>
                <a:latin typeface="Tahoma"/>
                <a:cs typeface="Tahoma"/>
              </a:rPr>
              <a:t> </a:t>
            </a:r>
            <a:r>
              <a:rPr sz="1200" spc="-5" dirty="0">
                <a:solidFill>
                  <a:srgbClr val="538235"/>
                </a:solidFill>
                <a:latin typeface="Tahoma"/>
                <a:cs typeface="Tahoma"/>
              </a:rPr>
              <a:t>check</a:t>
            </a:r>
            <a:r>
              <a:rPr sz="1200" spc="10" dirty="0">
                <a:solidFill>
                  <a:srgbClr val="538235"/>
                </a:solidFill>
                <a:latin typeface="Tahoma"/>
                <a:cs typeface="Tahoma"/>
              </a:rPr>
              <a:t> </a:t>
            </a:r>
            <a:r>
              <a:rPr sz="1200" spc="-5" dirty="0">
                <a:solidFill>
                  <a:srgbClr val="538235"/>
                </a:solidFill>
                <a:latin typeface="Tahoma"/>
                <a:cs typeface="Tahoma"/>
              </a:rPr>
              <a:t>if</a:t>
            </a:r>
            <a:r>
              <a:rPr sz="1200" spc="5"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q</a:t>
            </a:r>
            <a:r>
              <a:rPr sz="1200" spc="187" baseline="24305"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dirty="0">
                <a:solidFill>
                  <a:srgbClr val="538235"/>
                </a:solidFill>
                <a:latin typeface="Tahoma"/>
                <a:cs typeface="Tahoma"/>
              </a:rPr>
              <a:t>n</a:t>
            </a:r>
            <a:r>
              <a:rPr sz="1200" spc="10" dirty="0">
                <a:solidFill>
                  <a:srgbClr val="538235"/>
                </a:solidFill>
                <a:latin typeface="Tahoma"/>
                <a:cs typeface="Tahoma"/>
              </a:rPr>
              <a:t> </a:t>
            </a:r>
            <a:r>
              <a:rPr sz="1200" dirty="0">
                <a:solidFill>
                  <a:srgbClr val="538235"/>
                </a:solidFill>
                <a:latin typeface="Tahoma"/>
                <a:cs typeface="Tahoma"/>
              </a:rPr>
              <a:t>= 1</a:t>
            </a:r>
            <a:endParaRPr sz="1200" dirty="0">
              <a:latin typeface="Tahoma"/>
              <a:cs typeface="Tahoma"/>
            </a:endParaRPr>
          </a:p>
          <a:p>
            <a:pPr marL="63500">
              <a:lnSpc>
                <a:spcPct val="100000"/>
              </a:lnSpc>
              <a:spcBef>
                <a:spcPts val="530"/>
              </a:spcBef>
            </a:pPr>
            <a:r>
              <a:rPr sz="1200" spc="-10" dirty="0">
                <a:solidFill>
                  <a:srgbClr val="538235"/>
                </a:solidFill>
                <a:latin typeface="Tahoma"/>
                <a:cs typeface="Tahoma"/>
              </a:rPr>
              <a:t>2</a:t>
            </a:r>
            <a:r>
              <a:rPr sz="1200" spc="-15" baseline="24305" dirty="0">
                <a:solidFill>
                  <a:srgbClr val="538235"/>
                </a:solidFill>
                <a:latin typeface="Tahoma"/>
                <a:cs typeface="Tahoma"/>
              </a:rPr>
              <a:t>7</a:t>
            </a:r>
            <a:r>
              <a:rPr sz="1200" spc="187" baseline="2430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10" dirty="0">
                <a:solidFill>
                  <a:srgbClr val="538235"/>
                </a:solidFill>
                <a:latin typeface="Tahoma"/>
                <a:cs typeface="Tahoma"/>
              </a:rPr>
              <a:t>128</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12 </a:t>
            </a:r>
            <a:r>
              <a:rPr sz="1200" dirty="0">
                <a:solidFill>
                  <a:srgbClr val="538235"/>
                </a:solidFill>
                <a:latin typeface="Cambria Math"/>
                <a:cs typeface="Cambria Math"/>
              </a:rPr>
              <a:t>≢</a:t>
            </a:r>
            <a:r>
              <a:rPr sz="1200" spc="105" dirty="0">
                <a:solidFill>
                  <a:srgbClr val="538235"/>
                </a:solidFill>
                <a:latin typeface="Cambria Math"/>
                <a:cs typeface="Cambria Math"/>
              </a:rPr>
              <a:t> </a:t>
            </a:r>
            <a:r>
              <a:rPr sz="1200" dirty="0">
                <a:solidFill>
                  <a:srgbClr val="538235"/>
                </a:solidFill>
                <a:latin typeface="Tahoma"/>
                <a:cs typeface="Tahoma"/>
              </a:rPr>
              <a:t>1</a:t>
            </a:r>
            <a:r>
              <a:rPr sz="1200" spc="-5" dirty="0">
                <a:solidFill>
                  <a:srgbClr val="538235"/>
                </a:solidFill>
                <a:latin typeface="Tahoma"/>
                <a:cs typeface="Tahoma"/>
              </a:rPr>
              <a:t> </a:t>
            </a:r>
            <a:r>
              <a:rPr sz="1200" dirty="0">
                <a:solidFill>
                  <a:srgbClr val="538235"/>
                </a:solidFill>
                <a:latin typeface="Tahoma"/>
                <a:cs typeface="Tahoma"/>
              </a:rPr>
              <a:t>(So</a:t>
            </a:r>
            <a:r>
              <a:rPr sz="1200" spc="-25" dirty="0">
                <a:solidFill>
                  <a:srgbClr val="538235"/>
                </a:solidFill>
                <a:latin typeface="Tahoma"/>
                <a:cs typeface="Tahoma"/>
              </a:rPr>
              <a:t> </a:t>
            </a:r>
            <a:r>
              <a:rPr sz="1200" spc="-40" dirty="0">
                <a:solidFill>
                  <a:srgbClr val="538235"/>
                </a:solidFill>
                <a:latin typeface="Tahoma"/>
                <a:cs typeface="Tahoma"/>
              </a:rPr>
              <a:t>Test</a:t>
            </a:r>
            <a:r>
              <a:rPr sz="1200" spc="35" dirty="0">
                <a:solidFill>
                  <a:srgbClr val="538235"/>
                </a:solidFill>
                <a:latin typeface="Tahoma"/>
                <a:cs typeface="Tahoma"/>
              </a:rPr>
              <a:t> </a:t>
            </a:r>
            <a:r>
              <a:rPr sz="1200" dirty="0">
                <a:solidFill>
                  <a:srgbClr val="538235"/>
                </a:solidFill>
                <a:latin typeface="Tahoma"/>
                <a:cs typeface="Tahoma"/>
              </a:rPr>
              <a:t>1</a:t>
            </a:r>
            <a:r>
              <a:rPr sz="1200" spc="-30" dirty="0">
                <a:solidFill>
                  <a:srgbClr val="538235"/>
                </a:solidFill>
                <a:latin typeface="Tahoma"/>
                <a:cs typeface="Tahoma"/>
              </a:rPr>
              <a:t> </a:t>
            </a:r>
            <a:r>
              <a:rPr sz="1200" spc="-15" dirty="0">
                <a:solidFill>
                  <a:srgbClr val="538235"/>
                </a:solidFill>
                <a:latin typeface="Tahoma"/>
                <a:cs typeface="Tahoma"/>
              </a:rPr>
              <a:t>fails)</a:t>
            </a:r>
            <a:endParaRPr sz="1200" dirty="0">
              <a:latin typeface="Tahoma"/>
              <a:cs typeface="Tahoma"/>
            </a:endParaRPr>
          </a:p>
          <a:p>
            <a:pPr marL="63500" marR="1884680">
              <a:lnSpc>
                <a:spcPct val="150000"/>
              </a:lnSpc>
              <a:tabLst>
                <a:tab pos="2664460" algn="l"/>
              </a:tabLst>
            </a:pPr>
            <a:r>
              <a:rPr sz="1200" spc="-40" dirty="0">
                <a:solidFill>
                  <a:srgbClr val="538235"/>
                </a:solidFill>
                <a:latin typeface="Tahoma"/>
                <a:cs typeface="Tahoma"/>
              </a:rPr>
              <a:t>Test</a:t>
            </a:r>
            <a:r>
              <a:rPr sz="1200" spc="15" dirty="0">
                <a:solidFill>
                  <a:srgbClr val="538235"/>
                </a:solidFill>
                <a:latin typeface="Tahoma"/>
                <a:cs typeface="Tahoma"/>
              </a:rPr>
              <a:t> </a:t>
            </a:r>
            <a:r>
              <a:rPr sz="1200" spc="-5" dirty="0">
                <a:solidFill>
                  <a:srgbClr val="538235"/>
                </a:solidFill>
                <a:latin typeface="Tahoma"/>
                <a:cs typeface="Tahoma"/>
              </a:rPr>
              <a:t>2:</a:t>
            </a:r>
            <a:r>
              <a:rPr sz="1200" spc="20" dirty="0">
                <a:solidFill>
                  <a:srgbClr val="538235"/>
                </a:solidFill>
                <a:latin typeface="Tahoma"/>
                <a:cs typeface="Tahoma"/>
              </a:rPr>
              <a:t> </a:t>
            </a:r>
            <a:r>
              <a:rPr sz="1200" spc="-65" dirty="0">
                <a:solidFill>
                  <a:srgbClr val="538235"/>
                </a:solidFill>
                <a:latin typeface="Tahoma"/>
                <a:cs typeface="Tahoma"/>
              </a:rPr>
              <a:t>To</a:t>
            </a:r>
            <a:r>
              <a:rPr sz="1200" spc="5" dirty="0">
                <a:solidFill>
                  <a:srgbClr val="538235"/>
                </a:solidFill>
                <a:latin typeface="Tahoma"/>
                <a:cs typeface="Tahoma"/>
              </a:rPr>
              <a:t> </a:t>
            </a:r>
            <a:r>
              <a:rPr sz="1200" spc="-5" dirty="0">
                <a:solidFill>
                  <a:srgbClr val="538235"/>
                </a:solidFill>
                <a:latin typeface="Tahoma"/>
                <a:cs typeface="Tahoma"/>
              </a:rPr>
              <a:t>check</a:t>
            </a:r>
            <a:r>
              <a:rPr sz="1200" spc="15" dirty="0">
                <a:solidFill>
                  <a:srgbClr val="538235"/>
                </a:solidFill>
                <a:latin typeface="Tahoma"/>
                <a:cs typeface="Tahoma"/>
              </a:rPr>
              <a:t> </a:t>
            </a:r>
            <a:r>
              <a:rPr sz="1200" dirty="0">
                <a:solidFill>
                  <a:srgbClr val="538235"/>
                </a:solidFill>
                <a:latin typeface="Tahoma"/>
                <a:cs typeface="Tahoma"/>
              </a:rPr>
              <a:t>for</a:t>
            </a:r>
            <a:r>
              <a:rPr sz="1200" spc="-20" dirty="0">
                <a:solidFill>
                  <a:srgbClr val="538235"/>
                </a:solidFill>
                <a:latin typeface="Tahoma"/>
                <a:cs typeface="Tahoma"/>
              </a:rPr>
              <a:t> </a:t>
            </a:r>
            <a:r>
              <a:rPr sz="1200" dirty="0">
                <a:solidFill>
                  <a:srgbClr val="538235"/>
                </a:solidFill>
                <a:latin typeface="Tahoma"/>
                <a:cs typeface="Tahoma"/>
              </a:rPr>
              <a:t>j</a:t>
            </a:r>
            <a:r>
              <a:rPr sz="1200" spc="10" dirty="0">
                <a:solidFill>
                  <a:srgbClr val="538235"/>
                </a:solidFill>
                <a:latin typeface="Tahoma"/>
                <a:cs typeface="Tahoma"/>
              </a:rPr>
              <a:t> </a:t>
            </a:r>
            <a:r>
              <a:rPr sz="1200" dirty="0">
                <a:solidFill>
                  <a:srgbClr val="538235"/>
                </a:solidFill>
                <a:latin typeface="Tahoma"/>
                <a:cs typeface="Tahoma"/>
              </a:rPr>
              <a:t>= 0</a:t>
            </a:r>
            <a:r>
              <a:rPr sz="1200" spc="5" dirty="0">
                <a:solidFill>
                  <a:srgbClr val="538235"/>
                </a:solidFill>
                <a:latin typeface="Tahoma"/>
                <a:cs typeface="Tahoma"/>
              </a:rPr>
              <a:t> </a:t>
            </a:r>
            <a:r>
              <a:rPr sz="1200" dirty="0">
                <a:solidFill>
                  <a:srgbClr val="538235"/>
                </a:solidFill>
                <a:latin typeface="Tahoma"/>
                <a:cs typeface="Tahoma"/>
              </a:rPr>
              <a:t>to</a:t>
            </a:r>
            <a:r>
              <a:rPr sz="1200" spc="-20" dirty="0">
                <a:solidFill>
                  <a:srgbClr val="538235"/>
                </a:solidFill>
                <a:latin typeface="Tahoma"/>
                <a:cs typeface="Tahoma"/>
              </a:rPr>
              <a:t> </a:t>
            </a:r>
            <a:r>
              <a:rPr sz="1200" dirty="0">
                <a:solidFill>
                  <a:srgbClr val="538235"/>
                </a:solidFill>
                <a:latin typeface="Tahoma"/>
                <a:cs typeface="Tahoma"/>
              </a:rPr>
              <a:t>k</a:t>
            </a:r>
            <a:r>
              <a:rPr sz="1200" spc="15" dirty="0">
                <a:solidFill>
                  <a:srgbClr val="538235"/>
                </a:solidFill>
                <a:latin typeface="Tahoma"/>
                <a:cs typeface="Tahoma"/>
              </a:rPr>
              <a:t> </a:t>
            </a:r>
            <a:r>
              <a:rPr sz="1200" spc="-5" dirty="0">
                <a:solidFill>
                  <a:srgbClr val="538235"/>
                </a:solidFill>
                <a:latin typeface="Tahoma"/>
                <a:cs typeface="Tahoma"/>
              </a:rPr>
              <a:t>-1</a:t>
            </a:r>
            <a:r>
              <a:rPr sz="1200" dirty="0">
                <a:solidFill>
                  <a:srgbClr val="538235"/>
                </a:solidFill>
                <a:latin typeface="Tahoma"/>
                <a:cs typeface="Tahoma"/>
              </a:rPr>
              <a:t> do	</a:t>
            </a:r>
            <a:r>
              <a:rPr sz="1200" spc="-10" dirty="0">
                <a:solidFill>
                  <a:srgbClr val="538235"/>
                </a:solidFill>
                <a:latin typeface="Tahoma"/>
                <a:cs typeface="Tahoma"/>
              </a:rPr>
              <a:t>if</a:t>
            </a:r>
            <a:r>
              <a:rPr sz="1200"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2jq</a:t>
            </a:r>
            <a:r>
              <a:rPr sz="1200" spc="202" baseline="24305"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dirty="0">
                <a:solidFill>
                  <a:srgbClr val="538235"/>
                </a:solidFill>
                <a:latin typeface="Tahoma"/>
                <a:cs typeface="Tahoma"/>
              </a:rPr>
              <a:t>n</a:t>
            </a:r>
            <a:r>
              <a:rPr sz="1200" spc="-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n </a:t>
            </a:r>
            <a:r>
              <a:rPr sz="1200" spc="-5" dirty="0">
                <a:solidFill>
                  <a:srgbClr val="538235"/>
                </a:solidFill>
                <a:latin typeface="Tahoma"/>
                <a:cs typeface="Tahoma"/>
              </a:rPr>
              <a:t>-1 </a:t>
            </a:r>
            <a:r>
              <a:rPr sz="1200" spc="-360" dirty="0">
                <a:solidFill>
                  <a:srgbClr val="538235"/>
                </a:solidFill>
                <a:latin typeface="Tahoma"/>
                <a:cs typeface="Tahoma"/>
              </a:rPr>
              <a:t> </a:t>
            </a:r>
            <a:r>
              <a:rPr sz="1200" spc="-10" dirty="0">
                <a:solidFill>
                  <a:srgbClr val="538235"/>
                </a:solidFill>
                <a:latin typeface="Tahoma"/>
                <a:cs typeface="Tahoma"/>
              </a:rPr>
              <a:t>j=0,</a:t>
            </a:r>
            <a:r>
              <a:rPr sz="1200" dirty="0">
                <a:solidFill>
                  <a:srgbClr val="538235"/>
                </a:solidFill>
                <a:latin typeface="Tahoma"/>
                <a:cs typeface="Tahoma"/>
              </a:rPr>
              <a:t> </a:t>
            </a:r>
            <a:r>
              <a:rPr sz="1200" spc="-10" dirty="0">
                <a:solidFill>
                  <a:srgbClr val="538235"/>
                </a:solidFill>
                <a:latin typeface="Tahoma"/>
                <a:cs typeface="Tahoma"/>
              </a:rPr>
              <a:t>2</a:t>
            </a:r>
            <a:r>
              <a:rPr sz="1200" spc="-15" baseline="24305" dirty="0">
                <a:solidFill>
                  <a:srgbClr val="538235"/>
                </a:solidFill>
                <a:latin typeface="Tahoma"/>
                <a:cs typeface="Tahoma"/>
              </a:rPr>
              <a:t>1×7</a:t>
            </a:r>
            <a:r>
              <a:rPr sz="1200" spc="52" baseline="24305"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spc="-5" dirty="0">
                <a:solidFill>
                  <a:srgbClr val="538235"/>
                </a:solidFill>
                <a:latin typeface="Tahoma"/>
                <a:cs typeface="Tahoma"/>
              </a:rPr>
              <a:t>29</a:t>
            </a:r>
            <a:r>
              <a:rPr sz="1200" dirty="0">
                <a:solidFill>
                  <a:srgbClr val="538235"/>
                </a:solidFill>
                <a:latin typeface="Tahoma"/>
                <a:cs typeface="Tahoma"/>
              </a:rPr>
              <a:t> = </a:t>
            </a:r>
            <a:r>
              <a:rPr sz="1200" spc="-10" dirty="0">
                <a:solidFill>
                  <a:srgbClr val="538235"/>
                </a:solidFill>
                <a:latin typeface="Tahoma"/>
                <a:cs typeface="Tahoma"/>
              </a:rPr>
              <a:t>2</a:t>
            </a:r>
            <a:r>
              <a:rPr sz="1200" spc="-15" baseline="24305" dirty="0">
                <a:solidFill>
                  <a:srgbClr val="538235"/>
                </a:solidFill>
                <a:latin typeface="Tahoma"/>
                <a:cs typeface="Tahoma"/>
              </a:rPr>
              <a:t>7</a:t>
            </a:r>
            <a:r>
              <a:rPr sz="1200" spc="187" baseline="24305"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spc="-5" dirty="0">
                <a:solidFill>
                  <a:srgbClr val="538235"/>
                </a:solidFill>
                <a:latin typeface="Tahoma"/>
                <a:cs typeface="Tahoma"/>
              </a:rPr>
              <a:t>29</a:t>
            </a:r>
            <a:r>
              <a:rPr sz="1200" spc="-30"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12</a:t>
            </a:r>
            <a:r>
              <a:rPr sz="1200" dirty="0">
                <a:solidFill>
                  <a:srgbClr val="538235"/>
                </a:solidFill>
                <a:latin typeface="Tahoma"/>
                <a:cs typeface="Tahoma"/>
              </a:rPr>
              <a:t> ≠</a:t>
            </a:r>
            <a:r>
              <a:rPr sz="1200" spc="-5" dirty="0">
                <a:solidFill>
                  <a:srgbClr val="538235"/>
                </a:solidFill>
                <a:latin typeface="Tahoma"/>
                <a:cs typeface="Tahoma"/>
              </a:rPr>
              <a:t> </a:t>
            </a:r>
            <a:r>
              <a:rPr sz="1200" spc="-10" dirty="0">
                <a:solidFill>
                  <a:srgbClr val="538235"/>
                </a:solidFill>
                <a:latin typeface="Tahoma"/>
                <a:cs typeface="Tahoma"/>
              </a:rPr>
              <a:t>28</a:t>
            </a:r>
            <a:endParaRPr sz="1200" dirty="0">
              <a:latin typeface="Tahoma"/>
              <a:cs typeface="Tahoma"/>
            </a:endParaRPr>
          </a:p>
          <a:p>
            <a:pPr marL="63500" marR="1788160">
              <a:lnSpc>
                <a:spcPct val="150000"/>
              </a:lnSpc>
              <a:spcBef>
                <a:spcPts val="5"/>
              </a:spcBef>
            </a:pPr>
            <a:r>
              <a:rPr sz="1200" spc="-5" dirty="0">
                <a:solidFill>
                  <a:srgbClr val="538235"/>
                </a:solidFill>
                <a:latin typeface="Tahoma"/>
                <a:cs typeface="Tahoma"/>
              </a:rPr>
              <a:t>J=1, </a:t>
            </a:r>
            <a:r>
              <a:rPr sz="1200" spc="-10" dirty="0">
                <a:solidFill>
                  <a:srgbClr val="538235"/>
                </a:solidFill>
                <a:latin typeface="Tahoma"/>
                <a:cs typeface="Tahoma"/>
              </a:rPr>
              <a:t>2</a:t>
            </a:r>
            <a:r>
              <a:rPr sz="1200" spc="-15" baseline="24305" dirty="0">
                <a:solidFill>
                  <a:srgbClr val="538235"/>
                </a:solidFill>
                <a:latin typeface="Tahoma"/>
                <a:cs typeface="Tahoma"/>
              </a:rPr>
              <a:t>2×7 </a:t>
            </a:r>
            <a:r>
              <a:rPr sz="1200" dirty="0">
                <a:solidFill>
                  <a:srgbClr val="538235"/>
                </a:solidFill>
                <a:latin typeface="Tahoma"/>
                <a:cs typeface="Tahoma"/>
              </a:rPr>
              <a:t>mod </a:t>
            </a:r>
            <a:r>
              <a:rPr sz="1200" spc="-5" dirty="0">
                <a:solidFill>
                  <a:srgbClr val="538235"/>
                </a:solidFill>
                <a:latin typeface="Tahoma"/>
                <a:cs typeface="Tahoma"/>
              </a:rPr>
              <a:t>29 </a:t>
            </a:r>
            <a:r>
              <a:rPr sz="1200" dirty="0">
                <a:solidFill>
                  <a:srgbClr val="538235"/>
                </a:solidFill>
                <a:latin typeface="Tahoma"/>
                <a:cs typeface="Tahoma"/>
              </a:rPr>
              <a:t>= </a:t>
            </a:r>
            <a:r>
              <a:rPr sz="1200" spc="-10" dirty="0">
                <a:solidFill>
                  <a:srgbClr val="538235"/>
                </a:solidFill>
                <a:latin typeface="Tahoma"/>
                <a:cs typeface="Tahoma"/>
              </a:rPr>
              <a:t>2</a:t>
            </a:r>
            <a:r>
              <a:rPr sz="1200" spc="-15" baseline="24305" dirty="0">
                <a:solidFill>
                  <a:srgbClr val="538235"/>
                </a:solidFill>
                <a:latin typeface="Tahoma"/>
                <a:cs typeface="Tahoma"/>
              </a:rPr>
              <a:t>14</a:t>
            </a:r>
            <a:r>
              <a:rPr sz="1200" spc="-7" baseline="24305"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144 </a:t>
            </a:r>
            <a:r>
              <a:rPr sz="1200" dirty="0">
                <a:solidFill>
                  <a:srgbClr val="538235"/>
                </a:solidFill>
                <a:latin typeface="Tahoma"/>
                <a:cs typeface="Tahoma"/>
              </a:rPr>
              <a:t>≡ </a:t>
            </a:r>
            <a:r>
              <a:rPr sz="1200" spc="-5" dirty="0">
                <a:solidFill>
                  <a:srgbClr val="538235"/>
                </a:solidFill>
                <a:latin typeface="Tahoma"/>
                <a:cs typeface="Tahoma"/>
              </a:rPr>
              <a:t>28 </a:t>
            </a:r>
            <a:r>
              <a:rPr sz="1200" dirty="0">
                <a:solidFill>
                  <a:srgbClr val="538235"/>
                </a:solidFill>
                <a:latin typeface="Tahoma"/>
                <a:cs typeface="Tahoma"/>
              </a:rPr>
              <a:t>mod </a:t>
            </a:r>
            <a:r>
              <a:rPr sz="1200" spc="-5" dirty="0">
                <a:solidFill>
                  <a:srgbClr val="538235"/>
                </a:solidFill>
                <a:latin typeface="Tahoma"/>
                <a:cs typeface="Tahoma"/>
              </a:rPr>
              <a:t>29 </a:t>
            </a:r>
            <a:r>
              <a:rPr sz="1200" spc="-30" dirty="0">
                <a:solidFill>
                  <a:srgbClr val="538235"/>
                </a:solidFill>
                <a:latin typeface="Tahoma"/>
                <a:cs typeface="Tahoma"/>
              </a:rPr>
              <a:t>(Test </a:t>
            </a:r>
            <a:r>
              <a:rPr sz="1200" dirty="0">
                <a:solidFill>
                  <a:srgbClr val="538235"/>
                </a:solidFill>
                <a:latin typeface="Tahoma"/>
                <a:cs typeface="Tahoma"/>
              </a:rPr>
              <a:t>2 </a:t>
            </a:r>
            <a:r>
              <a:rPr sz="1200" spc="-10" dirty="0">
                <a:solidFill>
                  <a:srgbClr val="538235"/>
                </a:solidFill>
                <a:latin typeface="Tahoma"/>
                <a:cs typeface="Tahoma"/>
              </a:rPr>
              <a:t>passes) </a:t>
            </a:r>
            <a:r>
              <a:rPr sz="1200" spc="-360" dirty="0">
                <a:solidFill>
                  <a:srgbClr val="538235"/>
                </a:solidFill>
                <a:latin typeface="Tahoma"/>
                <a:cs typeface="Tahoma"/>
              </a:rPr>
              <a:t> </a:t>
            </a:r>
            <a:r>
              <a:rPr sz="1200" spc="-5" dirty="0">
                <a:solidFill>
                  <a:srgbClr val="538235"/>
                </a:solidFill>
                <a:latin typeface="Tahoma"/>
                <a:cs typeface="Tahoma"/>
              </a:rPr>
              <a:t>Therefore</a:t>
            </a:r>
            <a:r>
              <a:rPr sz="1200" spc="20" dirty="0">
                <a:solidFill>
                  <a:srgbClr val="538235"/>
                </a:solidFill>
                <a:latin typeface="Tahoma"/>
                <a:cs typeface="Tahoma"/>
              </a:rPr>
              <a:t> </a:t>
            </a:r>
            <a:r>
              <a:rPr sz="1200" spc="-5" dirty="0">
                <a:solidFill>
                  <a:srgbClr val="538235"/>
                </a:solidFill>
                <a:latin typeface="Tahoma"/>
                <a:cs typeface="Tahoma"/>
              </a:rPr>
              <a:t>29</a:t>
            </a:r>
            <a:r>
              <a:rPr sz="1200"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spc="-5" dirty="0">
                <a:solidFill>
                  <a:srgbClr val="538235"/>
                </a:solidFill>
                <a:latin typeface="Tahoma"/>
                <a:cs typeface="Tahoma"/>
              </a:rPr>
              <a:t>probably</a:t>
            </a:r>
            <a:r>
              <a:rPr sz="1200" spc="-20" dirty="0">
                <a:solidFill>
                  <a:srgbClr val="538235"/>
                </a:solidFill>
                <a:latin typeface="Tahoma"/>
                <a:cs typeface="Tahoma"/>
              </a:rPr>
              <a:t> </a:t>
            </a:r>
            <a:r>
              <a:rPr sz="1200" spc="-5" dirty="0">
                <a:solidFill>
                  <a:srgbClr val="538235"/>
                </a:solidFill>
                <a:latin typeface="Tahoma"/>
                <a:cs typeface="Tahoma"/>
              </a:rPr>
              <a:t>prime.</a:t>
            </a:r>
            <a:endParaRPr sz="1200" dirty="0">
              <a:latin typeface="Tahoma"/>
              <a:cs typeface="Tahoma"/>
            </a:endParaRPr>
          </a:p>
          <a:p>
            <a:pPr marL="63500">
              <a:lnSpc>
                <a:spcPct val="100000"/>
              </a:lnSpc>
              <a:spcBef>
                <a:spcPts val="720"/>
              </a:spcBef>
            </a:pPr>
            <a:r>
              <a:rPr sz="1200" spc="-5" dirty="0">
                <a:solidFill>
                  <a:srgbClr val="538235"/>
                </a:solidFill>
                <a:latin typeface="Tahoma"/>
                <a:cs typeface="Tahoma"/>
              </a:rPr>
              <a:t>Probability</a:t>
            </a:r>
            <a:r>
              <a:rPr sz="1200" spc="300" dirty="0">
                <a:solidFill>
                  <a:srgbClr val="538235"/>
                </a:solidFill>
                <a:latin typeface="Tahoma"/>
                <a:cs typeface="Tahoma"/>
              </a:rPr>
              <a:t> </a:t>
            </a:r>
            <a:r>
              <a:rPr sz="1200" spc="-5" dirty="0">
                <a:solidFill>
                  <a:srgbClr val="538235"/>
                </a:solidFill>
                <a:latin typeface="Tahoma"/>
                <a:cs typeface="Tahoma"/>
              </a:rPr>
              <a:t>of</a:t>
            </a:r>
            <a:r>
              <a:rPr sz="1200" spc="295" dirty="0">
                <a:solidFill>
                  <a:srgbClr val="538235"/>
                </a:solidFill>
                <a:latin typeface="Tahoma"/>
                <a:cs typeface="Tahoma"/>
              </a:rPr>
              <a:t> </a:t>
            </a:r>
            <a:r>
              <a:rPr sz="1200" dirty="0">
                <a:solidFill>
                  <a:srgbClr val="538235"/>
                </a:solidFill>
                <a:latin typeface="Tahoma"/>
                <a:cs typeface="Tahoma"/>
              </a:rPr>
              <a:t>a</a:t>
            </a:r>
            <a:r>
              <a:rPr sz="1200" spc="290" dirty="0">
                <a:solidFill>
                  <a:srgbClr val="538235"/>
                </a:solidFill>
                <a:latin typeface="Tahoma"/>
                <a:cs typeface="Tahoma"/>
              </a:rPr>
              <a:t> </a:t>
            </a:r>
            <a:r>
              <a:rPr sz="1200" spc="-5" dirty="0">
                <a:solidFill>
                  <a:srgbClr val="538235"/>
                </a:solidFill>
                <a:latin typeface="Tahoma"/>
                <a:cs typeface="Tahoma"/>
              </a:rPr>
              <a:t>composite</a:t>
            </a:r>
            <a:r>
              <a:rPr sz="1200" spc="290" dirty="0">
                <a:solidFill>
                  <a:srgbClr val="538235"/>
                </a:solidFill>
                <a:latin typeface="Tahoma"/>
                <a:cs typeface="Tahoma"/>
              </a:rPr>
              <a:t> </a:t>
            </a:r>
            <a:r>
              <a:rPr sz="1200" dirty="0">
                <a:solidFill>
                  <a:srgbClr val="538235"/>
                </a:solidFill>
                <a:latin typeface="Tahoma"/>
                <a:cs typeface="Tahoma"/>
              </a:rPr>
              <a:t>number</a:t>
            </a:r>
            <a:r>
              <a:rPr sz="1200" spc="300" dirty="0">
                <a:solidFill>
                  <a:srgbClr val="538235"/>
                </a:solidFill>
                <a:latin typeface="Tahoma"/>
                <a:cs typeface="Tahoma"/>
              </a:rPr>
              <a:t> </a:t>
            </a:r>
            <a:r>
              <a:rPr sz="1200" spc="-5" dirty="0">
                <a:solidFill>
                  <a:srgbClr val="538235"/>
                </a:solidFill>
                <a:latin typeface="Tahoma"/>
                <a:cs typeface="Tahoma"/>
              </a:rPr>
              <a:t>passing</a:t>
            </a:r>
            <a:r>
              <a:rPr sz="1200" spc="335" dirty="0">
                <a:solidFill>
                  <a:srgbClr val="538235"/>
                </a:solidFill>
                <a:latin typeface="Tahoma"/>
                <a:cs typeface="Tahoma"/>
              </a:rPr>
              <a:t> </a:t>
            </a:r>
            <a:r>
              <a:rPr sz="1200" spc="-5" dirty="0">
                <a:solidFill>
                  <a:srgbClr val="538235"/>
                </a:solidFill>
                <a:latin typeface="Tahoma"/>
                <a:cs typeface="Tahoma"/>
              </a:rPr>
              <a:t>Miller-Rabin</a:t>
            </a:r>
            <a:r>
              <a:rPr sz="1200" spc="300" dirty="0">
                <a:solidFill>
                  <a:srgbClr val="538235"/>
                </a:solidFill>
                <a:latin typeface="Tahoma"/>
                <a:cs typeface="Tahoma"/>
              </a:rPr>
              <a:t> </a:t>
            </a:r>
            <a:r>
              <a:rPr sz="1200" spc="-30" dirty="0">
                <a:solidFill>
                  <a:srgbClr val="538235"/>
                </a:solidFill>
                <a:latin typeface="Tahoma"/>
                <a:cs typeface="Tahoma"/>
              </a:rPr>
              <a:t>Test</a:t>
            </a:r>
            <a:r>
              <a:rPr sz="1200" spc="295" dirty="0">
                <a:solidFill>
                  <a:srgbClr val="538235"/>
                </a:solidFill>
                <a:latin typeface="Tahoma"/>
                <a:cs typeface="Tahoma"/>
              </a:rPr>
              <a:t> </a:t>
            </a:r>
            <a:r>
              <a:rPr sz="1200" spc="-10" dirty="0">
                <a:solidFill>
                  <a:srgbClr val="538235"/>
                </a:solidFill>
                <a:latin typeface="Tahoma"/>
                <a:cs typeface="Tahoma"/>
              </a:rPr>
              <a:t>is</a:t>
            </a:r>
            <a:r>
              <a:rPr sz="1200" spc="290" dirty="0">
                <a:solidFill>
                  <a:srgbClr val="538235"/>
                </a:solidFill>
                <a:latin typeface="Tahoma"/>
                <a:cs typeface="Tahoma"/>
              </a:rPr>
              <a:t> </a:t>
            </a:r>
            <a:r>
              <a:rPr sz="1200" dirty="0">
                <a:solidFill>
                  <a:srgbClr val="538235"/>
                </a:solidFill>
                <a:latin typeface="Tahoma"/>
                <a:cs typeface="Tahoma"/>
              </a:rPr>
              <a:t>(¼)</a:t>
            </a:r>
            <a:r>
              <a:rPr sz="1200" baseline="24305" dirty="0">
                <a:solidFill>
                  <a:srgbClr val="538235"/>
                </a:solidFill>
                <a:latin typeface="Tahoma"/>
                <a:cs typeface="Tahoma"/>
              </a:rPr>
              <a:t>t</a:t>
            </a:r>
            <a:r>
              <a:rPr sz="1200" dirty="0">
                <a:solidFill>
                  <a:srgbClr val="538235"/>
                </a:solidFill>
                <a:latin typeface="Tahoma"/>
                <a:cs typeface="Tahoma"/>
              </a:rPr>
              <a:t>,</a:t>
            </a:r>
            <a:r>
              <a:rPr sz="1200" spc="290" dirty="0">
                <a:solidFill>
                  <a:srgbClr val="538235"/>
                </a:solidFill>
                <a:latin typeface="Tahoma"/>
                <a:cs typeface="Tahoma"/>
              </a:rPr>
              <a:t> </a:t>
            </a:r>
            <a:r>
              <a:rPr sz="1200" dirty="0">
                <a:solidFill>
                  <a:srgbClr val="538235"/>
                </a:solidFill>
                <a:latin typeface="Tahoma"/>
                <a:cs typeface="Tahoma"/>
              </a:rPr>
              <a:t>where</a:t>
            </a:r>
            <a:r>
              <a:rPr sz="1200" spc="290" dirty="0">
                <a:solidFill>
                  <a:srgbClr val="538235"/>
                </a:solidFill>
                <a:latin typeface="Tahoma"/>
                <a:cs typeface="Tahoma"/>
              </a:rPr>
              <a:t> </a:t>
            </a:r>
            <a:r>
              <a:rPr sz="1200" dirty="0">
                <a:solidFill>
                  <a:srgbClr val="538235"/>
                </a:solidFill>
                <a:latin typeface="Tahoma"/>
                <a:cs typeface="Tahoma"/>
              </a:rPr>
              <a:t>t</a:t>
            </a:r>
            <a:r>
              <a:rPr sz="1200" spc="300" dirty="0">
                <a:solidFill>
                  <a:srgbClr val="538235"/>
                </a:solidFill>
                <a:latin typeface="Tahoma"/>
                <a:cs typeface="Tahoma"/>
              </a:rPr>
              <a:t> </a:t>
            </a:r>
            <a:r>
              <a:rPr sz="1200" spc="10" dirty="0">
                <a:solidFill>
                  <a:srgbClr val="538235"/>
                </a:solidFill>
                <a:latin typeface="Tahoma"/>
                <a:cs typeface="Tahoma"/>
              </a:rPr>
              <a:t>is</a:t>
            </a:r>
            <a:endParaRPr sz="1200" dirty="0">
              <a:latin typeface="Tahoma"/>
              <a:cs typeface="Tahoma"/>
            </a:endParaRPr>
          </a:p>
          <a:p>
            <a:pPr marL="63500">
              <a:lnSpc>
                <a:spcPct val="100000"/>
              </a:lnSpc>
              <a:spcBef>
                <a:spcPts val="720"/>
              </a:spcBef>
            </a:pPr>
            <a:r>
              <a:rPr sz="1200" dirty="0">
                <a:solidFill>
                  <a:srgbClr val="538235"/>
                </a:solidFill>
                <a:latin typeface="Tahoma"/>
                <a:cs typeface="Tahoma"/>
              </a:rPr>
              <a:t>number</a:t>
            </a:r>
            <a:r>
              <a:rPr sz="1200" spc="30" dirty="0">
                <a:solidFill>
                  <a:srgbClr val="538235"/>
                </a:solidFill>
                <a:latin typeface="Tahoma"/>
                <a:cs typeface="Tahoma"/>
              </a:rPr>
              <a:t> </a:t>
            </a:r>
            <a:r>
              <a:rPr sz="1200" spc="-5" dirty="0">
                <a:solidFill>
                  <a:srgbClr val="538235"/>
                </a:solidFill>
                <a:latin typeface="Tahoma"/>
                <a:cs typeface="Tahoma"/>
              </a:rPr>
              <a:t>of</a:t>
            </a:r>
            <a:r>
              <a:rPr sz="1200" spc="30" dirty="0">
                <a:solidFill>
                  <a:srgbClr val="538235"/>
                </a:solidFill>
                <a:latin typeface="Tahoma"/>
                <a:cs typeface="Tahoma"/>
              </a:rPr>
              <a:t> </a:t>
            </a:r>
            <a:r>
              <a:rPr sz="1200" spc="-10" dirty="0">
                <a:solidFill>
                  <a:srgbClr val="538235"/>
                </a:solidFill>
                <a:latin typeface="Tahoma"/>
                <a:cs typeface="Tahoma"/>
              </a:rPr>
              <a:t>trials</a:t>
            </a:r>
            <a:r>
              <a:rPr sz="1200" spc="25" dirty="0">
                <a:solidFill>
                  <a:srgbClr val="538235"/>
                </a:solidFill>
                <a:latin typeface="Tahoma"/>
                <a:cs typeface="Tahoma"/>
              </a:rPr>
              <a:t> </a:t>
            </a:r>
            <a:r>
              <a:rPr sz="1200" spc="-5" dirty="0">
                <a:solidFill>
                  <a:srgbClr val="538235"/>
                </a:solidFill>
                <a:latin typeface="Tahoma"/>
                <a:cs typeface="Tahoma"/>
              </a:rPr>
              <a:t>or</a:t>
            </a:r>
            <a:r>
              <a:rPr sz="1200" spc="30" dirty="0">
                <a:solidFill>
                  <a:srgbClr val="538235"/>
                </a:solidFill>
                <a:latin typeface="Tahoma"/>
                <a:cs typeface="Tahoma"/>
              </a:rPr>
              <a:t> </a:t>
            </a:r>
            <a:r>
              <a:rPr sz="1200" spc="-5" dirty="0">
                <a:solidFill>
                  <a:srgbClr val="538235"/>
                </a:solidFill>
                <a:latin typeface="Tahoma"/>
                <a:cs typeface="Tahoma"/>
              </a:rPr>
              <a:t>tests</a:t>
            </a:r>
            <a:r>
              <a:rPr sz="1200" spc="25" dirty="0">
                <a:solidFill>
                  <a:srgbClr val="538235"/>
                </a:solidFill>
                <a:latin typeface="Tahoma"/>
                <a:cs typeface="Tahoma"/>
              </a:rPr>
              <a:t> </a:t>
            </a:r>
            <a:r>
              <a:rPr sz="1200" spc="-5" dirty="0">
                <a:solidFill>
                  <a:srgbClr val="538235"/>
                </a:solidFill>
                <a:latin typeface="Tahoma"/>
                <a:cs typeface="Tahoma"/>
              </a:rPr>
              <a:t>with</a:t>
            </a:r>
            <a:r>
              <a:rPr sz="1200" spc="40" dirty="0">
                <a:solidFill>
                  <a:srgbClr val="538235"/>
                </a:solidFill>
                <a:latin typeface="Tahoma"/>
                <a:cs typeface="Tahoma"/>
              </a:rPr>
              <a:t> </a:t>
            </a:r>
            <a:r>
              <a:rPr sz="1200" dirty="0">
                <a:solidFill>
                  <a:srgbClr val="538235"/>
                </a:solidFill>
                <a:latin typeface="Tahoma"/>
                <a:cs typeface="Tahoma"/>
              </a:rPr>
              <a:t>t</a:t>
            </a:r>
            <a:r>
              <a:rPr sz="1200" spc="35" dirty="0">
                <a:solidFill>
                  <a:srgbClr val="538235"/>
                </a:solidFill>
                <a:latin typeface="Tahoma"/>
                <a:cs typeface="Tahoma"/>
              </a:rPr>
              <a:t> </a:t>
            </a:r>
            <a:r>
              <a:rPr sz="1200" spc="-5" dirty="0">
                <a:solidFill>
                  <a:srgbClr val="538235"/>
                </a:solidFill>
                <a:latin typeface="Tahoma"/>
                <a:cs typeface="Tahoma"/>
              </a:rPr>
              <a:t>different</a:t>
            </a:r>
            <a:r>
              <a:rPr sz="1200" spc="40" dirty="0">
                <a:solidFill>
                  <a:srgbClr val="538235"/>
                </a:solidFill>
                <a:latin typeface="Tahoma"/>
                <a:cs typeface="Tahoma"/>
              </a:rPr>
              <a:t> </a:t>
            </a:r>
            <a:r>
              <a:rPr sz="1200" spc="-5" dirty="0">
                <a:solidFill>
                  <a:srgbClr val="538235"/>
                </a:solidFill>
                <a:latin typeface="Tahoma"/>
                <a:cs typeface="Tahoma"/>
              </a:rPr>
              <a:t>values</a:t>
            </a:r>
            <a:r>
              <a:rPr sz="1200" spc="25" dirty="0">
                <a:solidFill>
                  <a:srgbClr val="538235"/>
                </a:solidFill>
                <a:latin typeface="Tahoma"/>
                <a:cs typeface="Tahoma"/>
              </a:rPr>
              <a:t> </a:t>
            </a:r>
            <a:r>
              <a:rPr sz="1200" spc="-5" dirty="0">
                <a:solidFill>
                  <a:srgbClr val="538235"/>
                </a:solidFill>
                <a:latin typeface="Tahoma"/>
                <a:cs typeface="Tahoma"/>
              </a:rPr>
              <a:t>of</a:t>
            </a:r>
            <a:r>
              <a:rPr sz="1200" spc="30" dirty="0">
                <a:solidFill>
                  <a:srgbClr val="538235"/>
                </a:solidFill>
                <a:latin typeface="Tahoma"/>
                <a:cs typeface="Tahoma"/>
              </a:rPr>
              <a:t> </a:t>
            </a:r>
            <a:r>
              <a:rPr sz="1200" spc="-5" dirty="0">
                <a:solidFill>
                  <a:srgbClr val="538235"/>
                </a:solidFill>
                <a:latin typeface="Tahoma"/>
                <a:cs typeface="Tahoma"/>
              </a:rPr>
              <a:t>a.</a:t>
            </a:r>
            <a:r>
              <a:rPr sz="1200" spc="25" dirty="0">
                <a:solidFill>
                  <a:srgbClr val="538235"/>
                </a:solidFill>
                <a:latin typeface="Tahoma"/>
                <a:cs typeface="Tahoma"/>
              </a:rPr>
              <a:t> </a:t>
            </a:r>
            <a:r>
              <a:rPr sz="1200" dirty="0">
                <a:solidFill>
                  <a:srgbClr val="538235"/>
                </a:solidFill>
                <a:latin typeface="Tahoma"/>
                <a:cs typeface="Tahoma"/>
              </a:rPr>
              <a:t>So</a:t>
            </a:r>
            <a:r>
              <a:rPr sz="1200" spc="10" dirty="0">
                <a:solidFill>
                  <a:srgbClr val="538235"/>
                </a:solidFill>
                <a:latin typeface="Tahoma"/>
                <a:cs typeface="Tahoma"/>
              </a:rPr>
              <a:t> </a:t>
            </a:r>
            <a:r>
              <a:rPr sz="1200" spc="-5" dirty="0">
                <a:solidFill>
                  <a:srgbClr val="538235"/>
                </a:solidFill>
                <a:latin typeface="Tahoma"/>
                <a:cs typeface="Tahoma"/>
              </a:rPr>
              <a:t>for</a:t>
            </a:r>
            <a:r>
              <a:rPr sz="1200" spc="25" dirty="0">
                <a:solidFill>
                  <a:srgbClr val="538235"/>
                </a:solidFill>
                <a:latin typeface="Tahoma"/>
                <a:cs typeface="Tahoma"/>
              </a:rPr>
              <a:t> </a:t>
            </a:r>
            <a:r>
              <a:rPr sz="1200" spc="-5" dirty="0">
                <a:solidFill>
                  <a:srgbClr val="538235"/>
                </a:solidFill>
                <a:latin typeface="Tahoma"/>
                <a:cs typeface="Tahoma"/>
              </a:rPr>
              <a:t>t=10,</a:t>
            </a:r>
            <a:r>
              <a:rPr sz="1200" spc="5" dirty="0">
                <a:solidFill>
                  <a:srgbClr val="538235"/>
                </a:solidFill>
                <a:latin typeface="Tahoma"/>
                <a:cs typeface="Tahoma"/>
              </a:rPr>
              <a:t> </a:t>
            </a:r>
            <a:r>
              <a:rPr sz="1200" dirty="0">
                <a:solidFill>
                  <a:srgbClr val="538235"/>
                </a:solidFill>
                <a:latin typeface="Tahoma"/>
                <a:cs typeface="Tahoma"/>
              </a:rPr>
              <a:t>the</a:t>
            </a:r>
            <a:r>
              <a:rPr sz="1200" spc="25" dirty="0">
                <a:solidFill>
                  <a:srgbClr val="538235"/>
                </a:solidFill>
                <a:latin typeface="Tahoma"/>
                <a:cs typeface="Tahoma"/>
              </a:rPr>
              <a:t> </a:t>
            </a:r>
            <a:r>
              <a:rPr sz="1200" spc="-5" dirty="0">
                <a:solidFill>
                  <a:srgbClr val="538235"/>
                </a:solidFill>
                <a:latin typeface="Tahoma"/>
                <a:cs typeface="Tahoma"/>
              </a:rPr>
              <a:t>probability</a:t>
            </a:r>
            <a:r>
              <a:rPr sz="1200" spc="15" dirty="0">
                <a:solidFill>
                  <a:srgbClr val="538235"/>
                </a:solidFill>
                <a:latin typeface="Tahoma"/>
                <a:cs typeface="Tahoma"/>
              </a:rPr>
              <a:t> </a:t>
            </a:r>
            <a:r>
              <a:rPr sz="1200" spc="-5" dirty="0">
                <a:solidFill>
                  <a:srgbClr val="538235"/>
                </a:solidFill>
                <a:latin typeface="Tahoma"/>
                <a:cs typeface="Tahoma"/>
              </a:rPr>
              <a:t>that</a:t>
            </a:r>
            <a:endParaRPr sz="1200" dirty="0">
              <a:latin typeface="Tahoma"/>
              <a:cs typeface="Tahoma"/>
            </a:endParaRPr>
          </a:p>
          <a:p>
            <a:pPr marL="63500">
              <a:lnSpc>
                <a:spcPct val="100000"/>
              </a:lnSpc>
              <a:spcBef>
                <a:spcPts val="720"/>
              </a:spcBef>
            </a:pPr>
            <a:r>
              <a:rPr sz="1200" dirty="0">
                <a:solidFill>
                  <a:srgbClr val="538235"/>
                </a:solidFill>
                <a:latin typeface="Tahoma"/>
                <a:cs typeface="Tahoma"/>
              </a:rPr>
              <a:t>a </a:t>
            </a:r>
            <a:r>
              <a:rPr sz="1200" spc="-5" dirty="0">
                <a:solidFill>
                  <a:srgbClr val="538235"/>
                </a:solidFill>
                <a:latin typeface="Tahoma"/>
                <a:cs typeface="Tahoma"/>
              </a:rPr>
              <a:t>nonprime</a:t>
            </a:r>
            <a:r>
              <a:rPr sz="1200" spc="25" dirty="0">
                <a:solidFill>
                  <a:srgbClr val="538235"/>
                </a:solidFill>
                <a:latin typeface="Tahoma"/>
                <a:cs typeface="Tahoma"/>
              </a:rPr>
              <a:t> </a:t>
            </a:r>
            <a:r>
              <a:rPr sz="1200" spc="-5" dirty="0">
                <a:solidFill>
                  <a:srgbClr val="538235"/>
                </a:solidFill>
                <a:latin typeface="Tahoma"/>
                <a:cs typeface="Tahoma"/>
              </a:rPr>
              <a:t>number</a:t>
            </a:r>
            <a:r>
              <a:rPr sz="1200" spc="15" dirty="0">
                <a:solidFill>
                  <a:srgbClr val="538235"/>
                </a:solidFill>
                <a:latin typeface="Tahoma"/>
                <a:cs typeface="Tahoma"/>
              </a:rPr>
              <a:t> </a:t>
            </a:r>
            <a:r>
              <a:rPr sz="1200" spc="-10" dirty="0">
                <a:solidFill>
                  <a:srgbClr val="538235"/>
                </a:solidFill>
                <a:latin typeface="Tahoma"/>
                <a:cs typeface="Tahoma"/>
              </a:rPr>
              <a:t>will</a:t>
            </a:r>
            <a:r>
              <a:rPr sz="1200" spc="20" dirty="0">
                <a:solidFill>
                  <a:srgbClr val="538235"/>
                </a:solidFill>
                <a:latin typeface="Tahoma"/>
                <a:cs typeface="Tahoma"/>
              </a:rPr>
              <a:t> </a:t>
            </a:r>
            <a:r>
              <a:rPr sz="1200" spc="-5" dirty="0">
                <a:solidFill>
                  <a:srgbClr val="538235"/>
                </a:solidFill>
                <a:latin typeface="Tahoma"/>
                <a:cs typeface="Tahoma"/>
              </a:rPr>
              <a:t>pass</a:t>
            </a:r>
            <a:r>
              <a:rPr sz="1200" dirty="0">
                <a:solidFill>
                  <a:srgbClr val="538235"/>
                </a:solidFill>
                <a:latin typeface="Tahoma"/>
                <a:cs typeface="Tahoma"/>
              </a:rPr>
              <a:t> </a:t>
            </a:r>
            <a:r>
              <a:rPr sz="1200" spc="-10" dirty="0">
                <a:solidFill>
                  <a:srgbClr val="538235"/>
                </a:solidFill>
                <a:latin typeface="Tahoma"/>
                <a:cs typeface="Tahoma"/>
              </a:rPr>
              <a:t>all</a:t>
            </a:r>
            <a:r>
              <a:rPr sz="1200" spc="25" dirty="0">
                <a:solidFill>
                  <a:srgbClr val="538235"/>
                </a:solidFill>
                <a:latin typeface="Tahoma"/>
                <a:cs typeface="Tahoma"/>
              </a:rPr>
              <a:t> </a:t>
            </a:r>
            <a:r>
              <a:rPr sz="1200" spc="-5" dirty="0">
                <a:solidFill>
                  <a:srgbClr val="538235"/>
                </a:solidFill>
                <a:latin typeface="Tahoma"/>
                <a:cs typeface="Tahoma"/>
              </a:rPr>
              <a:t>ten</a:t>
            </a:r>
            <a:r>
              <a:rPr sz="1200" spc="10" dirty="0">
                <a:solidFill>
                  <a:srgbClr val="538235"/>
                </a:solidFill>
                <a:latin typeface="Tahoma"/>
                <a:cs typeface="Tahoma"/>
              </a:rPr>
              <a:t> </a:t>
            </a:r>
            <a:r>
              <a:rPr sz="1200" spc="-5" dirty="0">
                <a:solidFill>
                  <a:srgbClr val="538235"/>
                </a:solidFill>
                <a:latin typeface="Tahoma"/>
                <a:cs typeface="Tahoma"/>
              </a:rPr>
              <a:t>tests</a:t>
            </a:r>
            <a:r>
              <a:rPr sz="1200"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spc="-10" dirty="0">
                <a:solidFill>
                  <a:srgbClr val="538235"/>
                </a:solidFill>
                <a:latin typeface="Tahoma"/>
                <a:cs typeface="Tahoma"/>
              </a:rPr>
              <a:t>less</a:t>
            </a:r>
            <a:r>
              <a:rPr sz="1200" spc="25" dirty="0">
                <a:solidFill>
                  <a:srgbClr val="538235"/>
                </a:solidFill>
                <a:latin typeface="Tahoma"/>
                <a:cs typeface="Tahoma"/>
              </a:rPr>
              <a:t> </a:t>
            </a:r>
            <a:r>
              <a:rPr sz="1200" dirty="0">
                <a:solidFill>
                  <a:srgbClr val="538235"/>
                </a:solidFill>
                <a:latin typeface="Tahoma"/>
                <a:cs typeface="Tahoma"/>
              </a:rPr>
              <a:t>than</a:t>
            </a:r>
            <a:r>
              <a:rPr sz="1200" spc="15" dirty="0">
                <a:solidFill>
                  <a:srgbClr val="538235"/>
                </a:solidFill>
                <a:latin typeface="Tahoma"/>
                <a:cs typeface="Tahoma"/>
              </a:rPr>
              <a:t> </a:t>
            </a:r>
            <a:r>
              <a:rPr sz="1200" spc="-10" dirty="0">
                <a:solidFill>
                  <a:srgbClr val="538235"/>
                </a:solidFill>
                <a:latin typeface="Tahoma"/>
                <a:cs typeface="Tahoma"/>
              </a:rPr>
              <a:t>10</a:t>
            </a:r>
            <a:r>
              <a:rPr sz="1200" spc="-15" baseline="24305" dirty="0">
                <a:solidFill>
                  <a:srgbClr val="538235"/>
                </a:solidFill>
                <a:latin typeface="Tahoma"/>
                <a:cs typeface="Tahoma"/>
              </a:rPr>
              <a:t>-6</a:t>
            </a:r>
            <a:r>
              <a:rPr sz="1200" spc="-10" dirty="0">
                <a:solidFill>
                  <a:srgbClr val="538235"/>
                </a:solidFill>
                <a:latin typeface="Tahoma"/>
                <a:cs typeface="Tahoma"/>
              </a:rPr>
              <a:t>.</a:t>
            </a:r>
            <a:endParaRPr sz="1200" dirty="0">
              <a:latin typeface="Tahoma"/>
              <a:cs typeface="Tahoma"/>
            </a:endParaRPr>
          </a:p>
          <a:p>
            <a:pPr marL="63500">
              <a:lnSpc>
                <a:spcPct val="100000"/>
              </a:lnSpc>
              <a:spcBef>
                <a:spcPts val="720"/>
              </a:spcBef>
            </a:pPr>
            <a:r>
              <a:rPr sz="1200" b="1" dirty="0">
                <a:solidFill>
                  <a:srgbClr val="538235"/>
                </a:solidFill>
                <a:latin typeface="Tahoma"/>
                <a:cs typeface="Tahoma"/>
              </a:rPr>
              <a:t>Strong</a:t>
            </a:r>
            <a:r>
              <a:rPr sz="1200" b="1" spc="-50" dirty="0">
                <a:solidFill>
                  <a:srgbClr val="538235"/>
                </a:solidFill>
                <a:latin typeface="Tahoma"/>
                <a:cs typeface="Tahoma"/>
              </a:rPr>
              <a:t> </a:t>
            </a:r>
            <a:r>
              <a:rPr sz="1200" b="1" spc="-5" dirty="0">
                <a:solidFill>
                  <a:srgbClr val="538235"/>
                </a:solidFill>
                <a:latin typeface="Tahoma"/>
                <a:cs typeface="Tahoma"/>
              </a:rPr>
              <a:t>Pseudoprime</a:t>
            </a:r>
            <a:endParaRPr sz="1200" dirty="0">
              <a:latin typeface="Tahoma"/>
              <a:cs typeface="Tahoma"/>
            </a:endParaRPr>
          </a:p>
          <a:p>
            <a:pPr marL="63500" marR="55880">
              <a:lnSpc>
                <a:spcPts val="2160"/>
              </a:lnSpc>
              <a:spcBef>
                <a:spcPts val="190"/>
              </a:spcBef>
            </a:pPr>
            <a:r>
              <a:rPr sz="1200" dirty="0">
                <a:solidFill>
                  <a:srgbClr val="538235"/>
                </a:solidFill>
                <a:latin typeface="Tahoma"/>
                <a:cs typeface="Tahoma"/>
              </a:rPr>
              <a:t>If</a:t>
            </a:r>
            <a:r>
              <a:rPr sz="1200" spc="105" dirty="0">
                <a:solidFill>
                  <a:srgbClr val="538235"/>
                </a:solidFill>
                <a:latin typeface="Tahoma"/>
                <a:cs typeface="Tahoma"/>
              </a:rPr>
              <a:t> </a:t>
            </a:r>
            <a:r>
              <a:rPr sz="1200" dirty="0">
                <a:solidFill>
                  <a:srgbClr val="538235"/>
                </a:solidFill>
                <a:latin typeface="Tahoma"/>
                <a:cs typeface="Tahoma"/>
              </a:rPr>
              <a:t>n</a:t>
            </a:r>
            <a:r>
              <a:rPr sz="1200" spc="80" dirty="0">
                <a:solidFill>
                  <a:srgbClr val="538235"/>
                </a:solidFill>
                <a:latin typeface="Tahoma"/>
                <a:cs typeface="Tahoma"/>
              </a:rPr>
              <a:t> </a:t>
            </a:r>
            <a:r>
              <a:rPr sz="1200" spc="-10" dirty="0">
                <a:solidFill>
                  <a:srgbClr val="538235"/>
                </a:solidFill>
                <a:latin typeface="Tahoma"/>
                <a:cs typeface="Tahoma"/>
              </a:rPr>
              <a:t>is</a:t>
            </a:r>
            <a:r>
              <a:rPr sz="1200" spc="95" dirty="0">
                <a:solidFill>
                  <a:srgbClr val="538235"/>
                </a:solidFill>
                <a:latin typeface="Tahoma"/>
                <a:cs typeface="Tahoma"/>
              </a:rPr>
              <a:t> </a:t>
            </a:r>
            <a:r>
              <a:rPr sz="1200" spc="-5" dirty="0">
                <a:solidFill>
                  <a:srgbClr val="538235"/>
                </a:solidFill>
                <a:latin typeface="Tahoma"/>
                <a:cs typeface="Tahoma"/>
              </a:rPr>
              <a:t>composite</a:t>
            </a:r>
            <a:r>
              <a:rPr sz="1200" spc="85" dirty="0">
                <a:solidFill>
                  <a:srgbClr val="538235"/>
                </a:solidFill>
                <a:latin typeface="Tahoma"/>
                <a:cs typeface="Tahoma"/>
              </a:rPr>
              <a:t> </a:t>
            </a:r>
            <a:r>
              <a:rPr sz="1200" spc="-5" dirty="0">
                <a:solidFill>
                  <a:srgbClr val="538235"/>
                </a:solidFill>
                <a:latin typeface="Tahoma"/>
                <a:cs typeface="Tahoma"/>
              </a:rPr>
              <a:t>and</a:t>
            </a:r>
            <a:r>
              <a:rPr sz="1200" spc="95" dirty="0">
                <a:solidFill>
                  <a:srgbClr val="538235"/>
                </a:solidFill>
                <a:latin typeface="Tahoma"/>
                <a:cs typeface="Tahoma"/>
              </a:rPr>
              <a:t> </a:t>
            </a:r>
            <a:r>
              <a:rPr sz="1200" spc="-10" dirty="0">
                <a:solidFill>
                  <a:srgbClr val="538235"/>
                </a:solidFill>
                <a:latin typeface="Tahoma"/>
                <a:cs typeface="Tahoma"/>
              </a:rPr>
              <a:t>passes</a:t>
            </a:r>
            <a:r>
              <a:rPr sz="1200" spc="100" dirty="0">
                <a:solidFill>
                  <a:srgbClr val="538235"/>
                </a:solidFill>
                <a:latin typeface="Tahoma"/>
                <a:cs typeface="Tahoma"/>
              </a:rPr>
              <a:t> </a:t>
            </a:r>
            <a:r>
              <a:rPr sz="1200" dirty="0">
                <a:solidFill>
                  <a:srgbClr val="538235"/>
                </a:solidFill>
                <a:latin typeface="Tahoma"/>
                <a:cs typeface="Tahoma"/>
              </a:rPr>
              <a:t>the</a:t>
            </a:r>
            <a:r>
              <a:rPr sz="1200" spc="100" dirty="0">
                <a:solidFill>
                  <a:srgbClr val="538235"/>
                </a:solidFill>
                <a:latin typeface="Tahoma"/>
                <a:cs typeface="Tahoma"/>
              </a:rPr>
              <a:t> </a:t>
            </a:r>
            <a:r>
              <a:rPr sz="1200" spc="-5" dirty="0">
                <a:solidFill>
                  <a:srgbClr val="538235"/>
                </a:solidFill>
                <a:latin typeface="Tahoma"/>
                <a:cs typeface="Tahoma"/>
              </a:rPr>
              <a:t>Miller-Rabin</a:t>
            </a:r>
            <a:r>
              <a:rPr sz="1200" spc="130" dirty="0">
                <a:solidFill>
                  <a:srgbClr val="538235"/>
                </a:solidFill>
                <a:latin typeface="Tahoma"/>
                <a:cs typeface="Tahoma"/>
              </a:rPr>
              <a:t> </a:t>
            </a:r>
            <a:r>
              <a:rPr sz="1200" spc="-5" dirty="0">
                <a:solidFill>
                  <a:srgbClr val="538235"/>
                </a:solidFill>
                <a:latin typeface="Tahoma"/>
                <a:cs typeface="Tahoma"/>
              </a:rPr>
              <a:t>test</a:t>
            </a:r>
            <a:r>
              <a:rPr sz="1200" spc="90" dirty="0">
                <a:solidFill>
                  <a:srgbClr val="538235"/>
                </a:solidFill>
                <a:latin typeface="Tahoma"/>
                <a:cs typeface="Tahoma"/>
              </a:rPr>
              <a:t> </a:t>
            </a:r>
            <a:r>
              <a:rPr sz="1200" spc="-5" dirty="0">
                <a:solidFill>
                  <a:srgbClr val="538235"/>
                </a:solidFill>
                <a:latin typeface="Tahoma"/>
                <a:cs typeface="Tahoma"/>
              </a:rPr>
              <a:t>for</a:t>
            </a:r>
            <a:r>
              <a:rPr sz="1200" spc="100" dirty="0">
                <a:solidFill>
                  <a:srgbClr val="538235"/>
                </a:solidFill>
                <a:latin typeface="Tahoma"/>
                <a:cs typeface="Tahoma"/>
              </a:rPr>
              <a:t> </a:t>
            </a:r>
            <a:r>
              <a:rPr sz="1200" dirty="0">
                <a:solidFill>
                  <a:srgbClr val="538235"/>
                </a:solidFill>
                <a:latin typeface="Tahoma"/>
                <a:cs typeface="Tahoma"/>
              </a:rPr>
              <a:t>the</a:t>
            </a:r>
            <a:r>
              <a:rPr sz="1200" spc="75" dirty="0">
                <a:solidFill>
                  <a:srgbClr val="538235"/>
                </a:solidFill>
                <a:latin typeface="Tahoma"/>
                <a:cs typeface="Tahoma"/>
              </a:rPr>
              <a:t> </a:t>
            </a:r>
            <a:r>
              <a:rPr sz="1200" spc="-5" dirty="0">
                <a:solidFill>
                  <a:srgbClr val="538235"/>
                </a:solidFill>
                <a:latin typeface="Tahoma"/>
                <a:cs typeface="Tahoma"/>
              </a:rPr>
              <a:t>base</a:t>
            </a:r>
            <a:r>
              <a:rPr sz="1200" spc="95" dirty="0">
                <a:solidFill>
                  <a:srgbClr val="538235"/>
                </a:solidFill>
                <a:latin typeface="Tahoma"/>
                <a:cs typeface="Tahoma"/>
              </a:rPr>
              <a:t> </a:t>
            </a:r>
            <a:r>
              <a:rPr sz="1200" spc="-5" dirty="0">
                <a:solidFill>
                  <a:srgbClr val="538235"/>
                </a:solidFill>
                <a:latin typeface="Tahoma"/>
                <a:cs typeface="Tahoma"/>
              </a:rPr>
              <a:t>a,</a:t>
            </a:r>
            <a:r>
              <a:rPr sz="1200" spc="100" dirty="0">
                <a:solidFill>
                  <a:srgbClr val="538235"/>
                </a:solidFill>
                <a:latin typeface="Tahoma"/>
                <a:cs typeface="Tahoma"/>
              </a:rPr>
              <a:t> </a:t>
            </a:r>
            <a:r>
              <a:rPr sz="1200" dirty="0">
                <a:solidFill>
                  <a:srgbClr val="538235"/>
                </a:solidFill>
                <a:latin typeface="Tahoma"/>
                <a:cs typeface="Tahoma"/>
              </a:rPr>
              <a:t>then</a:t>
            </a:r>
            <a:r>
              <a:rPr sz="1200" spc="110" dirty="0">
                <a:solidFill>
                  <a:srgbClr val="538235"/>
                </a:solidFill>
                <a:latin typeface="Tahoma"/>
                <a:cs typeface="Tahoma"/>
              </a:rPr>
              <a:t> </a:t>
            </a:r>
            <a:r>
              <a:rPr sz="1200" dirty="0">
                <a:solidFill>
                  <a:srgbClr val="538235"/>
                </a:solidFill>
                <a:latin typeface="Tahoma"/>
                <a:cs typeface="Tahoma"/>
              </a:rPr>
              <a:t>n</a:t>
            </a:r>
            <a:r>
              <a:rPr sz="1200" spc="80" dirty="0">
                <a:solidFill>
                  <a:srgbClr val="538235"/>
                </a:solidFill>
                <a:latin typeface="Tahoma"/>
                <a:cs typeface="Tahoma"/>
              </a:rPr>
              <a:t> </a:t>
            </a:r>
            <a:r>
              <a:rPr sz="1200" spc="-5" dirty="0">
                <a:solidFill>
                  <a:srgbClr val="538235"/>
                </a:solidFill>
                <a:latin typeface="Tahoma"/>
                <a:cs typeface="Tahoma"/>
              </a:rPr>
              <a:t>is</a:t>
            </a:r>
            <a:r>
              <a:rPr sz="1200" spc="95" dirty="0">
                <a:solidFill>
                  <a:srgbClr val="538235"/>
                </a:solidFill>
                <a:latin typeface="Tahoma"/>
                <a:cs typeface="Tahoma"/>
              </a:rPr>
              <a:t> </a:t>
            </a:r>
            <a:r>
              <a:rPr sz="1200" spc="-10" dirty="0">
                <a:solidFill>
                  <a:srgbClr val="538235"/>
                </a:solidFill>
                <a:latin typeface="Tahoma"/>
                <a:cs typeface="Tahoma"/>
              </a:rPr>
              <a:t>called</a:t>
            </a:r>
            <a:r>
              <a:rPr sz="1200" spc="110" dirty="0">
                <a:solidFill>
                  <a:srgbClr val="538235"/>
                </a:solidFill>
                <a:latin typeface="Tahoma"/>
                <a:cs typeface="Tahoma"/>
              </a:rPr>
              <a:t> </a:t>
            </a:r>
            <a:r>
              <a:rPr sz="1200" dirty="0">
                <a:solidFill>
                  <a:srgbClr val="538235"/>
                </a:solidFill>
                <a:latin typeface="Tahoma"/>
                <a:cs typeface="Tahoma"/>
              </a:rPr>
              <a:t>a </a:t>
            </a:r>
            <a:r>
              <a:rPr sz="1200" spc="-360" dirty="0">
                <a:solidFill>
                  <a:srgbClr val="538235"/>
                </a:solidFill>
                <a:latin typeface="Tahoma"/>
                <a:cs typeface="Tahoma"/>
              </a:rPr>
              <a:t> </a:t>
            </a:r>
            <a:r>
              <a:rPr sz="1200" spc="-5" dirty="0">
                <a:solidFill>
                  <a:srgbClr val="538235"/>
                </a:solidFill>
                <a:latin typeface="Tahoma"/>
                <a:cs typeface="Tahoma"/>
              </a:rPr>
              <a:t>strong</a:t>
            </a:r>
            <a:r>
              <a:rPr sz="1200" spc="-10" dirty="0">
                <a:solidFill>
                  <a:srgbClr val="538235"/>
                </a:solidFill>
                <a:latin typeface="Tahoma"/>
                <a:cs typeface="Tahoma"/>
              </a:rPr>
              <a:t> </a:t>
            </a:r>
            <a:r>
              <a:rPr sz="1200" spc="-5" dirty="0">
                <a:solidFill>
                  <a:srgbClr val="538235"/>
                </a:solidFill>
                <a:latin typeface="Tahoma"/>
                <a:cs typeface="Tahoma"/>
              </a:rPr>
              <a:t>pseudoprime</a:t>
            </a:r>
            <a:r>
              <a:rPr sz="1200" spc="35" dirty="0">
                <a:solidFill>
                  <a:srgbClr val="538235"/>
                </a:solidFill>
                <a:latin typeface="Tahoma"/>
                <a:cs typeface="Tahoma"/>
              </a:rPr>
              <a:t> </a:t>
            </a:r>
            <a:r>
              <a:rPr sz="1200" dirty="0">
                <a:solidFill>
                  <a:srgbClr val="538235"/>
                </a:solidFill>
                <a:latin typeface="Tahoma"/>
                <a:cs typeface="Tahoma"/>
              </a:rPr>
              <a:t>to</a:t>
            </a:r>
            <a:r>
              <a:rPr sz="1200" spc="-20"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5" dirty="0">
                <a:solidFill>
                  <a:srgbClr val="538235"/>
                </a:solidFill>
                <a:latin typeface="Tahoma"/>
                <a:cs typeface="Tahoma"/>
              </a:rPr>
              <a:t>base.</a:t>
            </a:r>
            <a:endParaRPr sz="1200" dirty="0">
              <a:latin typeface="Tahoma"/>
              <a:cs typeface="Tahoma"/>
            </a:endParaRPr>
          </a:p>
          <a:p>
            <a:pPr marL="63500">
              <a:lnSpc>
                <a:spcPct val="100000"/>
              </a:lnSpc>
              <a:spcBef>
                <a:spcPts val="535"/>
              </a:spcBef>
            </a:pPr>
            <a:r>
              <a:rPr sz="1200" spc="-5" dirty="0">
                <a:solidFill>
                  <a:srgbClr val="538235"/>
                </a:solidFill>
                <a:latin typeface="Tahoma"/>
                <a:cs typeface="Tahoma"/>
              </a:rPr>
              <a:t>Example:</a:t>
            </a:r>
            <a:r>
              <a:rPr sz="1200" spc="10" dirty="0">
                <a:solidFill>
                  <a:srgbClr val="538235"/>
                </a:solidFill>
                <a:latin typeface="Tahoma"/>
                <a:cs typeface="Tahoma"/>
              </a:rPr>
              <a:t> </a:t>
            </a:r>
            <a:r>
              <a:rPr sz="1200" dirty="0">
                <a:solidFill>
                  <a:srgbClr val="538235"/>
                </a:solidFill>
                <a:latin typeface="Tahoma"/>
                <a:cs typeface="Tahoma"/>
              </a:rPr>
              <a:t>Show</a:t>
            </a:r>
            <a:r>
              <a:rPr sz="1200" spc="5" dirty="0">
                <a:solidFill>
                  <a:srgbClr val="538235"/>
                </a:solidFill>
                <a:latin typeface="Tahoma"/>
                <a:cs typeface="Tahoma"/>
              </a:rPr>
              <a:t> </a:t>
            </a:r>
            <a:r>
              <a:rPr sz="1200" dirty="0">
                <a:solidFill>
                  <a:srgbClr val="538235"/>
                </a:solidFill>
                <a:latin typeface="Tahoma"/>
                <a:cs typeface="Tahoma"/>
              </a:rPr>
              <a:t>that</a:t>
            </a:r>
            <a:r>
              <a:rPr sz="1200" spc="-15" dirty="0">
                <a:solidFill>
                  <a:srgbClr val="538235"/>
                </a:solidFill>
                <a:latin typeface="Tahoma"/>
                <a:cs typeface="Tahoma"/>
              </a:rPr>
              <a:t> </a:t>
            </a:r>
            <a:r>
              <a:rPr sz="1200" spc="-10" dirty="0">
                <a:solidFill>
                  <a:srgbClr val="538235"/>
                </a:solidFill>
                <a:latin typeface="Tahoma"/>
                <a:cs typeface="Tahoma"/>
              </a:rPr>
              <a:t>2047</a:t>
            </a:r>
            <a:r>
              <a:rPr sz="1200" dirty="0">
                <a:solidFill>
                  <a:srgbClr val="538235"/>
                </a:solidFill>
                <a:latin typeface="Tahoma"/>
                <a:cs typeface="Tahoma"/>
              </a:rPr>
              <a:t> </a:t>
            </a:r>
            <a:r>
              <a:rPr sz="1200" spc="-5" dirty="0">
                <a:solidFill>
                  <a:srgbClr val="538235"/>
                </a:solidFill>
                <a:latin typeface="Tahoma"/>
                <a:cs typeface="Tahoma"/>
              </a:rPr>
              <a:t>is</a:t>
            </a:r>
            <a:r>
              <a:rPr sz="1200" dirty="0">
                <a:solidFill>
                  <a:srgbClr val="538235"/>
                </a:solidFill>
                <a:latin typeface="Tahoma"/>
                <a:cs typeface="Tahoma"/>
              </a:rPr>
              <a:t> a </a:t>
            </a:r>
            <a:r>
              <a:rPr sz="1200" spc="-5" dirty="0">
                <a:solidFill>
                  <a:srgbClr val="538235"/>
                </a:solidFill>
                <a:latin typeface="Tahoma"/>
                <a:cs typeface="Tahoma"/>
              </a:rPr>
              <a:t>strong pseudoprime</a:t>
            </a:r>
            <a:r>
              <a:rPr sz="1200" spc="30" dirty="0">
                <a:solidFill>
                  <a:srgbClr val="538235"/>
                </a:solidFill>
                <a:latin typeface="Tahoma"/>
                <a:cs typeface="Tahoma"/>
              </a:rPr>
              <a:t> </a:t>
            </a:r>
            <a:r>
              <a:rPr sz="1200" dirty="0">
                <a:solidFill>
                  <a:srgbClr val="538235"/>
                </a:solidFill>
                <a:latin typeface="Tahoma"/>
                <a:cs typeface="Tahoma"/>
              </a:rPr>
              <a:t>to</a:t>
            </a:r>
            <a:r>
              <a:rPr sz="1200" spc="5"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5" dirty="0">
                <a:solidFill>
                  <a:srgbClr val="538235"/>
                </a:solidFill>
                <a:latin typeface="Tahoma"/>
                <a:cs typeface="Tahoma"/>
              </a:rPr>
              <a:t>base</a:t>
            </a:r>
            <a:r>
              <a:rPr sz="1200" dirty="0">
                <a:solidFill>
                  <a:srgbClr val="538235"/>
                </a:solidFill>
                <a:latin typeface="Tahoma"/>
                <a:cs typeface="Tahoma"/>
              </a:rPr>
              <a:t> </a:t>
            </a:r>
            <a:r>
              <a:rPr sz="1200" spc="-5" dirty="0">
                <a:solidFill>
                  <a:srgbClr val="538235"/>
                </a:solidFill>
                <a:latin typeface="Tahoma"/>
                <a:cs typeface="Tahoma"/>
              </a:rPr>
              <a:t>2.</a:t>
            </a:r>
            <a:endParaRPr sz="1200" dirty="0">
              <a:latin typeface="Tahoma"/>
              <a:cs typeface="Tahoma"/>
            </a:endParaRPr>
          </a:p>
          <a:p>
            <a:pPr marL="63500">
              <a:lnSpc>
                <a:spcPct val="100000"/>
              </a:lnSpc>
              <a:spcBef>
                <a:spcPts val="720"/>
              </a:spcBef>
            </a:pPr>
            <a:r>
              <a:rPr sz="1200" spc="-5" dirty="0">
                <a:solidFill>
                  <a:srgbClr val="538235"/>
                </a:solidFill>
                <a:latin typeface="Tahoma"/>
                <a:cs typeface="Tahoma"/>
              </a:rPr>
              <a:t>Let </a:t>
            </a:r>
            <a:r>
              <a:rPr sz="1200" dirty="0">
                <a:solidFill>
                  <a:srgbClr val="538235"/>
                </a:solidFill>
                <a:latin typeface="Tahoma"/>
                <a:cs typeface="Tahoma"/>
              </a:rPr>
              <a:t>n</a:t>
            </a:r>
            <a:r>
              <a:rPr sz="1200" spc="-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10" dirty="0">
                <a:solidFill>
                  <a:srgbClr val="538235"/>
                </a:solidFill>
                <a:latin typeface="Tahoma"/>
                <a:cs typeface="Tahoma"/>
              </a:rPr>
              <a:t>2047</a:t>
            </a:r>
            <a:r>
              <a:rPr sz="1200" spc="-15" dirty="0">
                <a:solidFill>
                  <a:srgbClr val="538235"/>
                </a:solidFill>
                <a:latin typeface="Tahoma"/>
                <a:cs typeface="Tahoma"/>
              </a:rPr>
              <a:t> </a:t>
            </a:r>
            <a:r>
              <a:rPr sz="1200" spc="-10" dirty="0">
                <a:solidFill>
                  <a:srgbClr val="538235"/>
                </a:solidFill>
                <a:latin typeface="Tahoma"/>
                <a:cs typeface="Tahoma"/>
              </a:rPr>
              <a:t>a=2</a:t>
            </a:r>
            <a:endParaRPr sz="1200" dirty="0">
              <a:latin typeface="Tahoma"/>
              <a:cs typeface="Tahoma"/>
            </a:endParaRPr>
          </a:p>
          <a:p>
            <a:pPr marL="63500" marR="4185285">
              <a:lnSpc>
                <a:spcPts val="2160"/>
              </a:lnSpc>
              <a:spcBef>
                <a:spcPts val="100"/>
              </a:spcBef>
            </a:pPr>
            <a:r>
              <a:rPr sz="1200" spc="-5" dirty="0">
                <a:solidFill>
                  <a:srgbClr val="538235"/>
                </a:solidFill>
                <a:latin typeface="Tahoma"/>
                <a:cs typeface="Tahoma"/>
              </a:rPr>
              <a:t>n-1</a:t>
            </a:r>
            <a:r>
              <a:rPr sz="1200" spc="-1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2046</a:t>
            </a:r>
            <a:r>
              <a:rPr sz="1200" spc="-1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10" dirty="0">
                <a:solidFill>
                  <a:srgbClr val="538235"/>
                </a:solidFill>
                <a:latin typeface="Tahoma"/>
                <a:cs typeface="Tahoma"/>
              </a:rPr>
              <a:t>1023 </a:t>
            </a:r>
            <a:r>
              <a:rPr sz="1200" dirty="0">
                <a:solidFill>
                  <a:srgbClr val="538235"/>
                </a:solidFill>
                <a:latin typeface="Tahoma"/>
                <a:cs typeface="Tahoma"/>
              </a:rPr>
              <a:t>x </a:t>
            </a:r>
            <a:r>
              <a:rPr sz="1200" spc="-10" dirty="0">
                <a:solidFill>
                  <a:srgbClr val="538235"/>
                </a:solidFill>
                <a:latin typeface="Tahoma"/>
                <a:cs typeface="Tahoma"/>
              </a:rPr>
              <a:t>2</a:t>
            </a:r>
            <a:r>
              <a:rPr sz="1200" spc="-15" baseline="24305" dirty="0">
                <a:solidFill>
                  <a:srgbClr val="538235"/>
                </a:solidFill>
                <a:latin typeface="Tahoma"/>
                <a:cs typeface="Tahoma"/>
              </a:rPr>
              <a:t>1 </a:t>
            </a:r>
            <a:r>
              <a:rPr sz="1200" spc="-352" baseline="24305" dirty="0">
                <a:solidFill>
                  <a:srgbClr val="538235"/>
                </a:solidFill>
                <a:latin typeface="Tahoma"/>
                <a:cs typeface="Tahoma"/>
              </a:rPr>
              <a:t> </a:t>
            </a:r>
            <a:r>
              <a:rPr sz="1200" spc="-5" dirty="0">
                <a:solidFill>
                  <a:srgbClr val="538235"/>
                </a:solidFill>
                <a:latin typeface="Tahoma"/>
                <a:cs typeface="Tahoma"/>
              </a:rPr>
              <a:t>k=1, </a:t>
            </a:r>
            <a:r>
              <a:rPr sz="1200" spc="-10" dirty="0">
                <a:solidFill>
                  <a:srgbClr val="538235"/>
                </a:solidFill>
                <a:latin typeface="Tahoma"/>
                <a:cs typeface="Tahoma"/>
              </a:rPr>
              <a:t>q=1023</a:t>
            </a:r>
            <a:endParaRPr sz="1200" dirty="0">
              <a:latin typeface="Tahoma"/>
              <a:cs typeface="Tahom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387553"/>
            <a:ext cx="5576570" cy="271145"/>
          </a:xfrm>
          <a:prstGeom prst="rect">
            <a:avLst/>
          </a:prstGeom>
        </p:spPr>
        <p:txBody>
          <a:bodyPr vert="horz" wrap="square" lIns="0" tIns="13970" rIns="0" bIns="0" rtlCol="0">
            <a:spAutoFit/>
          </a:bodyPr>
          <a:lstStyle/>
          <a:p>
            <a:pPr marL="12700">
              <a:lnSpc>
                <a:spcPct val="100000"/>
              </a:lnSpc>
              <a:spcBef>
                <a:spcPts val="110"/>
              </a:spcBef>
            </a:pPr>
            <a:r>
              <a:rPr sz="1600" b="1" dirty="0">
                <a:solidFill>
                  <a:srgbClr val="538235"/>
                </a:solidFill>
                <a:latin typeface="Tahoma"/>
                <a:cs typeface="Tahoma"/>
              </a:rPr>
              <a:t>MATHEMATICS</a:t>
            </a:r>
            <a:r>
              <a:rPr sz="1600" b="1" spc="-85" dirty="0">
                <a:solidFill>
                  <a:srgbClr val="538235"/>
                </a:solidFill>
                <a:latin typeface="Tahoma"/>
                <a:cs typeface="Tahoma"/>
              </a:rPr>
              <a:t> </a:t>
            </a:r>
            <a:r>
              <a:rPr sz="1600" b="1" spc="5" dirty="0">
                <a:solidFill>
                  <a:srgbClr val="538235"/>
                </a:solidFill>
                <a:latin typeface="Tahoma"/>
                <a:cs typeface="Tahoma"/>
              </a:rPr>
              <a:t>OF</a:t>
            </a:r>
            <a:r>
              <a:rPr sz="1600" b="1" spc="-20" dirty="0">
                <a:solidFill>
                  <a:srgbClr val="538235"/>
                </a:solidFill>
                <a:latin typeface="Tahoma"/>
                <a:cs typeface="Tahoma"/>
              </a:rPr>
              <a:t> </a:t>
            </a:r>
            <a:r>
              <a:rPr sz="1600" b="1" dirty="0">
                <a:solidFill>
                  <a:srgbClr val="538235"/>
                </a:solidFill>
                <a:latin typeface="Tahoma"/>
                <a:cs typeface="Tahoma"/>
              </a:rPr>
              <a:t>ASYMMETRIC</a:t>
            </a:r>
            <a:r>
              <a:rPr sz="1600" b="1" spc="-70" dirty="0">
                <a:solidFill>
                  <a:srgbClr val="538235"/>
                </a:solidFill>
                <a:latin typeface="Tahoma"/>
                <a:cs typeface="Tahoma"/>
              </a:rPr>
              <a:t> </a:t>
            </a:r>
            <a:r>
              <a:rPr sz="1600" b="1" dirty="0">
                <a:solidFill>
                  <a:srgbClr val="538235"/>
                </a:solidFill>
                <a:latin typeface="Tahoma"/>
                <a:cs typeface="Tahoma"/>
              </a:rPr>
              <a:t>KEY CRYPTOGRAPHY</a:t>
            </a:r>
            <a:endParaRPr sz="1600">
              <a:latin typeface="Tahoma"/>
              <a:cs typeface="Tahoma"/>
            </a:endParaRPr>
          </a:p>
        </p:txBody>
      </p:sp>
      <p:pic>
        <p:nvPicPr>
          <p:cNvPr id="3" name="object 3"/>
          <p:cNvPicPr/>
          <p:nvPr/>
        </p:nvPicPr>
        <p:blipFill>
          <a:blip r:embed="rId2" cstate="print"/>
          <a:stretch>
            <a:fillRect/>
          </a:stretch>
        </p:blipFill>
        <p:spPr>
          <a:xfrm>
            <a:off x="472440" y="1030224"/>
            <a:ext cx="5913120" cy="789127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72440" y="1030224"/>
            <a:ext cx="5913120" cy="7891272"/>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5170" y="1027049"/>
            <a:ext cx="5809615" cy="3593465"/>
          </a:xfrm>
          <a:prstGeom prst="rect">
            <a:avLst/>
          </a:prstGeom>
        </p:spPr>
        <p:txBody>
          <a:bodyPr vert="horz" wrap="square" lIns="0" tIns="104139" rIns="0" bIns="0" rtlCol="0">
            <a:spAutoFit/>
          </a:bodyPr>
          <a:lstStyle/>
          <a:p>
            <a:pPr marL="38100">
              <a:lnSpc>
                <a:spcPct val="100000"/>
              </a:lnSpc>
              <a:spcBef>
                <a:spcPts val="819"/>
              </a:spcBef>
            </a:pPr>
            <a:r>
              <a:rPr sz="1200" b="1" spc="-5" dirty="0">
                <a:solidFill>
                  <a:srgbClr val="538235"/>
                </a:solidFill>
                <a:latin typeface="Tahoma"/>
                <a:cs typeface="Tahoma"/>
              </a:rPr>
              <a:t>Second</a:t>
            </a:r>
            <a:r>
              <a:rPr sz="1200" b="1" spc="-55" dirty="0">
                <a:solidFill>
                  <a:srgbClr val="538235"/>
                </a:solidFill>
                <a:latin typeface="Tahoma"/>
                <a:cs typeface="Tahoma"/>
              </a:rPr>
              <a:t> </a:t>
            </a:r>
            <a:r>
              <a:rPr sz="1200" b="1" dirty="0">
                <a:solidFill>
                  <a:srgbClr val="538235"/>
                </a:solidFill>
                <a:latin typeface="Tahoma"/>
                <a:cs typeface="Tahoma"/>
              </a:rPr>
              <a:t>Assertion:</a:t>
            </a:r>
            <a:endParaRPr sz="1200">
              <a:latin typeface="Tahoma"/>
              <a:cs typeface="Tahoma"/>
            </a:endParaRPr>
          </a:p>
          <a:p>
            <a:pPr marL="38100">
              <a:lnSpc>
                <a:spcPct val="100000"/>
              </a:lnSpc>
              <a:spcBef>
                <a:spcPts val="720"/>
              </a:spcBef>
            </a:pPr>
            <a:r>
              <a:rPr sz="1200" dirty="0">
                <a:solidFill>
                  <a:srgbClr val="538235"/>
                </a:solidFill>
                <a:latin typeface="Tahoma"/>
                <a:cs typeface="Tahoma"/>
              </a:rPr>
              <a:t>It</a:t>
            </a:r>
            <a:r>
              <a:rPr sz="1200" spc="-15" dirty="0">
                <a:solidFill>
                  <a:srgbClr val="538235"/>
                </a:solidFill>
                <a:latin typeface="Tahoma"/>
                <a:cs typeface="Tahoma"/>
              </a:rPr>
              <a:t> </a:t>
            </a:r>
            <a:r>
              <a:rPr sz="1200" spc="-10" dirty="0">
                <a:solidFill>
                  <a:srgbClr val="538235"/>
                </a:solidFill>
                <a:latin typeface="Tahoma"/>
                <a:cs typeface="Tahoma"/>
              </a:rPr>
              <a:t>follows</a:t>
            </a:r>
            <a:r>
              <a:rPr sz="1200" spc="25" dirty="0">
                <a:solidFill>
                  <a:srgbClr val="538235"/>
                </a:solidFill>
                <a:latin typeface="Tahoma"/>
                <a:cs typeface="Tahoma"/>
              </a:rPr>
              <a:t> </a:t>
            </a:r>
            <a:r>
              <a:rPr sz="1200" spc="-5" dirty="0">
                <a:solidFill>
                  <a:srgbClr val="538235"/>
                </a:solidFill>
                <a:latin typeface="Tahoma"/>
                <a:cs typeface="Tahoma"/>
              </a:rPr>
              <a:t>from</a:t>
            </a:r>
            <a:r>
              <a:rPr sz="1200" dirty="0">
                <a:solidFill>
                  <a:srgbClr val="538235"/>
                </a:solidFill>
                <a:latin typeface="Tahoma"/>
                <a:cs typeface="Tahoma"/>
              </a:rPr>
              <a:t> </a:t>
            </a:r>
            <a:r>
              <a:rPr sz="1200" spc="-10" dirty="0">
                <a:solidFill>
                  <a:srgbClr val="538235"/>
                </a:solidFill>
                <a:latin typeface="Tahoma"/>
                <a:cs typeface="Tahoma"/>
              </a:rPr>
              <a:t>rules</a:t>
            </a:r>
            <a:r>
              <a:rPr sz="1200" spc="25" dirty="0">
                <a:solidFill>
                  <a:srgbClr val="538235"/>
                </a:solidFill>
                <a:latin typeface="Tahoma"/>
                <a:cs typeface="Tahoma"/>
              </a:rPr>
              <a:t> </a:t>
            </a:r>
            <a:r>
              <a:rPr sz="1200" spc="-5" dirty="0">
                <a:solidFill>
                  <a:srgbClr val="538235"/>
                </a:solidFill>
                <a:latin typeface="Tahoma"/>
                <a:cs typeface="Tahoma"/>
              </a:rPr>
              <a:t>for</a:t>
            </a:r>
            <a:r>
              <a:rPr sz="1200" dirty="0">
                <a:solidFill>
                  <a:srgbClr val="538235"/>
                </a:solidFill>
                <a:latin typeface="Tahoma"/>
                <a:cs typeface="Tahoma"/>
              </a:rPr>
              <a:t> </a:t>
            </a:r>
            <a:r>
              <a:rPr sz="1200" spc="-5" dirty="0">
                <a:solidFill>
                  <a:srgbClr val="538235"/>
                </a:solidFill>
                <a:latin typeface="Tahoma"/>
                <a:cs typeface="Tahoma"/>
              </a:rPr>
              <a:t>modular</a:t>
            </a:r>
            <a:r>
              <a:rPr sz="1200" spc="10" dirty="0">
                <a:solidFill>
                  <a:srgbClr val="538235"/>
                </a:solidFill>
                <a:latin typeface="Tahoma"/>
                <a:cs typeface="Tahoma"/>
              </a:rPr>
              <a:t> </a:t>
            </a:r>
            <a:r>
              <a:rPr sz="1200" spc="-5" dirty="0">
                <a:solidFill>
                  <a:srgbClr val="538235"/>
                </a:solidFill>
                <a:latin typeface="Tahoma"/>
                <a:cs typeface="Tahoma"/>
              </a:rPr>
              <a:t>arithmetic.</a:t>
            </a:r>
            <a:endParaRPr sz="1200">
              <a:latin typeface="Tahoma"/>
              <a:cs typeface="Tahoma"/>
            </a:endParaRPr>
          </a:p>
          <a:p>
            <a:pPr marL="38100" marR="2625725">
              <a:lnSpc>
                <a:spcPct val="150000"/>
              </a:lnSpc>
            </a:pPr>
            <a:r>
              <a:rPr sz="1200" dirty="0">
                <a:solidFill>
                  <a:srgbClr val="538235"/>
                </a:solidFill>
                <a:latin typeface="Tahoma"/>
                <a:cs typeface="Tahoma"/>
              </a:rPr>
              <a:t>If</a:t>
            </a:r>
            <a:r>
              <a:rPr sz="1200" spc="5" dirty="0">
                <a:solidFill>
                  <a:srgbClr val="538235"/>
                </a:solidFill>
                <a:latin typeface="Tahoma"/>
                <a:cs typeface="Tahoma"/>
              </a:rPr>
              <a:t> </a:t>
            </a:r>
            <a:r>
              <a:rPr sz="1200" dirty="0">
                <a:solidFill>
                  <a:srgbClr val="538235"/>
                </a:solidFill>
                <a:latin typeface="Tahoma"/>
                <a:cs typeface="Tahoma"/>
              </a:rPr>
              <a:t>A</a:t>
            </a:r>
            <a:r>
              <a:rPr sz="1200" spc="-1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10" dirty="0">
                <a:solidFill>
                  <a:srgbClr val="538235"/>
                </a:solidFill>
                <a:latin typeface="Tahoma"/>
                <a:cs typeface="Tahoma"/>
              </a:rPr>
              <a:t>(a</a:t>
            </a:r>
            <a:r>
              <a:rPr sz="1200" spc="-15" baseline="-20833" dirty="0">
                <a:solidFill>
                  <a:srgbClr val="538235"/>
                </a:solidFill>
                <a:latin typeface="Tahoma"/>
                <a:cs typeface="Tahoma"/>
              </a:rPr>
              <a:t>1</a:t>
            </a:r>
            <a:r>
              <a:rPr sz="1200" spc="-10" dirty="0">
                <a:solidFill>
                  <a:srgbClr val="538235"/>
                </a:solidFill>
                <a:latin typeface="Tahoma"/>
                <a:cs typeface="Tahoma"/>
              </a:rPr>
              <a:t>,</a:t>
            </a:r>
            <a:r>
              <a:rPr sz="1200" dirty="0">
                <a:solidFill>
                  <a:srgbClr val="538235"/>
                </a:solidFill>
                <a:latin typeface="Tahoma"/>
                <a:cs typeface="Tahoma"/>
              </a:rPr>
              <a:t> </a:t>
            </a:r>
            <a:r>
              <a:rPr sz="1200" spc="-10" dirty="0">
                <a:solidFill>
                  <a:srgbClr val="538235"/>
                </a:solidFill>
                <a:latin typeface="Tahoma"/>
                <a:cs typeface="Tahoma"/>
              </a:rPr>
              <a:t>a</a:t>
            </a:r>
            <a:r>
              <a:rPr sz="1200" spc="-15" baseline="-20833" dirty="0">
                <a:solidFill>
                  <a:srgbClr val="538235"/>
                </a:solidFill>
                <a:latin typeface="Tahoma"/>
                <a:cs typeface="Tahoma"/>
              </a:rPr>
              <a:t>2</a:t>
            </a:r>
            <a:r>
              <a:rPr sz="1200" spc="-10" dirty="0">
                <a:solidFill>
                  <a:srgbClr val="538235"/>
                </a:solidFill>
                <a:latin typeface="Tahoma"/>
                <a:cs typeface="Tahoma"/>
              </a:rPr>
              <a:t>,</a:t>
            </a:r>
            <a:r>
              <a:rPr sz="1200" spc="5" dirty="0">
                <a:solidFill>
                  <a:srgbClr val="538235"/>
                </a:solidFill>
                <a:latin typeface="Tahoma"/>
                <a:cs typeface="Tahoma"/>
              </a:rPr>
              <a:t> </a:t>
            </a:r>
            <a:r>
              <a:rPr sz="1200" spc="-25" dirty="0">
                <a:solidFill>
                  <a:srgbClr val="538235"/>
                </a:solidFill>
                <a:latin typeface="Tahoma"/>
                <a:cs typeface="Tahoma"/>
              </a:rPr>
              <a:t>...,</a:t>
            </a:r>
            <a:r>
              <a:rPr sz="1200" spc="5" dirty="0">
                <a:solidFill>
                  <a:srgbClr val="538235"/>
                </a:solidFill>
                <a:latin typeface="Tahoma"/>
                <a:cs typeface="Tahoma"/>
              </a:rPr>
              <a:t> </a:t>
            </a:r>
            <a:r>
              <a:rPr sz="1200" spc="-10" dirty="0">
                <a:solidFill>
                  <a:srgbClr val="538235"/>
                </a:solidFill>
                <a:latin typeface="Tahoma"/>
                <a:cs typeface="Tahoma"/>
              </a:rPr>
              <a:t>a</a:t>
            </a:r>
            <a:r>
              <a:rPr sz="1200" spc="-15" baseline="-20833" dirty="0">
                <a:solidFill>
                  <a:srgbClr val="538235"/>
                </a:solidFill>
                <a:latin typeface="Tahoma"/>
                <a:cs typeface="Tahoma"/>
              </a:rPr>
              <a:t>k</a:t>
            </a:r>
            <a:r>
              <a:rPr sz="1200" spc="-10" dirty="0">
                <a:solidFill>
                  <a:srgbClr val="538235"/>
                </a:solidFill>
                <a:latin typeface="Tahoma"/>
                <a:cs typeface="Tahoma"/>
              </a:rPr>
              <a:t>)</a:t>
            </a:r>
            <a:r>
              <a:rPr sz="1200" spc="20" dirty="0">
                <a:solidFill>
                  <a:srgbClr val="538235"/>
                </a:solidFill>
                <a:latin typeface="Tahoma"/>
                <a:cs typeface="Tahoma"/>
              </a:rPr>
              <a:t> </a:t>
            </a:r>
            <a:r>
              <a:rPr sz="1200" spc="-5" dirty="0">
                <a:solidFill>
                  <a:srgbClr val="538235"/>
                </a:solidFill>
                <a:latin typeface="Tahoma"/>
                <a:cs typeface="Tahoma"/>
              </a:rPr>
              <a:t>and</a:t>
            </a:r>
            <a:r>
              <a:rPr sz="1200" spc="10" dirty="0">
                <a:solidFill>
                  <a:srgbClr val="538235"/>
                </a:solidFill>
                <a:latin typeface="Tahoma"/>
                <a:cs typeface="Tahoma"/>
              </a:rPr>
              <a:t> </a:t>
            </a:r>
            <a:r>
              <a:rPr sz="1200" dirty="0">
                <a:solidFill>
                  <a:srgbClr val="538235"/>
                </a:solidFill>
                <a:latin typeface="Tahoma"/>
                <a:cs typeface="Tahoma"/>
              </a:rPr>
              <a:t>B</a:t>
            </a:r>
            <a:r>
              <a:rPr sz="1200" spc="20"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spc="-5" dirty="0">
                <a:solidFill>
                  <a:srgbClr val="538235"/>
                </a:solidFill>
                <a:latin typeface="Tahoma"/>
                <a:cs typeface="Tahoma"/>
              </a:rPr>
              <a:t>(b</a:t>
            </a:r>
            <a:r>
              <a:rPr sz="1200" spc="-7" baseline="-20833" dirty="0">
                <a:solidFill>
                  <a:srgbClr val="538235"/>
                </a:solidFill>
                <a:latin typeface="Tahoma"/>
                <a:cs typeface="Tahoma"/>
              </a:rPr>
              <a:t>1</a:t>
            </a:r>
            <a:r>
              <a:rPr sz="1200" spc="-5"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b</a:t>
            </a:r>
            <a:r>
              <a:rPr sz="1200" spc="-7" baseline="-20833" dirty="0">
                <a:solidFill>
                  <a:srgbClr val="538235"/>
                </a:solidFill>
                <a:latin typeface="Tahoma"/>
                <a:cs typeface="Tahoma"/>
              </a:rPr>
              <a:t>2</a:t>
            </a:r>
            <a:r>
              <a:rPr sz="1200" spc="-5" dirty="0">
                <a:solidFill>
                  <a:srgbClr val="538235"/>
                </a:solidFill>
                <a:latin typeface="Tahoma"/>
                <a:cs typeface="Tahoma"/>
              </a:rPr>
              <a:t>,</a:t>
            </a:r>
            <a:r>
              <a:rPr sz="1200" spc="5" dirty="0">
                <a:solidFill>
                  <a:srgbClr val="538235"/>
                </a:solidFill>
                <a:latin typeface="Tahoma"/>
                <a:cs typeface="Tahoma"/>
              </a:rPr>
              <a:t> </a:t>
            </a:r>
            <a:r>
              <a:rPr sz="1200" spc="-25" dirty="0">
                <a:solidFill>
                  <a:srgbClr val="538235"/>
                </a:solidFill>
                <a:latin typeface="Tahoma"/>
                <a:cs typeface="Tahoma"/>
              </a:rPr>
              <a:t>...,</a:t>
            </a:r>
            <a:r>
              <a:rPr sz="1200" spc="-20" dirty="0">
                <a:solidFill>
                  <a:srgbClr val="538235"/>
                </a:solidFill>
                <a:latin typeface="Tahoma"/>
                <a:cs typeface="Tahoma"/>
              </a:rPr>
              <a:t> </a:t>
            </a:r>
            <a:r>
              <a:rPr sz="1200" spc="-5" dirty="0">
                <a:solidFill>
                  <a:srgbClr val="538235"/>
                </a:solidFill>
                <a:latin typeface="Tahoma"/>
                <a:cs typeface="Tahoma"/>
              </a:rPr>
              <a:t>b</a:t>
            </a:r>
            <a:r>
              <a:rPr sz="1200" spc="-7" baseline="-20833" dirty="0">
                <a:solidFill>
                  <a:srgbClr val="538235"/>
                </a:solidFill>
                <a:latin typeface="Tahoma"/>
                <a:cs typeface="Tahoma"/>
              </a:rPr>
              <a:t>k</a:t>
            </a:r>
            <a:r>
              <a:rPr sz="1200" spc="-5" dirty="0">
                <a:solidFill>
                  <a:srgbClr val="538235"/>
                </a:solidFill>
                <a:latin typeface="Tahoma"/>
                <a:cs typeface="Tahoma"/>
              </a:rPr>
              <a:t>) </a:t>
            </a:r>
            <a:r>
              <a:rPr sz="1200" spc="-360" dirty="0">
                <a:solidFill>
                  <a:srgbClr val="538235"/>
                </a:solidFill>
                <a:latin typeface="Tahoma"/>
                <a:cs typeface="Tahoma"/>
              </a:rPr>
              <a:t> </a:t>
            </a:r>
            <a:r>
              <a:rPr sz="1200" dirty="0">
                <a:solidFill>
                  <a:srgbClr val="538235"/>
                </a:solidFill>
                <a:latin typeface="Tahoma"/>
                <a:cs typeface="Tahoma"/>
              </a:rPr>
              <a:t>then</a:t>
            </a:r>
            <a:endParaRPr sz="1200">
              <a:latin typeface="Tahoma"/>
              <a:cs typeface="Tahoma"/>
            </a:endParaRPr>
          </a:p>
          <a:p>
            <a:pPr marL="38100">
              <a:lnSpc>
                <a:spcPct val="100000"/>
              </a:lnSpc>
              <a:spcBef>
                <a:spcPts val="725"/>
              </a:spcBef>
            </a:pPr>
            <a:r>
              <a:rPr sz="1200" spc="-5" dirty="0">
                <a:solidFill>
                  <a:srgbClr val="538235"/>
                </a:solidFill>
                <a:latin typeface="Tahoma"/>
                <a:cs typeface="Tahoma"/>
              </a:rPr>
              <a:t>(A</a:t>
            </a:r>
            <a:r>
              <a:rPr sz="1200" dirty="0">
                <a:solidFill>
                  <a:srgbClr val="538235"/>
                </a:solidFill>
                <a:latin typeface="Tahoma"/>
                <a:cs typeface="Tahoma"/>
              </a:rPr>
              <a:t> + </a:t>
            </a:r>
            <a:r>
              <a:rPr sz="1200" spc="-10" dirty="0">
                <a:solidFill>
                  <a:srgbClr val="538235"/>
                </a:solidFill>
                <a:latin typeface="Tahoma"/>
                <a:cs typeface="Tahoma"/>
              </a:rPr>
              <a:t>B)</a:t>
            </a:r>
            <a:r>
              <a:rPr sz="1200" spc="2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dirty="0">
                <a:solidFill>
                  <a:srgbClr val="538235"/>
                </a:solidFill>
                <a:latin typeface="Tahoma"/>
                <a:cs typeface="Tahoma"/>
              </a:rPr>
              <a:t>M</a:t>
            </a:r>
            <a:r>
              <a:rPr sz="1200" spc="-5" dirty="0">
                <a:solidFill>
                  <a:srgbClr val="538235"/>
                </a:solidFill>
                <a:latin typeface="Tahoma"/>
                <a:cs typeface="Tahoma"/>
              </a:rPr>
              <a:t> </a:t>
            </a:r>
            <a:r>
              <a:rPr sz="1200" b="1" dirty="0">
                <a:solidFill>
                  <a:srgbClr val="538235"/>
                </a:solidFill>
                <a:latin typeface="Tahoma"/>
                <a:cs typeface="Tahoma"/>
              </a:rPr>
              <a:t>↔</a:t>
            </a:r>
            <a:r>
              <a:rPr sz="1200" b="1" spc="5" dirty="0">
                <a:solidFill>
                  <a:srgbClr val="538235"/>
                </a:solidFill>
                <a:latin typeface="Tahoma"/>
                <a:cs typeface="Tahoma"/>
              </a:rPr>
              <a:t> </a:t>
            </a:r>
            <a:r>
              <a:rPr sz="1200" spc="-10" dirty="0">
                <a:solidFill>
                  <a:srgbClr val="538235"/>
                </a:solidFill>
                <a:latin typeface="Tahoma"/>
                <a:cs typeface="Tahoma"/>
              </a:rPr>
              <a:t>((a</a:t>
            </a:r>
            <a:r>
              <a:rPr sz="1200" spc="-15" baseline="-20833" dirty="0">
                <a:solidFill>
                  <a:srgbClr val="538235"/>
                </a:solidFill>
                <a:latin typeface="Tahoma"/>
                <a:cs typeface="Tahoma"/>
              </a:rPr>
              <a:t>1</a:t>
            </a:r>
            <a:r>
              <a:rPr sz="1200" spc="15" baseline="-20833" dirty="0">
                <a:solidFill>
                  <a:srgbClr val="538235"/>
                </a:solidFill>
                <a:latin typeface="Tahoma"/>
                <a:cs typeface="Tahoma"/>
              </a:rPr>
              <a:t> </a:t>
            </a:r>
            <a:r>
              <a:rPr sz="1200" dirty="0">
                <a:solidFill>
                  <a:srgbClr val="538235"/>
                </a:solidFill>
                <a:latin typeface="Tahoma"/>
                <a:cs typeface="Tahoma"/>
              </a:rPr>
              <a:t>+ b</a:t>
            </a:r>
            <a:r>
              <a:rPr sz="1200" baseline="-20833" dirty="0">
                <a:solidFill>
                  <a:srgbClr val="538235"/>
                </a:solidFill>
                <a:latin typeface="Tahoma"/>
                <a:cs typeface="Tahoma"/>
              </a:rPr>
              <a:t>1</a:t>
            </a:r>
            <a:r>
              <a:rPr sz="1200" dirty="0">
                <a:solidFill>
                  <a:srgbClr val="538235"/>
                </a:solidFill>
                <a:latin typeface="Tahoma"/>
                <a:cs typeface="Tahoma"/>
              </a:rPr>
              <a:t>) mod</a:t>
            </a:r>
            <a:r>
              <a:rPr sz="1200" spc="10" dirty="0">
                <a:solidFill>
                  <a:srgbClr val="538235"/>
                </a:solidFill>
                <a:latin typeface="Tahoma"/>
                <a:cs typeface="Tahoma"/>
              </a:rPr>
              <a:t> </a:t>
            </a:r>
            <a:r>
              <a:rPr sz="1200" spc="-5" dirty="0">
                <a:solidFill>
                  <a:srgbClr val="538235"/>
                </a:solidFill>
                <a:latin typeface="Tahoma"/>
                <a:cs typeface="Tahoma"/>
              </a:rPr>
              <a:t>m</a:t>
            </a:r>
            <a:r>
              <a:rPr sz="1200" spc="-7" baseline="-20833" dirty="0">
                <a:solidFill>
                  <a:srgbClr val="538235"/>
                </a:solidFill>
                <a:latin typeface="Tahoma"/>
                <a:cs typeface="Tahoma"/>
              </a:rPr>
              <a:t>1</a:t>
            </a:r>
            <a:r>
              <a:rPr sz="1200" spc="-5" dirty="0">
                <a:solidFill>
                  <a:srgbClr val="538235"/>
                </a:solidFill>
                <a:latin typeface="Tahoma"/>
                <a:cs typeface="Tahoma"/>
              </a:rPr>
              <a:t>,</a:t>
            </a:r>
            <a:r>
              <a:rPr sz="1200" spc="5" dirty="0">
                <a:solidFill>
                  <a:srgbClr val="538235"/>
                </a:solidFill>
                <a:latin typeface="Tahoma"/>
                <a:cs typeface="Tahoma"/>
              </a:rPr>
              <a:t> </a:t>
            </a:r>
            <a:r>
              <a:rPr sz="1200" spc="-25" dirty="0">
                <a:solidFill>
                  <a:srgbClr val="538235"/>
                </a:solidFill>
                <a:latin typeface="Tahoma"/>
                <a:cs typeface="Tahoma"/>
              </a:rPr>
              <a:t>...,</a:t>
            </a:r>
            <a:r>
              <a:rPr sz="1200" dirty="0">
                <a:solidFill>
                  <a:srgbClr val="538235"/>
                </a:solidFill>
                <a:latin typeface="Tahoma"/>
                <a:cs typeface="Tahoma"/>
              </a:rPr>
              <a:t> </a:t>
            </a:r>
            <a:r>
              <a:rPr sz="1200" spc="-10" dirty="0">
                <a:solidFill>
                  <a:srgbClr val="538235"/>
                </a:solidFill>
                <a:latin typeface="Tahoma"/>
                <a:cs typeface="Tahoma"/>
              </a:rPr>
              <a:t>(a</a:t>
            </a:r>
            <a:r>
              <a:rPr sz="1200" spc="-15" baseline="-20833" dirty="0">
                <a:solidFill>
                  <a:srgbClr val="538235"/>
                </a:solidFill>
                <a:latin typeface="Tahoma"/>
                <a:cs typeface="Tahoma"/>
              </a:rPr>
              <a:t>k</a:t>
            </a:r>
            <a:r>
              <a:rPr sz="1200" baseline="-20833"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b</a:t>
            </a:r>
            <a:r>
              <a:rPr sz="1200" spc="-7" baseline="-20833" dirty="0">
                <a:solidFill>
                  <a:srgbClr val="538235"/>
                </a:solidFill>
                <a:latin typeface="Tahoma"/>
                <a:cs typeface="Tahoma"/>
              </a:rPr>
              <a:t>k</a:t>
            </a:r>
            <a:r>
              <a:rPr sz="1200" spc="-5" dirty="0">
                <a:solidFill>
                  <a:srgbClr val="538235"/>
                </a:solidFill>
                <a:latin typeface="Tahoma"/>
                <a:cs typeface="Tahoma"/>
              </a:rPr>
              <a:t>)</a:t>
            </a:r>
            <a:r>
              <a:rPr sz="1200" dirty="0">
                <a:solidFill>
                  <a:srgbClr val="538235"/>
                </a:solidFill>
                <a:latin typeface="Tahoma"/>
                <a:cs typeface="Tahoma"/>
              </a:rPr>
              <a:t> mod</a:t>
            </a:r>
            <a:r>
              <a:rPr sz="1200" spc="10" dirty="0">
                <a:solidFill>
                  <a:srgbClr val="538235"/>
                </a:solidFill>
                <a:latin typeface="Tahoma"/>
                <a:cs typeface="Tahoma"/>
              </a:rPr>
              <a:t> </a:t>
            </a:r>
            <a:r>
              <a:rPr sz="1200" spc="-10" dirty="0">
                <a:solidFill>
                  <a:srgbClr val="538235"/>
                </a:solidFill>
                <a:latin typeface="Tahoma"/>
                <a:cs typeface="Tahoma"/>
              </a:rPr>
              <a:t>m</a:t>
            </a:r>
            <a:r>
              <a:rPr sz="1200" spc="-15" baseline="-20833" dirty="0">
                <a:solidFill>
                  <a:srgbClr val="538235"/>
                </a:solidFill>
                <a:latin typeface="Tahoma"/>
                <a:cs typeface="Tahoma"/>
              </a:rPr>
              <a:t>k</a:t>
            </a:r>
            <a:r>
              <a:rPr sz="1200" spc="-10" dirty="0">
                <a:solidFill>
                  <a:srgbClr val="538235"/>
                </a:solidFill>
                <a:latin typeface="Tahoma"/>
                <a:cs typeface="Tahoma"/>
              </a:rPr>
              <a:t>)</a:t>
            </a:r>
            <a:endParaRPr sz="1200">
              <a:latin typeface="Tahoma"/>
              <a:cs typeface="Tahoma"/>
            </a:endParaRPr>
          </a:p>
          <a:p>
            <a:pPr marL="38100">
              <a:lnSpc>
                <a:spcPct val="100000"/>
              </a:lnSpc>
              <a:spcBef>
                <a:spcPts val="720"/>
              </a:spcBef>
            </a:pPr>
            <a:r>
              <a:rPr sz="1200" spc="-5" dirty="0">
                <a:solidFill>
                  <a:srgbClr val="538235"/>
                </a:solidFill>
                <a:latin typeface="Tahoma"/>
                <a:cs typeface="Tahoma"/>
              </a:rPr>
              <a:t>(A</a:t>
            </a:r>
            <a:r>
              <a:rPr sz="1200" dirty="0">
                <a:solidFill>
                  <a:srgbClr val="538235"/>
                </a:solidFill>
                <a:latin typeface="Tahoma"/>
                <a:cs typeface="Tahoma"/>
              </a:rPr>
              <a:t> -</a:t>
            </a:r>
            <a:r>
              <a:rPr sz="1200" spc="5" dirty="0">
                <a:solidFill>
                  <a:srgbClr val="538235"/>
                </a:solidFill>
                <a:latin typeface="Tahoma"/>
                <a:cs typeface="Tahoma"/>
              </a:rPr>
              <a:t> </a:t>
            </a:r>
            <a:r>
              <a:rPr sz="1200" spc="-10" dirty="0">
                <a:solidFill>
                  <a:srgbClr val="538235"/>
                </a:solidFill>
                <a:latin typeface="Tahoma"/>
                <a:cs typeface="Tahoma"/>
              </a:rPr>
              <a:t>B)</a:t>
            </a:r>
            <a:r>
              <a:rPr sz="1200" spc="30"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dirty="0">
                <a:solidFill>
                  <a:srgbClr val="538235"/>
                </a:solidFill>
                <a:latin typeface="Tahoma"/>
                <a:cs typeface="Tahoma"/>
              </a:rPr>
              <a:t>M</a:t>
            </a:r>
            <a:r>
              <a:rPr sz="1200" spc="-10" dirty="0">
                <a:solidFill>
                  <a:srgbClr val="538235"/>
                </a:solidFill>
                <a:latin typeface="Tahoma"/>
                <a:cs typeface="Tahoma"/>
              </a:rPr>
              <a:t> </a:t>
            </a:r>
            <a:r>
              <a:rPr sz="1200" b="1" dirty="0">
                <a:solidFill>
                  <a:srgbClr val="538235"/>
                </a:solidFill>
                <a:latin typeface="Tahoma"/>
                <a:cs typeface="Tahoma"/>
              </a:rPr>
              <a:t>↔</a:t>
            </a:r>
            <a:r>
              <a:rPr sz="1200" b="1" spc="10" dirty="0">
                <a:solidFill>
                  <a:srgbClr val="538235"/>
                </a:solidFill>
                <a:latin typeface="Tahoma"/>
                <a:cs typeface="Tahoma"/>
              </a:rPr>
              <a:t> </a:t>
            </a:r>
            <a:r>
              <a:rPr sz="1200" spc="-10" dirty="0">
                <a:solidFill>
                  <a:srgbClr val="538235"/>
                </a:solidFill>
                <a:latin typeface="Tahoma"/>
                <a:cs typeface="Tahoma"/>
              </a:rPr>
              <a:t>((a</a:t>
            </a:r>
            <a:r>
              <a:rPr sz="1200" spc="-15" baseline="-20833" dirty="0">
                <a:solidFill>
                  <a:srgbClr val="538235"/>
                </a:solidFill>
                <a:latin typeface="Tahoma"/>
                <a:cs typeface="Tahoma"/>
              </a:rPr>
              <a:t>1</a:t>
            </a:r>
            <a:r>
              <a:rPr sz="1200" spc="15" baseline="-20833"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b</a:t>
            </a:r>
            <a:r>
              <a:rPr sz="1200" spc="-7" baseline="-20833" dirty="0">
                <a:solidFill>
                  <a:srgbClr val="538235"/>
                </a:solidFill>
                <a:latin typeface="Tahoma"/>
                <a:cs typeface="Tahoma"/>
              </a:rPr>
              <a:t>1</a:t>
            </a:r>
            <a:r>
              <a:rPr sz="1200" spc="-5" dirty="0">
                <a:solidFill>
                  <a:srgbClr val="538235"/>
                </a:solidFill>
                <a:latin typeface="Tahoma"/>
                <a:cs typeface="Tahoma"/>
              </a:rPr>
              <a:t>)</a:t>
            </a:r>
            <a:r>
              <a:rPr sz="1200" dirty="0">
                <a:solidFill>
                  <a:srgbClr val="538235"/>
                </a:solidFill>
                <a:latin typeface="Tahoma"/>
                <a:cs typeface="Tahoma"/>
              </a:rPr>
              <a:t> mod</a:t>
            </a:r>
            <a:r>
              <a:rPr sz="1200" spc="-10" dirty="0">
                <a:solidFill>
                  <a:srgbClr val="538235"/>
                </a:solidFill>
                <a:latin typeface="Tahoma"/>
                <a:cs typeface="Tahoma"/>
              </a:rPr>
              <a:t> </a:t>
            </a:r>
            <a:r>
              <a:rPr sz="1200" spc="-5" dirty="0">
                <a:solidFill>
                  <a:srgbClr val="538235"/>
                </a:solidFill>
                <a:latin typeface="Tahoma"/>
                <a:cs typeface="Tahoma"/>
              </a:rPr>
              <a:t>m</a:t>
            </a:r>
            <a:r>
              <a:rPr sz="1200" spc="-7" baseline="-20833" dirty="0">
                <a:solidFill>
                  <a:srgbClr val="538235"/>
                </a:solidFill>
                <a:latin typeface="Tahoma"/>
                <a:cs typeface="Tahoma"/>
              </a:rPr>
              <a:t>1</a:t>
            </a:r>
            <a:r>
              <a:rPr sz="1200" spc="-5" dirty="0">
                <a:solidFill>
                  <a:srgbClr val="538235"/>
                </a:solidFill>
                <a:latin typeface="Tahoma"/>
                <a:cs typeface="Tahoma"/>
              </a:rPr>
              <a:t>,</a:t>
            </a:r>
            <a:r>
              <a:rPr sz="1200" spc="5" dirty="0">
                <a:solidFill>
                  <a:srgbClr val="538235"/>
                </a:solidFill>
                <a:latin typeface="Tahoma"/>
                <a:cs typeface="Tahoma"/>
              </a:rPr>
              <a:t> </a:t>
            </a:r>
            <a:r>
              <a:rPr sz="1200" spc="-25" dirty="0">
                <a:solidFill>
                  <a:srgbClr val="538235"/>
                </a:solidFill>
                <a:latin typeface="Tahoma"/>
                <a:cs typeface="Tahoma"/>
              </a:rPr>
              <a:t>...,</a:t>
            </a:r>
            <a:r>
              <a:rPr sz="1200" spc="5" dirty="0">
                <a:solidFill>
                  <a:srgbClr val="538235"/>
                </a:solidFill>
                <a:latin typeface="Tahoma"/>
                <a:cs typeface="Tahoma"/>
              </a:rPr>
              <a:t> </a:t>
            </a:r>
            <a:r>
              <a:rPr sz="1200" spc="-10" dirty="0">
                <a:solidFill>
                  <a:srgbClr val="538235"/>
                </a:solidFill>
                <a:latin typeface="Tahoma"/>
                <a:cs typeface="Tahoma"/>
              </a:rPr>
              <a:t>(a</a:t>
            </a:r>
            <a:r>
              <a:rPr sz="1200" spc="-15" baseline="-20833" dirty="0">
                <a:solidFill>
                  <a:srgbClr val="538235"/>
                </a:solidFill>
                <a:latin typeface="Tahoma"/>
                <a:cs typeface="Tahoma"/>
              </a:rPr>
              <a:t>k</a:t>
            </a:r>
            <a:r>
              <a:rPr sz="1200" spc="-7" baseline="-20833"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b</a:t>
            </a:r>
            <a:r>
              <a:rPr sz="1200" spc="-7" baseline="-20833" dirty="0">
                <a:solidFill>
                  <a:srgbClr val="538235"/>
                </a:solidFill>
                <a:latin typeface="Tahoma"/>
                <a:cs typeface="Tahoma"/>
              </a:rPr>
              <a:t>k</a:t>
            </a:r>
            <a:r>
              <a:rPr sz="1200" spc="-5"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spc="-10" dirty="0">
                <a:solidFill>
                  <a:srgbClr val="538235"/>
                </a:solidFill>
                <a:latin typeface="Tahoma"/>
                <a:cs typeface="Tahoma"/>
              </a:rPr>
              <a:t>m</a:t>
            </a:r>
            <a:r>
              <a:rPr sz="1200" spc="-15" baseline="-20833" dirty="0">
                <a:solidFill>
                  <a:srgbClr val="538235"/>
                </a:solidFill>
                <a:latin typeface="Tahoma"/>
                <a:cs typeface="Tahoma"/>
              </a:rPr>
              <a:t>k</a:t>
            </a:r>
            <a:r>
              <a:rPr sz="1200" spc="-10" dirty="0">
                <a:solidFill>
                  <a:srgbClr val="538235"/>
                </a:solidFill>
                <a:latin typeface="Tahoma"/>
                <a:cs typeface="Tahoma"/>
              </a:rPr>
              <a:t>)</a:t>
            </a:r>
            <a:endParaRPr sz="1200">
              <a:latin typeface="Tahoma"/>
              <a:cs typeface="Tahoma"/>
            </a:endParaRPr>
          </a:p>
          <a:p>
            <a:pPr marL="38100" algn="just">
              <a:lnSpc>
                <a:spcPct val="100000"/>
              </a:lnSpc>
              <a:spcBef>
                <a:spcPts val="720"/>
              </a:spcBef>
            </a:pPr>
            <a:r>
              <a:rPr sz="1200" spc="-5" dirty="0">
                <a:solidFill>
                  <a:srgbClr val="538235"/>
                </a:solidFill>
                <a:latin typeface="Tahoma"/>
                <a:cs typeface="Tahoma"/>
              </a:rPr>
              <a:t>(A</a:t>
            </a:r>
            <a:r>
              <a:rPr sz="1200" dirty="0">
                <a:solidFill>
                  <a:srgbClr val="538235"/>
                </a:solidFill>
                <a:latin typeface="Tahoma"/>
                <a:cs typeface="Tahoma"/>
              </a:rPr>
              <a:t> × </a:t>
            </a:r>
            <a:r>
              <a:rPr sz="1200" spc="-10" dirty="0">
                <a:solidFill>
                  <a:srgbClr val="538235"/>
                </a:solidFill>
                <a:latin typeface="Tahoma"/>
                <a:cs typeface="Tahoma"/>
              </a:rPr>
              <a:t>B)</a:t>
            </a:r>
            <a:r>
              <a:rPr sz="1200" spc="2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dirty="0">
                <a:solidFill>
                  <a:srgbClr val="538235"/>
                </a:solidFill>
                <a:latin typeface="Tahoma"/>
                <a:cs typeface="Tahoma"/>
              </a:rPr>
              <a:t>M</a:t>
            </a:r>
            <a:r>
              <a:rPr sz="1200" spc="-5" dirty="0">
                <a:solidFill>
                  <a:srgbClr val="538235"/>
                </a:solidFill>
                <a:latin typeface="Tahoma"/>
                <a:cs typeface="Tahoma"/>
              </a:rPr>
              <a:t> </a:t>
            </a:r>
            <a:r>
              <a:rPr sz="1200" b="1" dirty="0">
                <a:solidFill>
                  <a:srgbClr val="538235"/>
                </a:solidFill>
                <a:latin typeface="Tahoma"/>
                <a:cs typeface="Tahoma"/>
              </a:rPr>
              <a:t>↔</a:t>
            </a:r>
            <a:r>
              <a:rPr sz="1200" b="1" spc="5" dirty="0">
                <a:solidFill>
                  <a:srgbClr val="538235"/>
                </a:solidFill>
                <a:latin typeface="Tahoma"/>
                <a:cs typeface="Tahoma"/>
              </a:rPr>
              <a:t> </a:t>
            </a:r>
            <a:r>
              <a:rPr sz="1200" spc="-10" dirty="0">
                <a:solidFill>
                  <a:srgbClr val="538235"/>
                </a:solidFill>
                <a:latin typeface="Tahoma"/>
                <a:cs typeface="Tahoma"/>
              </a:rPr>
              <a:t>((a</a:t>
            </a:r>
            <a:r>
              <a:rPr sz="1200" spc="-15" baseline="-20833" dirty="0">
                <a:solidFill>
                  <a:srgbClr val="538235"/>
                </a:solidFill>
                <a:latin typeface="Tahoma"/>
                <a:cs typeface="Tahoma"/>
              </a:rPr>
              <a:t>1</a:t>
            </a:r>
            <a:r>
              <a:rPr sz="1200" spc="195" baseline="-20833" dirty="0">
                <a:solidFill>
                  <a:srgbClr val="538235"/>
                </a:solidFill>
                <a:latin typeface="Tahoma"/>
                <a:cs typeface="Tahoma"/>
              </a:rPr>
              <a:t> </a:t>
            </a:r>
            <a:r>
              <a:rPr sz="1200" dirty="0">
                <a:solidFill>
                  <a:srgbClr val="538235"/>
                </a:solidFill>
                <a:latin typeface="Tahoma"/>
                <a:cs typeface="Tahoma"/>
              </a:rPr>
              <a:t>×</a:t>
            </a:r>
            <a:r>
              <a:rPr sz="1200" spc="375" dirty="0">
                <a:solidFill>
                  <a:srgbClr val="538235"/>
                </a:solidFill>
                <a:latin typeface="Tahoma"/>
                <a:cs typeface="Tahoma"/>
              </a:rPr>
              <a:t> </a:t>
            </a:r>
            <a:r>
              <a:rPr sz="1200" dirty="0">
                <a:solidFill>
                  <a:srgbClr val="538235"/>
                </a:solidFill>
                <a:latin typeface="Tahoma"/>
                <a:cs typeface="Tahoma"/>
              </a:rPr>
              <a:t>b</a:t>
            </a:r>
            <a:r>
              <a:rPr sz="1200" baseline="-20833" dirty="0">
                <a:solidFill>
                  <a:srgbClr val="538235"/>
                </a:solidFill>
                <a:latin typeface="Tahoma"/>
                <a:cs typeface="Tahoma"/>
              </a:rPr>
              <a:t>1</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spc="-5" dirty="0">
                <a:solidFill>
                  <a:srgbClr val="538235"/>
                </a:solidFill>
                <a:latin typeface="Tahoma"/>
                <a:cs typeface="Tahoma"/>
              </a:rPr>
              <a:t>m</a:t>
            </a:r>
            <a:r>
              <a:rPr sz="1200" spc="-7" baseline="-20833" dirty="0">
                <a:solidFill>
                  <a:srgbClr val="538235"/>
                </a:solidFill>
                <a:latin typeface="Tahoma"/>
                <a:cs typeface="Tahoma"/>
              </a:rPr>
              <a:t>1</a:t>
            </a:r>
            <a:r>
              <a:rPr sz="1200" spc="-5" dirty="0">
                <a:solidFill>
                  <a:srgbClr val="538235"/>
                </a:solidFill>
                <a:latin typeface="Tahoma"/>
                <a:cs typeface="Tahoma"/>
              </a:rPr>
              <a:t>,</a:t>
            </a:r>
            <a:r>
              <a:rPr sz="1200" spc="25" dirty="0">
                <a:solidFill>
                  <a:srgbClr val="538235"/>
                </a:solidFill>
                <a:latin typeface="Tahoma"/>
                <a:cs typeface="Tahoma"/>
              </a:rPr>
              <a:t> </a:t>
            </a:r>
            <a:r>
              <a:rPr sz="1200" spc="-25" dirty="0">
                <a:solidFill>
                  <a:srgbClr val="538235"/>
                </a:solidFill>
                <a:latin typeface="Tahoma"/>
                <a:cs typeface="Tahoma"/>
              </a:rPr>
              <a:t>...,</a:t>
            </a:r>
            <a:r>
              <a:rPr sz="1200" spc="-20" dirty="0">
                <a:solidFill>
                  <a:srgbClr val="538235"/>
                </a:solidFill>
                <a:latin typeface="Tahoma"/>
                <a:cs typeface="Tahoma"/>
              </a:rPr>
              <a:t> </a:t>
            </a:r>
            <a:r>
              <a:rPr sz="1200" spc="-10" dirty="0">
                <a:solidFill>
                  <a:srgbClr val="538235"/>
                </a:solidFill>
                <a:latin typeface="Tahoma"/>
                <a:cs typeface="Tahoma"/>
              </a:rPr>
              <a:t>(a</a:t>
            </a:r>
            <a:r>
              <a:rPr sz="1200" spc="-15" baseline="-20833" dirty="0">
                <a:solidFill>
                  <a:srgbClr val="538235"/>
                </a:solidFill>
                <a:latin typeface="Tahoma"/>
                <a:cs typeface="Tahoma"/>
              </a:rPr>
              <a:t>k</a:t>
            </a:r>
            <a:r>
              <a:rPr sz="1200" spc="209" baseline="-20833" dirty="0">
                <a:solidFill>
                  <a:srgbClr val="538235"/>
                </a:solidFill>
                <a:latin typeface="Tahoma"/>
                <a:cs typeface="Tahoma"/>
              </a:rPr>
              <a:t> </a:t>
            </a:r>
            <a:r>
              <a:rPr sz="1200" dirty="0">
                <a:solidFill>
                  <a:srgbClr val="538235"/>
                </a:solidFill>
                <a:latin typeface="Tahoma"/>
                <a:cs typeface="Tahoma"/>
              </a:rPr>
              <a:t>×</a:t>
            </a:r>
            <a:r>
              <a:rPr sz="1200" spc="385" dirty="0">
                <a:solidFill>
                  <a:srgbClr val="538235"/>
                </a:solidFill>
                <a:latin typeface="Tahoma"/>
                <a:cs typeface="Tahoma"/>
              </a:rPr>
              <a:t> </a:t>
            </a:r>
            <a:r>
              <a:rPr sz="1200" spc="-5" dirty="0">
                <a:solidFill>
                  <a:srgbClr val="538235"/>
                </a:solidFill>
                <a:latin typeface="Tahoma"/>
                <a:cs typeface="Tahoma"/>
              </a:rPr>
              <a:t>b</a:t>
            </a:r>
            <a:r>
              <a:rPr sz="1200" spc="-7" baseline="-20833" dirty="0">
                <a:solidFill>
                  <a:srgbClr val="538235"/>
                </a:solidFill>
                <a:latin typeface="Tahoma"/>
                <a:cs typeface="Tahoma"/>
              </a:rPr>
              <a:t>k</a:t>
            </a:r>
            <a:r>
              <a:rPr sz="1200" spc="-5" dirty="0">
                <a:solidFill>
                  <a:srgbClr val="538235"/>
                </a:solidFill>
                <a:latin typeface="Tahoma"/>
                <a:cs typeface="Tahoma"/>
              </a:rPr>
              <a:t>)</a:t>
            </a:r>
            <a:r>
              <a:rPr sz="1200" dirty="0">
                <a:solidFill>
                  <a:srgbClr val="538235"/>
                </a:solidFill>
                <a:latin typeface="Tahoma"/>
                <a:cs typeface="Tahoma"/>
              </a:rPr>
              <a:t> mod</a:t>
            </a:r>
            <a:r>
              <a:rPr sz="1200" spc="-10" dirty="0">
                <a:solidFill>
                  <a:srgbClr val="538235"/>
                </a:solidFill>
                <a:latin typeface="Tahoma"/>
                <a:cs typeface="Tahoma"/>
              </a:rPr>
              <a:t> m</a:t>
            </a:r>
            <a:r>
              <a:rPr sz="1200" spc="-15" baseline="-20833" dirty="0">
                <a:solidFill>
                  <a:srgbClr val="538235"/>
                </a:solidFill>
                <a:latin typeface="Tahoma"/>
                <a:cs typeface="Tahoma"/>
              </a:rPr>
              <a:t>k</a:t>
            </a:r>
            <a:r>
              <a:rPr sz="1200" spc="-10" dirty="0">
                <a:solidFill>
                  <a:srgbClr val="538235"/>
                </a:solidFill>
                <a:latin typeface="Tahoma"/>
                <a:cs typeface="Tahoma"/>
              </a:rPr>
              <a:t>)</a:t>
            </a:r>
            <a:endParaRPr sz="1200">
              <a:latin typeface="Tahoma"/>
              <a:cs typeface="Tahoma"/>
            </a:endParaRPr>
          </a:p>
          <a:p>
            <a:pPr marL="38100" marR="30480" algn="just">
              <a:lnSpc>
                <a:spcPct val="147000"/>
              </a:lnSpc>
              <a:spcBef>
                <a:spcPts val="45"/>
              </a:spcBef>
            </a:pPr>
            <a:r>
              <a:rPr sz="1200" spc="-5" dirty="0">
                <a:solidFill>
                  <a:srgbClr val="538235"/>
                </a:solidFill>
                <a:latin typeface="Tahoma"/>
                <a:cs typeface="Tahoma"/>
              </a:rPr>
              <a:t>One of </a:t>
            </a:r>
            <a:r>
              <a:rPr sz="1200" dirty="0">
                <a:solidFill>
                  <a:srgbClr val="538235"/>
                </a:solidFill>
                <a:latin typeface="Tahoma"/>
                <a:cs typeface="Tahoma"/>
              </a:rPr>
              <a:t>the useful </a:t>
            </a:r>
            <a:r>
              <a:rPr sz="1200" spc="-5" dirty="0">
                <a:solidFill>
                  <a:srgbClr val="538235"/>
                </a:solidFill>
                <a:latin typeface="Tahoma"/>
                <a:cs typeface="Tahoma"/>
              </a:rPr>
              <a:t>features of </a:t>
            </a:r>
            <a:r>
              <a:rPr sz="1200" dirty="0">
                <a:solidFill>
                  <a:srgbClr val="538235"/>
                </a:solidFill>
                <a:latin typeface="Tahoma"/>
                <a:cs typeface="Tahoma"/>
              </a:rPr>
              <a:t>the Chinese </a:t>
            </a:r>
            <a:r>
              <a:rPr sz="1200" spc="-5" dirty="0">
                <a:solidFill>
                  <a:srgbClr val="538235"/>
                </a:solidFill>
                <a:latin typeface="Tahoma"/>
                <a:cs typeface="Tahoma"/>
              </a:rPr>
              <a:t>remainder </a:t>
            </a:r>
            <a:r>
              <a:rPr sz="1200" dirty="0">
                <a:solidFill>
                  <a:srgbClr val="538235"/>
                </a:solidFill>
                <a:latin typeface="Tahoma"/>
                <a:cs typeface="Tahoma"/>
              </a:rPr>
              <a:t>theorem </a:t>
            </a:r>
            <a:r>
              <a:rPr sz="1200" spc="5" dirty="0">
                <a:solidFill>
                  <a:srgbClr val="538235"/>
                </a:solidFill>
                <a:latin typeface="Tahoma"/>
                <a:cs typeface="Tahoma"/>
              </a:rPr>
              <a:t>is </a:t>
            </a:r>
            <a:r>
              <a:rPr sz="1200" dirty="0">
                <a:solidFill>
                  <a:srgbClr val="538235"/>
                </a:solidFill>
                <a:latin typeface="Tahoma"/>
                <a:cs typeface="Tahoma"/>
              </a:rPr>
              <a:t>that </a:t>
            </a:r>
            <a:r>
              <a:rPr sz="1200" spc="-10" dirty="0">
                <a:solidFill>
                  <a:srgbClr val="538235"/>
                </a:solidFill>
                <a:latin typeface="Tahoma"/>
                <a:cs typeface="Tahoma"/>
              </a:rPr>
              <a:t>it</a:t>
            </a:r>
            <a:r>
              <a:rPr sz="1200" spc="355" dirty="0">
                <a:solidFill>
                  <a:srgbClr val="538235"/>
                </a:solidFill>
                <a:latin typeface="Tahoma"/>
                <a:cs typeface="Tahoma"/>
              </a:rPr>
              <a:t> </a:t>
            </a:r>
            <a:r>
              <a:rPr sz="1200" spc="-5" dirty="0">
                <a:solidFill>
                  <a:srgbClr val="538235"/>
                </a:solidFill>
                <a:latin typeface="Tahoma"/>
                <a:cs typeface="Tahoma"/>
              </a:rPr>
              <a:t>provides </a:t>
            </a:r>
            <a:r>
              <a:rPr sz="1200" dirty="0">
                <a:solidFill>
                  <a:srgbClr val="538235"/>
                </a:solidFill>
                <a:latin typeface="Tahoma"/>
                <a:cs typeface="Tahoma"/>
              </a:rPr>
              <a:t>a </a:t>
            </a:r>
            <a:r>
              <a:rPr sz="1200" spc="5" dirty="0">
                <a:solidFill>
                  <a:srgbClr val="538235"/>
                </a:solidFill>
                <a:latin typeface="Tahoma"/>
                <a:cs typeface="Tahoma"/>
              </a:rPr>
              <a:t> </a:t>
            </a:r>
            <a:r>
              <a:rPr sz="1200" spc="-5" dirty="0">
                <a:solidFill>
                  <a:srgbClr val="538235"/>
                </a:solidFill>
                <a:latin typeface="Tahoma"/>
                <a:cs typeface="Tahoma"/>
              </a:rPr>
              <a:t>way </a:t>
            </a:r>
            <a:r>
              <a:rPr sz="1200" dirty="0">
                <a:solidFill>
                  <a:srgbClr val="538235"/>
                </a:solidFill>
                <a:latin typeface="Tahoma"/>
                <a:cs typeface="Tahoma"/>
              </a:rPr>
              <a:t>to </a:t>
            </a:r>
            <a:r>
              <a:rPr sz="1200" spc="-5" dirty="0">
                <a:solidFill>
                  <a:srgbClr val="538235"/>
                </a:solidFill>
                <a:latin typeface="Tahoma"/>
                <a:cs typeface="Tahoma"/>
              </a:rPr>
              <a:t>manipulate (potentially very </a:t>
            </a:r>
            <a:r>
              <a:rPr sz="1200" spc="-10" dirty="0">
                <a:solidFill>
                  <a:srgbClr val="538235"/>
                </a:solidFill>
                <a:latin typeface="Tahoma"/>
                <a:cs typeface="Tahoma"/>
              </a:rPr>
              <a:t>large) </a:t>
            </a:r>
            <a:r>
              <a:rPr sz="1200" dirty="0">
                <a:solidFill>
                  <a:srgbClr val="538235"/>
                </a:solidFill>
                <a:latin typeface="Tahoma"/>
                <a:cs typeface="Tahoma"/>
              </a:rPr>
              <a:t>numbers </a:t>
            </a:r>
            <a:r>
              <a:rPr sz="1200" spc="-5" dirty="0">
                <a:solidFill>
                  <a:srgbClr val="538235"/>
                </a:solidFill>
                <a:latin typeface="Tahoma"/>
                <a:cs typeface="Tahoma"/>
              </a:rPr>
              <a:t>mod </a:t>
            </a:r>
            <a:r>
              <a:rPr sz="1250" spc="-40" dirty="0">
                <a:solidFill>
                  <a:srgbClr val="538235"/>
                </a:solidFill>
                <a:latin typeface="Tahoma"/>
                <a:cs typeface="Tahoma"/>
              </a:rPr>
              <a:t>M </a:t>
            </a:r>
            <a:r>
              <a:rPr sz="1200" spc="-10" dirty="0">
                <a:solidFill>
                  <a:srgbClr val="538235"/>
                </a:solidFill>
                <a:latin typeface="Tahoma"/>
                <a:cs typeface="Tahoma"/>
              </a:rPr>
              <a:t>in </a:t>
            </a:r>
            <a:r>
              <a:rPr sz="1200" spc="-5" dirty="0">
                <a:solidFill>
                  <a:srgbClr val="538235"/>
                </a:solidFill>
                <a:latin typeface="Tahoma"/>
                <a:cs typeface="Tahoma"/>
              </a:rPr>
              <a:t>terms of tuples of </a:t>
            </a:r>
            <a:r>
              <a:rPr sz="1200" dirty="0">
                <a:solidFill>
                  <a:srgbClr val="538235"/>
                </a:solidFill>
                <a:latin typeface="Tahoma"/>
                <a:cs typeface="Tahoma"/>
              </a:rPr>
              <a:t> </a:t>
            </a:r>
            <a:r>
              <a:rPr sz="1200" spc="-10" dirty="0">
                <a:solidFill>
                  <a:srgbClr val="538235"/>
                </a:solidFill>
                <a:latin typeface="Tahoma"/>
                <a:cs typeface="Tahoma"/>
              </a:rPr>
              <a:t>smaller</a:t>
            </a:r>
            <a:r>
              <a:rPr sz="1200" spc="50" dirty="0">
                <a:solidFill>
                  <a:srgbClr val="538235"/>
                </a:solidFill>
                <a:latin typeface="Tahoma"/>
                <a:cs typeface="Tahoma"/>
              </a:rPr>
              <a:t> </a:t>
            </a:r>
            <a:r>
              <a:rPr sz="1200" spc="-5" dirty="0">
                <a:solidFill>
                  <a:srgbClr val="538235"/>
                </a:solidFill>
                <a:latin typeface="Tahoma"/>
                <a:cs typeface="Tahoma"/>
              </a:rPr>
              <a:t>numbers.</a:t>
            </a:r>
            <a:endParaRPr sz="1200">
              <a:latin typeface="Tahoma"/>
              <a:cs typeface="Tahoma"/>
            </a:endParaRPr>
          </a:p>
          <a:p>
            <a:pPr marL="38100">
              <a:lnSpc>
                <a:spcPct val="100000"/>
              </a:lnSpc>
              <a:spcBef>
                <a:spcPts val="720"/>
              </a:spcBef>
            </a:pPr>
            <a:r>
              <a:rPr sz="1200" b="1" spc="-5" dirty="0">
                <a:solidFill>
                  <a:srgbClr val="538235"/>
                </a:solidFill>
                <a:latin typeface="Tahoma"/>
                <a:cs typeface="Tahoma"/>
              </a:rPr>
              <a:t>Example:</a:t>
            </a:r>
            <a:endParaRPr sz="1200">
              <a:latin typeface="Tahoma"/>
              <a:cs typeface="Tahoma"/>
            </a:endParaRPr>
          </a:p>
          <a:p>
            <a:pPr marL="38100" marR="1350645">
              <a:lnSpc>
                <a:spcPts val="2160"/>
              </a:lnSpc>
              <a:spcBef>
                <a:spcPts val="100"/>
              </a:spcBef>
            </a:pPr>
            <a:r>
              <a:rPr sz="1200" spc="-65" dirty="0">
                <a:solidFill>
                  <a:srgbClr val="538235"/>
                </a:solidFill>
                <a:latin typeface="Tahoma"/>
                <a:cs typeface="Tahoma"/>
              </a:rPr>
              <a:t>To</a:t>
            </a:r>
            <a:r>
              <a:rPr sz="1200" dirty="0">
                <a:solidFill>
                  <a:srgbClr val="538235"/>
                </a:solidFill>
                <a:latin typeface="Tahoma"/>
                <a:cs typeface="Tahoma"/>
              </a:rPr>
              <a:t> </a:t>
            </a:r>
            <a:r>
              <a:rPr sz="1200" spc="-5" dirty="0">
                <a:solidFill>
                  <a:srgbClr val="538235"/>
                </a:solidFill>
                <a:latin typeface="Tahoma"/>
                <a:cs typeface="Tahoma"/>
              </a:rPr>
              <a:t>represent</a:t>
            </a:r>
            <a:r>
              <a:rPr sz="1200" spc="45" dirty="0">
                <a:solidFill>
                  <a:srgbClr val="538235"/>
                </a:solidFill>
                <a:latin typeface="Tahoma"/>
                <a:cs typeface="Tahoma"/>
              </a:rPr>
              <a:t> </a:t>
            </a:r>
            <a:r>
              <a:rPr sz="1200" spc="-10" dirty="0">
                <a:solidFill>
                  <a:srgbClr val="538235"/>
                </a:solidFill>
                <a:latin typeface="Tahoma"/>
                <a:cs typeface="Tahoma"/>
              </a:rPr>
              <a:t>959</a:t>
            </a:r>
            <a:r>
              <a:rPr sz="1200" spc="-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2491</a:t>
            </a:r>
            <a:r>
              <a:rPr sz="1200" spc="-5" dirty="0">
                <a:solidFill>
                  <a:srgbClr val="538235"/>
                </a:solidFill>
                <a:latin typeface="Tahoma"/>
                <a:cs typeface="Tahoma"/>
              </a:rPr>
              <a:t> as</a:t>
            </a:r>
            <a:r>
              <a:rPr sz="1200" dirty="0">
                <a:solidFill>
                  <a:srgbClr val="538235"/>
                </a:solidFill>
                <a:latin typeface="Tahoma"/>
                <a:cs typeface="Tahoma"/>
              </a:rPr>
              <a:t> a</a:t>
            </a:r>
            <a:r>
              <a:rPr sz="1200" spc="-5" dirty="0">
                <a:solidFill>
                  <a:srgbClr val="538235"/>
                </a:solidFill>
                <a:latin typeface="Tahoma"/>
                <a:cs typeface="Tahoma"/>
              </a:rPr>
              <a:t> pair</a:t>
            </a:r>
            <a:r>
              <a:rPr sz="1200" spc="10" dirty="0">
                <a:solidFill>
                  <a:srgbClr val="538235"/>
                </a:solidFill>
                <a:latin typeface="Tahoma"/>
                <a:cs typeface="Tahoma"/>
              </a:rPr>
              <a:t> </a:t>
            </a:r>
            <a:r>
              <a:rPr sz="1200" spc="-5" dirty="0">
                <a:solidFill>
                  <a:srgbClr val="538235"/>
                </a:solidFill>
                <a:latin typeface="Tahoma"/>
                <a:cs typeface="Tahoma"/>
              </a:rPr>
              <a:t>of</a:t>
            </a:r>
            <a:r>
              <a:rPr sz="1200" spc="5" dirty="0">
                <a:solidFill>
                  <a:srgbClr val="538235"/>
                </a:solidFill>
                <a:latin typeface="Tahoma"/>
                <a:cs typeface="Tahoma"/>
              </a:rPr>
              <a:t> </a:t>
            </a:r>
            <a:r>
              <a:rPr sz="1200" spc="-5" dirty="0">
                <a:solidFill>
                  <a:srgbClr val="538235"/>
                </a:solidFill>
                <a:latin typeface="Tahoma"/>
                <a:cs typeface="Tahoma"/>
              </a:rPr>
              <a:t>numbers</a:t>
            </a:r>
            <a:r>
              <a:rPr sz="1200" spc="30"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spc="-5" dirty="0">
                <a:solidFill>
                  <a:srgbClr val="538235"/>
                </a:solidFill>
                <a:latin typeface="Tahoma"/>
                <a:cs typeface="Tahoma"/>
              </a:rPr>
              <a:t>47 and </a:t>
            </a:r>
            <a:r>
              <a:rPr sz="1200" spc="-10" dirty="0">
                <a:solidFill>
                  <a:srgbClr val="538235"/>
                </a:solidFill>
                <a:latin typeface="Tahoma"/>
                <a:cs typeface="Tahoma"/>
              </a:rPr>
              <a:t>53. </a:t>
            </a:r>
            <a:r>
              <a:rPr sz="1200" spc="-360" dirty="0">
                <a:solidFill>
                  <a:srgbClr val="538235"/>
                </a:solidFill>
                <a:latin typeface="Tahoma"/>
                <a:cs typeface="Tahoma"/>
              </a:rPr>
              <a:t> </a:t>
            </a:r>
            <a:r>
              <a:rPr sz="1200" spc="-10" dirty="0">
                <a:solidFill>
                  <a:srgbClr val="538235"/>
                </a:solidFill>
                <a:latin typeface="Tahoma"/>
                <a:cs typeface="Tahoma"/>
              </a:rPr>
              <a:t>Given:</a:t>
            </a:r>
            <a:r>
              <a:rPr sz="1200" spc="10" dirty="0">
                <a:solidFill>
                  <a:srgbClr val="538235"/>
                </a:solidFill>
                <a:latin typeface="Tahoma"/>
                <a:cs typeface="Tahoma"/>
              </a:rPr>
              <a:t> </a:t>
            </a:r>
            <a:r>
              <a:rPr sz="1200" spc="-5" dirty="0">
                <a:solidFill>
                  <a:srgbClr val="538235"/>
                </a:solidFill>
                <a:latin typeface="Tahoma"/>
                <a:cs typeface="Tahoma"/>
              </a:rPr>
              <a:t>m</a:t>
            </a:r>
            <a:r>
              <a:rPr sz="1200" spc="-7" baseline="-20833" dirty="0">
                <a:solidFill>
                  <a:srgbClr val="538235"/>
                </a:solidFill>
                <a:latin typeface="Tahoma"/>
                <a:cs typeface="Tahoma"/>
              </a:rPr>
              <a:t>1</a:t>
            </a:r>
            <a:r>
              <a:rPr sz="1200" spc="195" baseline="-20833"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spc="-5" dirty="0">
                <a:solidFill>
                  <a:srgbClr val="538235"/>
                </a:solidFill>
                <a:latin typeface="Tahoma"/>
                <a:cs typeface="Tahoma"/>
              </a:rPr>
              <a:t>47</a:t>
            </a:r>
            <a:r>
              <a:rPr sz="1200" spc="-30" dirty="0">
                <a:solidFill>
                  <a:srgbClr val="538235"/>
                </a:solidFill>
                <a:latin typeface="Tahoma"/>
                <a:cs typeface="Tahoma"/>
              </a:rPr>
              <a:t> </a:t>
            </a:r>
            <a:r>
              <a:rPr sz="1200" dirty="0">
                <a:solidFill>
                  <a:srgbClr val="538235"/>
                </a:solidFill>
                <a:latin typeface="Tahoma"/>
                <a:cs typeface="Tahoma"/>
              </a:rPr>
              <a:t>and</a:t>
            </a:r>
            <a:r>
              <a:rPr sz="1200" spc="15" dirty="0">
                <a:solidFill>
                  <a:srgbClr val="538235"/>
                </a:solidFill>
                <a:latin typeface="Tahoma"/>
                <a:cs typeface="Tahoma"/>
              </a:rPr>
              <a:t> </a:t>
            </a:r>
            <a:r>
              <a:rPr sz="1200" spc="-5" dirty="0">
                <a:solidFill>
                  <a:srgbClr val="538235"/>
                </a:solidFill>
                <a:latin typeface="Tahoma"/>
                <a:cs typeface="Tahoma"/>
              </a:rPr>
              <a:t>m</a:t>
            </a:r>
            <a:r>
              <a:rPr sz="1200" spc="-7" baseline="-20833" dirty="0">
                <a:solidFill>
                  <a:srgbClr val="538235"/>
                </a:solidFill>
                <a:latin typeface="Tahoma"/>
                <a:cs typeface="Tahoma"/>
              </a:rPr>
              <a:t>2</a:t>
            </a:r>
            <a:r>
              <a:rPr sz="1200" spc="195" baseline="-20833"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53</a:t>
            </a:r>
            <a:r>
              <a:rPr sz="1200" spc="355" dirty="0">
                <a:solidFill>
                  <a:srgbClr val="538235"/>
                </a:solidFill>
                <a:latin typeface="Tahoma"/>
                <a:cs typeface="Tahoma"/>
              </a:rPr>
              <a:t> </a:t>
            </a:r>
            <a:r>
              <a:rPr sz="1200" dirty="0">
                <a:solidFill>
                  <a:srgbClr val="538235"/>
                </a:solidFill>
                <a:latin typeface="Tahoma"/>
                <a:cs typeface="Tahoma"/>
              </a:rPr>
              <a:t>M</a:t>
            </a:r>
            <a:r>
              <a:rPr sz="1200" spc="-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spc="-10" dirty="0">
                <a:solidFill>
                  <a:srgbClr val="538235"/>
                </a:solidFill>
                <a:latin typeface="Tahoma"/>
                <a:cs typeface="Tahoma"/>
              </a:rPr>
              <a:t>2491</a:t>
            </a:r>
            <a:r>
              <a:rPr sz="1200" spc="-25" dirty="0">
                <a:solidFill>
                  <a:srgbClr val="538235"/>
                </a:solidFill>
                <a:latin typeface="Tahoma"/>
                <a:cs typeface="Tahoma"/>
              </a:rPr>
              <a:t> </a:t>
            </a:r>
            <a:r>
              <a:rPr sz="1200" dirty="0">
                <a:solidFill>
                  <a:srgbClr val="538235"/>
                </a:solidFill>
                <a:latin typeface="Tahoma"/>
                <a:cs typeface="Tahoma"/>
              </a:rPr>
              <a:t>A</a:t>
            </a:r>
            <a:r>
              <a:rPr sz="1200" spc="5"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959</a:t>
            </a:r>
            <a:endParaRPr sz="1200">
              <a:latin typeface="Tahoma"/>
              <a:cs typeface="Tahoma"/>
            </a:endParaRPr>
          </a:p>
        </p:txBody>
      </p:sp>
      <p:sp>
        <p:nvSpPr>
          <p:cNvPr id="3" name="object 3"/>
          <p:cNvSpPr txBox="1"/>
          <p:nvPr/>
        </p:nvSpPr>
        <p:spPr>
          <a:xfrm>
            <a:off x="525170" y="4594606"/>
            <a:ext cx="3143885" cy="574040"/>
          </a:xfrm>
          <a:prstGeom prst="rect">
            <a:avLst/>
          </a:prstGeom>
        </p:spPr>
        <p:txBody>
          <a:bodyPr vert="horz" wrap="square" lIns="0" tIns="104140" rIns="0" bIns="0" rtlCol="0">
            <a:spAutoFit/>
          </a:bodyPr>
          <a:lstStyle/>
          <a:p>
            <a:pPr marL="38100">
              <a:lnSpc>
                <a:spcPct val="100000"/>
              </a:lnSpc>
              <a:spcBef>
                <a:spcPts val="820"/>
              </a:spcBef>
            </a:pPr>
            <a:r>
              <a:rPr sz="1200" dirty="0">
                <a:solidFill>
                  <a:srgbClr val="538235"/>
                </a:solidFill>
                <a:latin typeface="Tahoma"/>
                <a:cs typeface="Tahoma"/>
              </a:rPr>
              <a:t>M</a:t>
            </a:r>
            <a:r>
              <a:rPr sz="1200" baseline="-20833" dirty="0">
                <a:solidFill>
                  <a:srgbClr val="538235"/>
                </a:solidFill>
                <a:latin typeface="Tahoma"/>
                <a:cs typeface="Tahoma"/>
              </a:rPr>
              <a:t>1</a:t>
            </a:r>
            <a:r>
              <a:rPr sz="1200" spc="142" baseline="-20833"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M/m</a:t>
            </a:r>
            <a:r>
              <a:rPr sz="1200" spc="-7" baseline="-20833" dirty="0">
                <a:solidFill>
                  <a:srgbClr val="538235"/>
                </a:solidFill>
                <a:latin typeface="Tahoma"/>
                <a:cs typeface="Tahoma"/>
              </a:rPr>
              <a:t>1</a:t>
            </a:r>
            <a:r>
              <a:rPr sz="1200" spc="179" baseline="-20833"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2491/47</a:t>
            </a:r>
            <a:r>
              <a:rPr sz="1200" spc="1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10" dirty="0">
                <a:solidFill>
                  <a:srgbClr val="538235"/>
                </a:solidFill>
                <a:latin typeface="Tahoma"/>
                <a:cs typeface="Tahoma"/>
              </a:rPr>
              <a:t>53</a:t>
            </a:r>
            <a:endParaRPr sz="1200">
              <a:latin typeface="Tahoma"/>
              <a:cs typeface="Tahoma"/>
            </a:endParaRPr>
          </a:p>
          <a:p>
            <a:pPr marL="38100">
              <a:lnSpc>
                <a:spcPts val="520"/>
              </a:lnSpc>
              <a:spcBef>
                <a:spcPts val="720"/>
              </a:spcBef>
              <a:tabLst>
                <a:tab pos="351790" algn="l"/>
                <a:tab pos="815340" algn="l"/>
                <a:tab pos="1751330" algn="l"/>
              </a:tabLst>
            </a:pPr>
            <a:r>
              <a:rPr sz="1200" dirty="0">
                <a:solidFill>
                  <a:srgbClr val="538235"/>
                </a:solidFill>
                <a:latin typeface="Tahoma"/>
                <a:cs typeface="Tahoma"/>
              </a:rPr>
              <a:t>M</a:t>
            </a:r>
            <a:r>
              <a:rPr sz="1200" baseline="-20833" dirty="0">
                <a:solidFill>
                  <a:srgbClr val="538235"/>
                </a:solidFill>
                <a:latin typeface="Tahoma"/>
                <a:cs typeface="Tahoma"/>
              </a:rPr>
              <a:t>1	</a:t>
            </a:r>
            <a:r>
              <a:rPr sz="1200" dirty="0">
                <a:solidFill>
                  <a:srgbClr val="538235"/>
                </a:solidFill>
                <a:latin typeface="Tahoma"/>
                <a:cs typeface="Tahoma"/>
              </a:rPr>
              <a:t>= </a:t>
            </a:r>
            <a:r>
              <a:rPr sz="1200" spc="-5" dirty="0">
                <a:solidFill>
                  <a:srgbClr val="538235"/>
                </a:solidFill>
                <a:latin typeface="Tahoma"/>
                <a:cs typeface="Tahoma"/>
              </a:rPr>
              <a:t>53	</a:t>
            </a:r>
            <a:r>
              <a:rPr sz="1200" dirty="0">
                <a:solidFill>
                  <a:srgbClr val="538235"/>
                </a:solidFill>
                <a:latin typeface="Tahoma"/>
                <a:cs typeface="Tahoma"/>
              </a:rPr>
              <a:t>mod</a:t>
            </a:r>
            <a:r>
              <a:rPr sz="1200" spc="-10" dirty="0">
                <a:solidFill>
                  <a:srgbClr val="538235"/>
                </a:solidFill>
                <a:latin typeface="Tahoma"/>
                <a:cs typeface="Tahoma"/>
              </a:rPr>
              <a:t> </a:t>
            </a:r>
            <a:r>
              <a:rPr sz="1200" spc="-5" dirty="0">
                <a:solidFill>
                  <a:srgbClr val="538235"/>
                </a:solidFill>
                <a:latin typeface="Tahoma"/>
                <a:cs typeface="Tahoma"/>
              </a:rPr>
              <a:t>47</a:t>
            </a:r>
            <a:r>
              <a:rPr sz="1200" dirty="0">
                <a:solidFill>
                  <a:srgbClr val="538235"/>
                </a:solidFill>
                <a:latin typeface="Tahoma"/>
                <a:cs typeface="Tahoma"/>
              </a:rPr>
              <a:t> = 6	mod</a:t>
            </a:r>
            <a:r>
              <a:rPr sz="1200" spc="-25" dirty="0">
                <a:solidFill>
                  <a:srgbClr val="538235"/>
                </a:solidFill>
                <a:latin typeface="Tahoma"/>
                <a:cs typeface="Tahoma"/>
              </a:rPr>
              <a:t> </a:t>
            </a:r>
            <a:r>
              <a:rPr sz="1200" spc="-5" dirty="0">
                <a:solidFill>
                  <a:srgbClr val="538235"/>
                </a:solidFill>
                <a:latin typeface="Tahoma"/>
                <a:cs typeface="Tahoma"/>
              </a:rPr>
              <a:t>47</a:t>
            </a:r>
            <a:r>
              <a:rPr sz="1200" spc="-1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8</a:t>
            </a:r>
            <a:r>
              <a:rPr sz="1200" spc="-1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47</a:t>
            </a:r>
            <a:endParaRPr sz="1200">
              <a:latin typeface="Tahoma"/>
              <a:cs typeface="Tahoma"/>
            </a:endParaRPr>
          </a:p>
          <a:p>
            <a:pPr marL="211454">
              <a:lnSpc>
                <a:spcPts val="480"/>
              </a:lnSpc>
              <a:tabLst>
                <a:tab pos="675005" algn="l"/>
                <a:tab pos="1610995" algn="l"/>
              </a:tabLst>
            </a:pPr>
            <a:r>
              <a:rPr sz="800" spc="-5" dirty="0">
                <a:solidFill>
                  <a:srgbClr val="538235"/>
                </a:solidFill>
                <a:latin typeface="Tahoma"/>
                <a:cs typeface="Tahoma"/>
              </a:rPr>
              <a:t>-1	-1	-1</a:t>
            </a:r>
            <a:endParaRPr sz="800">
              <a:latin typeface="Tahoma"/>
              <a:cs typeface="Tahoma"/>
            </a:endParaRPr>
          </a:p>
        </p:txBody>
      </p:sp>
      <p:sp>
        <p:nvSpPr>
          <p:cNvPr id="4" name="object 4"/>
          <p:cNvSpPr txBox="1"/>
          <p:nvPr/>
        </p:nvSpPr>
        <p:spPr>
          <a:xfrm>
            <a:off x="3955669" y="4594606"/>
            <a:ext cx="2077085" cy="574040"/>
          </a:xfrm>
          <a:prstGeom prst="rect">
            <a:avLst/>
          </a:prstGeom>
        </p:spPr>
        <p:txBody>
          <a:bodyPr vert="horz" wrap="square" lIns="0" tIns="104140" rIns="0" bIns="0" rtlCol="0">
            <a:spAutoFit/>
          </a:bodyPr>
          <a:lstStyle/>
          <a:p>
            <a:pPr marL="38100">
              <a:lnSpc>
                <a:spcPct val="100000"/>
              </a:lnSpc>
              <a:spcBef>
                <a:spcPts val="820"/>
              </a:spcBef>
            </a:pPr>
            <a:r>
              <a:rPr sz="1200" dirty="0">
                <a:solidFill>
                  <a:srgbClr val="538235"/>
                </a:solidFill>
                <a:latin typeface="Tahoma"/>
                <a:cs typeface="Tahoma"/>
              </a:rPr>
              <a:t>M</a:t>
            </a:r>
            <a:r>
              <a:rPr sz="1200" baseline="-20833" dirty="0">
                <a:solidFill>
                  <a:srgbClr val="538235"/>
                </a:solidFill>
                <a:latin typeface="Tahoma"/>
                <a:cs typeface="Tahoma"/>
              </a:rPr>
              <a:t>2</a:t>
            </a:r>
            <a:r>
              <a:rPr sz="1200" spc="142" baseline="-20833"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M/m</a:t>
            </a:r>
            <a:r>
              <a:rPr sz="1200" spc="-7" baseline="-20833" dirty="0">
                <a:solidFill>
                  <a:srgbClr val="538235"/>
                </a:solidFill>
                <a:latin typeface="Tahoma"/>
                <a:cs typeface="Tahoma"/>
              </a:rPr>
              <a:t>2</a:t>
            </a:r>
            <a:r>
              <a:rPr sz="1200" spc="179" baseline="-20833"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10" dirty="0">
                <a:solidFill>
                  <a:srgbClr val="538235"/>
                </a:solidFill>
                <a:latin typeface="Tahoma"/>
                <a:cs typeface="Tahoma"/>
              </a:rPr>
              <a:t>2491/53</a:t>
            </a:r>
            <a:r>
              <a:rPr sz="1200" spc="1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47</a:t>
            </a:r>
            <a:endParaRPr sz="1200">
              <a:latin typeface="Tahoma"/>
              <a:cs typeface="Tahoma"/>
            </a:endParaRPr>
          </a:p>
          <a:p>
            <a:pPr marL="38100">
              <a:lnSpc>
                <a:spcPts val="520"/>
              </a:lnSpc>
              <a:spcBef>
                <a:spcPts val="720"/>
              </a:spcBef>
              <a:tabLst>
                <a:tab pos="351790" algn="l"/>
                <a:tab pos="815340" algn="l"/>
              </a:tabLst>
            </a:pPr>
            <a:r>
              <a:rPr sz="1200" dirty="0">
                <a:solidFill>
                  <a:srgbClr val="538235"/>
                </a:solidFill>
                <a:latin typeface="Tahoma"/>
                <a:cs typeface="Tahoma"/>
              </a:rPr>
              <a:t>M</a:t>
            </a:r>
            <a:r>
              <a:rPr sz="1200" baseline="-20833" dirty="0">
                <a:solidFill>
                  <a:srgbClr val="538235"/>
                </a:solidFill>
                <a:latin typeface="Tahoma"/>
                <a:cs typeface="Tahoma"/>
              </a:rPr>
              <a:t>2	</a:t>
            </a:r>
            <a:r>
              <a:rPr sz="1200" dirty="0">
                <a:solidFill>
                  <a:srgbClr val="538235"/>
                </a:solidFill>
                <a:latin typeface="Tahoma"/>
                <a:cs typeface="Tahoma"/>
              </a:rPr>
              <a:t>= </a:t>
            </a:r>
            <a:r>
              <a:rPr sz="1200" spc="-5" dirty="0">
                <a:solidFill>
                  <a:srgbClr val="538235"/>
                </a:solidFill>
                <a:latin typeface="Tahoma"/>
                <a:cs typeface="Tahoma"/>
              </a:rPr>
              <a:t>47	</a:t>
            </a:r>
            <a:r>
              <a:rPr sz="1200" dirty="0">
                <a:solidFill>
                  <a:srgbClr val="538235"/>
                </a:solidFill>
                <a:latin typeface="Tahoma"/>
                <a:cs typeface="Tahoma"/>
              </a:rPr>
              <a:t>≡</a:t>
            </a:r>
            <a:r>
              <a:rPr sz="1200" spc="-20" dirty="0">
                <a:solidFill>
                  <a:srgbClr val="538235"/>
                </a:solidFill>
                <a:latin typeface="Tahoma"/>
                <a:cs typeface="Tahoma"/>
              </a:rPr>
              <a:t> </a:t>
            </a:r>
            <a:r>
              <a:rPr sz="1200" spc="-5" dirty="0">
                <a:solidFill>
                  <a:srgbClr val="538235"/>
                </a:solidFill>
                <a:latin typeface="Tahoma"/>
                <a:cs typeface="Tahoma"/>
              </a:rPr>
              <a:t>-9</a:t>
            </a:r>
            <a:r>
              <a:rPr sz="1200" spc="-1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44</a:t>
            </a:r>
            <a:r>
              <a:rPr sz="1200" spc="-20"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spc="-10" dirty="0">
                <a:solidFill>
                  <a:srgbClr val="538235"/>
                </a:solidFill>
                <a:latin typeface="Tahoma"/>
                <a:cs typeface="Tahoma"/>
              </a:rPr>
              <a:t>53</a:t>
            </a:r>
            <a:endParaRPr sz="1200">
              <a:latin typeface="Tahoma"/>
              <a:cs typeface="Tahoma"/>
            </a:endParaRPr>
          </a:p>
          <a:p>
            <a:pPr marL="211454">
              <a:lnSpc>
                <a:spcPts val="480"/>
              </a:lnSpc>
              <a:tabLst>
                <a:tab pos="675005" algn="l"/>
              </a:tabLst>
            </a:pPr>
            <a:r>
              <a:rPr sz="800" spc="-5" dirty="0">
                <a:solidFill>
                  <a:srgbClr val="538235"/>
                </a:solidFill>
                <a:latin typeface="Tahoma"/>
                <a:cs typeface="Tahoma"/>
              </a:rPr>
              <a:t>-1	-1</a:t>
            </a:r>
            <a:endParaRPr sz="800">
              <a:latin typeface="Tahoma"/>
              <a:cs typeface="Tahoma"/>
            </a:endParaRPr>
          </a:p>
        </p:txBody>
      </p:sp>
      <p:sp>
        <p:nvSpPr>
          <p:cNvPr id="5" name="object 5"/>
          <p:cNvSpPr txBox="1"/>
          <p:nvPr/>
        </p:nvSpPr>
        <p:spPr>
          <a:xfrm>
            <a:off x="525170" y="6789801"/>
            <a:ext cx="5803265" cy="1946275"/>
          </a:xfrm>
          <a:prstGeom prst="rect">
            <a:avLst/>
          </a:prstGeom>
        </p:spPr>
        <p:txBody>
          <a:bodyPr vert="horz" wrap="square" lIns="0" tIns="104140" rIns="0" bIns="0" rtlCol="0">
            <a:spAutoFit/>
          </a:bodyPr>
          <a:lstStyle/>
          <a:p>
            <a:pPr marL="38100">
              <a:lnSpc>
                <a:spcPct val="100000"/>
              </a:lnSpc>
              <a:spcBef>
                <a:spcPts val="820"/>
              </a:spcBef>
            </a:pPr>
            <a:r>
              <a:rPr sz="1200" spc="-10" dirty="0">
                <a:solidFill>
                  <a:srgbClr val="538235"/>
                </a:solidFill>
                <a:latin typeface="Tahoma"/>
                <a:cs typeface="Tahoma"/>
              </a:rPr>
              <a:t>959</a:t>
            </a:r>
            <a:r>
              <a:rPr sz="1200" spc="-5" dirty="0">
                <a:solidFill>
                  <a:srgbClr val="538235"/>
                </a:solidFill>
                <a:latin typeface="Tahoma"/>
                <a:cs typeface="Tahoma"/>
              </a:rPr>
              <a:t> </a:t>
            </a:r>
            <a:r>
              <a:rPr sz="1200" spc="-10" dirty="0">
                <a:solidFill>
                  <a:srgbClr val="538235"/>
                </a:solidFill>
                <a:latin typeface="Tahoma"/>
                <a:cs typeface="Tahoma"/>
              </a:rPr>
              <a:t>is</a:t>
            </a:r>
            <a:r>
              <a:rPr sz="1200" dirty="0">
                <a:solidFill>
                  <a:srgbClr val="538235"/>
                </a:solidFill>
                <a:latin typeface="Tahoma"/>
                <a:cs typeface="Tahoma"/>
              </a:rPr>
              <a:t> </a:t>
            </a:r>
            <a:r>
              <a:rPr sz="1200" spc="-5" dirty="0">
                <a:solidFill>
                  <a:srgbClr val="538235"/>
                </a:solidFill>
                <a:latin typeface="Tahoma"/>
                <a:cs typeface="Tahoma"/>
              </a:rPr>
              <a:t>represented</a:t>
            </a:r>
            <a:r>
              <a:rPr sz="1200" spc="50" dirty="0">
                <a:solidFill>
                  <a:srgbClr val="538235"/>
                </a:solidFill>
                <a:latin typeface="Tahoma"/>
                <a:cs typeface="Tahoma"/>
              </a:rPr>
              <a:t> </a:t>
            </a:r>
            <a:r>
              <a:rPr sz="1200" spc="-5" dirty="0">
                <a:solidFill>
                  <a:srgbClr val="538235"/>
                </a:solidFill>
                <a:latin typeface="Tahoma"/>
                <a:cs typeface="Tahoma"/>
              </a:rPr>
              <a:t>as </a:t>
            </a:r>
            <a:r>
              <a:rPr sz="1200" spc="-10" dirty="0">
                <a:solidFill>
                  <a:srgbClr val="538235"/>
                </a:solidFill>
                <a:latin typeface="Tahoma"/>
                <a:cs typeface="Tahoma"/>
              </a:rPr>
              <a:t>(19,</a:t>
            </a:r>
            <a:r>
              <a:rPr sz="1200" spc="5" dirty="0">
                <a:solidFill>
                  <a:srgbClr val="538235"/>
                </a:solidFill>
                <a:latin typeface="Tahoma"/>
                <a:cs typeface="Tahoma"/>
              </a:rPr>
              <a:t> </a:t>
            </a:r>
            <a:r>
              <a:rPr sz="1200" spc="-5" dirty="0">
                <a:solidFill>
                  <a:srgbClr val="538235"/>
                </a:solidFill>
                <a:latin typeface="Tahoma"/>
                <a:cs typeface="Tahoma"/>
              </a:rPr>
              <a:t>5)</a:t>
            </a:r>
            <a:r>
              <a:rPr sz="1200" spc="360" dirty="0">
                <a:solidFill>
                  <a:srgbClr val="538235"/>
                </a:solidFill>
                <a:latin typeface="Tahoma"/>
                <a:cs typeface="Tahoma"/>
              </a:rPr>
              <a:t> </a:t>
            </a:r>
            <a:r>
              <a:rPr sz="1200" spc="-5" dirty="0">
                <a:solidFill>
                  <a:srgbClr val="538235"/>
                </a:solidFill>
                <a:latin typeface="Tahoma"/>
                <a:cs typeface="Tahoma"/>
              </a:rPr>
              <a:t>as</a:t>
            </a:r>
            <a:r>
              <a:rPr sz="1200" dirty="0">
                <a:solidFill>
                  <a:srgbClr val="538235"/>
                </a:solidFill>
                <a:latin typeface="Tahoma"/>
                <a:cs typeface="Tahoma"/>
              </a:rPr>
              <a:t> </a:t>
            </a:r>
            <a:r>
              <a:rPr sz="1200" spc="-10" dirty="0">
                <a:solidFill>
                  <a:srgbClr val="538235"/>
                </a:solidFill>
                <a:latin typeface="Tahoma"/>
                <a:cs typeface="Tahoma"/>
              </a:rPr>
              <a:t>959</a:t>
            </a:r>
            <a:r>
              <a:rPr sz="1200" dirty="0">
                <a:solidFill>
                  <a:srgbClr val="538235"/>
                </a:solidFill>
                <a:latin typeface="Tahoma"/>
                <a:cs typeface="Tahoma"/>
              </a:rPr>
              <a:t> mod</a:t>
            </a:r>
            <a:r>
              <a:rPr sz="1200" spc="5" dirty="0">
                <a:solidFill>
                  <a:srgbClr val="538235"/>
                </a:solidFill>
                <a:latin typeface="Tahoma"/>
                <a:cs typeface="Tahoma"/>
              </a:rPr>
              <a:t> </a:t>
            </a:r>
            <a:r>
              <a:rPr sz="1200" spc="-5" dirty="0">
                <a:solidFill>
                  <a:srgbClr val="538235"/>
                </a:solidFill>
                <a:latin typeface="Tahoma"/>
                <a:cs typeface="Tahoma"/>
              </a:rPr>
              <a:t>47</a:t>
            </a:r>
            <a:r>
              <a:rPr sz="1200" dirty="0">
                <a:solidFill>
                  <a:srgbClr val="538235"/>
                </a:solidFill>
                <a:latin typeface="Tahoma"/>
                <a:cs typeface="Tahoma"/>
              </a:rPr>
              <a:t> = </a:t>
            </a:r>
            <a:r>
              <a:rPr sz="1200" spc="-5" dirty="0">
                <a:solidFill>
                  <a:srgbClr val="538235"/>
                </a:solidFill>
                <a:latin typeface="Tahoma"/>
                <a:cs typeface="Tahoma"/>
              </a:rPr>
              <a:t>19 and 959</a:t>
            </a:r>
            <a:r>
              <a:rPr sz="1200" dirty="0">
                <a:solidFill>
                  <a:srgbClr val="538235"/>
                </a:solidFill>
                <a:latin typeface="Tahoma"/>
                <a:cs typeface="Tahoma"/>
              </a:rPr>
              <a:t> mod</a:t>
            </a:r>
            <a:r>
              <a:rPr sz="1200" spc="-15" dirty="0">
                <a:solidFill>
                  <a:srgbClr val="538235"/>
                </a:solidFill>
                <a:latin typeface="Tahoma"/>
                <a:cs typeface="Tahoma"/>
              </a:rPr>
              <a:t> </a:t>
            </a:r>
            <a:r>
              <a:rPr sz="1200" spc="-5" dirty="0">
                <a:solidFill>
                  <a:srgbClr val="538235"/>
                </a:solidFill>
                <a:latin typeface="Tahoma"/>
                <a:cs typeface="Tahoma"/>
              </a:rPr>
              <a:t>53</a:t>
            </a:r>
            <a:r>
              <a:rPr sz="1200" dirty="0">
                <a:solidFill>
                  <a:srgbClr val="538235"/>
                </a:solidFill>
                <a:latin typeface="Tahoma"/>
                <a:cs typeface="Tahoma"/>
              </a:rPr>
              <a:t> = 5</a:t>
            </a:r>
            <a:endParaRPr sz="1200">
              <a:latin typeface="Tahoma"/>
              <a:cs typeface="Tahoma"/>
            </a:endParaRPr>
          </a:p>
          <a:p>
            <a:pPr marL="38100">
              <a:lnSpc>
                <a:spcPct val="100000"/>
              </a:lnSpc>
              <a:spcBef>
                <a:spcPts val="720"/>
              </a:spcBef>
            </a:pPr>
            <a:r>
              <a:rPr sz="1200" spc="-65" dirty="0">
                <a:solidFill>
                  <a:srgbClr val="538235"/>
                </a:solidFill>
                <a:latin typeface="Tahoma"/>
                <a:cs typeface="Tahoma"/>
              </a:rPr>
              <a:t>To</a:t>
            </a:r>
            <a:r>
              <a:rPr sz="1200" spc="-10" dirty="0">
                <a:solidFill>
                  <a:srgbClr val="538235"/>
                </a:solidFill>
                <a:latin typeface="Tahoma"/>
                <a:cs typeface="Tahoma"/>
              </a:rPr>
              <a:t> </a:t>
            </a:r>
            <a:r>
              <a:rPr sz="1200" spc="-5" dirty="0">
                <a:solidFill>
                  <a:srgbClr val="538235"/>
                </a:solidFill>
                <a:latin typeface="Tahoma"/>
                <a:cs typeface="Tahoma"/>
              </a:rPr>
              <a:t>add</a:t>
            </a:r>
            <a:r>
              <a:rPr sz="1200" spc="-15" dirty="0">
                <a:solidFill>
                  <a:srgbClr val="538235"/>
                </a:solidFill>
                <a:latin typeface="Tahoma"/>
                <a:cs typeface="Tahoma"/>
              </a:rPr>
              <a:t> </a:t>
            </a:r>
            <a:r>
              <a:rPr sz="1200" spc="-10" dirty="0">
                <a:solidFill>
                  <a:srgbClr val="538235"/>
                </a:solidFill>
                <a:latin typeface="Tahoma"/>
                <a:cs typeface="Tahoma"/>
              </a:rPr>
              <a:t>648</a:t>
            </a:r>
            <a:r>
              <a:rPr sz="1200" spc="-15" dirty="0">
                <a:solidFill>
                  <a:srgbClr val="538235"/>
                </a:solidFill>
                <a:latin typeface="Tahoma"/>
                <a:cs typeface="Tahoma"/>
              </a:rPr>
              <a:t> </a:t>
            </a:r>
            <a:r>
              <a:rPr sz="1200" dirty="0">
                <a:solidFill>
                  <a:srgbClr val="538235"/>
                </a:solidFill>
                <a:latin typeface="Tahoma"/>
                <a:cs typeface="Tahoma"/>
              </a:rPr>
              <a:t>to</a:t>
            </a:r>
            <a:r>
              <a:rPr sz="1200" spc="-30" dirty="0">
                <a:solidFill>
                  <a:srgbClr val="538235"/>
                </a:solidFill>
                <a:latin typeface="Tahoma"/>
                <a:cs typeface="Tahoma"/>
              </a:rPr>
              <a:t> </a:t>
            </a:r>
            <a:r>
              <a:rPr sz="1200" spc="-10" dirty="0">
                <a:solidFill>
                  <a:srgbClr val="538235"/>
                </a:solidFill>
                <a:latin typeface="Tahoma"/>
                <a:cs typeface="Tahoma"/>
              </a:rPr>
              <a:t>959,</a:t>
            </a:r>
            <a:endParaRPr sz="1200">
              <a:latin typeface="Tahoma"/>
              <a:cs typeface="Tahoma"/>
            </a:endParaRPr>
          </a:p>
          <a:p>
            <a:pPr marL="38100">
              <a:lnSpc>
                <a:spcPct val="100000"/>
              </a:lnSpc>
              <a:spcBef>
                <a:spcPts val="720"/>
              </a:spcBef>
            </a:pPr>
            <a:r>
              <a:rPr sz="1200" spc="-10" dirty="0">
                <a:solidFill>
                  <a:srgbClr val="538235"/>
                </a:solidFill>
                <a:latin typeface="Tahoma"/>
                <a:cs typeface="Tahoma"/>
              </a:rPr>
              <a:t>(648)</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(648</a:t>
            </a:r>
            <a:r>
              <a:rPr sz="1200" dirty="0">
                <a:solidFill>
                  <a:srgbClr val="538235"/>
                </a:solidFill>
                <a:latin typeface="Tahoma"/>
                <a:cs typeface="Tahoma"/>
              </a:rPr>
              <a:t> </a:t>
            </a:r>
            <a:r>
              <a:rPr sz="1200" spc="-5" dirty="0">
                <a:solidFill>
                  <a:srgbClr val="538235"/>
                </a:solidFill>
                <a:latin typeface="Tahoma"/>
                <a:cs typeface="Tahoma"/>
              </a:rPr>
              <a:t>mod</a:t>
            </a:r>
            <a:r>
              <a:rPr sz="1200" spc="15" dirty="0">
                <a:solidFill>
                  <a:srgbClr val="538235"/>
                </a:solidFill>
                <a:latin typeface="Tahoma"/>
                <a:cs typeface="Tahoma"/>
              </a:rPr>
              <a:t> </a:t>
            </a:r>
            <a:r>
              <a:rPr sz="1200" spc="-40" dirty="0">
                <a:solidFill>
                  <a:srgbClr val="538235"/>
                </a:solidFill>
                <a:latin typeface="Tahoma"/>
                <a:cs typeface="Tahoma"/>
              </a:rPr>
              <a:t>47,</a:t>
            </a:r>
            <a:r>
              <a:rPr sz="1200" spc="5" dirty="0">
                <a:solidFill>
                  <a:srgbClr val="538235"/>
                </a:solidFill>
                <a:latin typeface="Tahoma"/>
                <a:cs typeface="Tahoma"/>
              </a:rPr>
              <a:t> </a:t>
            </a:r>
            <a:r>
              <a:rPr sz="1200" spc="-10" dirty="0">
                <a:solidFill>
                  <a:srgbClr val="538235"/>
                </a:solidFill>
                <a:latin typeface="Tahoma"/>
                <a:cs typeface="Tahoma"/>
              </a:rPr>
              <a:t>648</a:t>
            </a:r>
            <a:r>
              <a:rPr sz="1200" dirty="0">
                <a:solidFill>
                  <a:srgbClr val="538235"/>
                </a:solidFill>
                <a:latin typeface="Tahoma"/>
                <a:cs typeface="Tahoma"/>
              </a:rPr>
              <a:t> </a:t>
            </a:r>
            <a:r>
              <a:rPr sz="1200" spc="-5" dirty="0">
                <a:solidFill>
                  <a:srgbClr val="538235"/>
                </a:solidFill>
                <a:latin typeface="Tahoma"/>
                <a:cs typeface="Tahoma"/>
              </a:rPr>
              <a:t>mod</a:t>
            </a:r>
            <a:r>
              <a:rPr sz="1200" spc="-10" dirty="0">
                <a:solidFill>
                  <a:srgbClr val="538235"/>
                </a:solidFill>
                <a:latin typeface="Tahoma"/>
                <a:cs typeface="Tahoma"/>
              </a:rPr>
              <a:t> 53)</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30" dirty="0">
                <a:solidFill>
                  <a:srgbClr val="538235"/>
                </a:solidFill>
                <a:latin typeface="Tahoma"/>
                <a:cs typeface="Tahoma"/>
              </a:rPr>
              <a:t>(37,</a:t>
            </a:r>
            <a:r>
              <a:rPr sz="1200" spc="25" dirty="0">
                <a:solidFill>
                  <a:srgbClr val="538235"/>
                </a:solidFill>
                <a:latin typeface="Tahoma"/>
                <a:cs typeface="Tahoma"/>
              </a:rPr>
              <a:t> </a:t>
            </a:r>
            <a:r>
              <a:rPr sz="1200" spc="-10" dirty="0">
                <a:solidFill>
                  <a:srgbClr val="538235"/>
                </a:solidFill>
                <a:latin typeface="Tahoma"/>
                <a:cs typeface="Tahoma"/>
              </a:rPr>
              <a:t>12)</a:t>
            </a:r>
            <a:endParaRPr sz="1200">
              <a:latin typeface="Tahoma"/>
              <a:cs typeface="Tahoma"/>
            </a:endParaRPr>
          </a:p>
          <a:p>
            <a:pPr marL="38100">
              <a:lnSpc>
                <a:spcPct val="100000"/>
              </a:lnSpc>
              <a:spcBef>
                <a:spcPts val="720"/>
              </a:spcBef>
            </a:pPr>
            <a:r>
              <a:rPr sz="1200" spc="-10" dirty="0">
                <a:solidFill>
                  <a:srgbClr val="538235"/>
                </a:solidFill>
                <a:latin typeface="Tahoma"/>
                <a:cs typeface="Tahoma"/>
              </a:rPr>
              <a:t>(648+959)</a:t>
            </a:r>
            <a:r>
              <a:rPr sz="1200" spc="2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spc="-5" dirty="0">
                <a:solidFill>
                  <a:srgbClr val="538235"/>
                </a:solidFill>
                <a:latin typeface="Tahoma"/>
                <a:cs typeface="Tahoma"/>
              </a:rPr>
              <a:t>2491 </a:t>
            </a:r>
            <a:r>
              <a:rPr sz="1200" dirty="0">
                <a:solidFill>
                  <a:srgbClr val="538235"/>
                </a:solidFill>
                <a:latin typeface="Tahoma"/>
                <a:cs typeface="Tahoma"/>
              </a:rPr>
              <a:t>↔</a:t>
            </a:r>
            <a:r>
              <a:rPr sz="1200" spc="-15" dirty="0">
                <a:solidFill>
                  <a:srgbClr val="538235"/>
                </a:solidFill>
                <a:latin typeface="Tahoma"/>
                <a:cs typeface="Tahoma"/>
              </a:rPr>
              <a:t> </a:t>
            </a:r>
            <a:r>
              <a:rPr sz="1200" spc="-10" dirty="0">
                <a:solidFill>
                  <a:srgbClr val="538235"/>
                </a:solidFill>
                <a:latin typeface="Tahoma"/>
                <a:cs typeface="Tahoma"/>
              </a:rPr>
              <a:t>(37+19</a:t>
            </a:r>
            <a:r>
              <a:rPr sz="1200" spc="20"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spc="-40" dirty="0">
                <a:solidFill>
                  <a:srgbClr val="538235"/>
                </a:solidFill>
                <a:latin typeface="Tahoma"/>
                <a:cs typeface="Tahoma"/>
              </a:rPr>
              <a:t>47,</a:t>
            </a:r>
            <a:r>
              <a:rPr sz="1200" spc="25" dirty="0">
                <a:solidFill>
                  <a:srgbClr val="538235"/>
                </a:solidFill>
                <a:latin typeface="Tahoma"/>
                <a:cs typeface="Tahoma"/>
              </a:rPr>
              <a:t> </a:t>
            </a:r>
            <a:r>
              <a:rPr sz="1200" spc="-10" dirty="0">
                <a:solidFill>
                  <a:srgbClr val="538235"/>
                </a:solidFill>
                <a:latin typeface="Tahoma"/>
                <a:cs typeface="Tahoma"/>
              </a:rPr>
              <a:t>12+5</a:t>
            </a:r>
            <a:r>
              <a:rPr sz="1200" dirty="0">
                <a:solidFill>
                  <a:srgbClr val="538235"/>
                </a:solidFill>
                <a:latin typeface="Tahoma"/>
                <a:cs typeface="Tahoma"/>
              </a:rPr>
              <a:t> mod</a:t>
            </a:r>
            <a:r>
              <a:rPr sz="1200" spc="-15" dirty="0">
                <a:solidFill>
                  <a:srgbClr val="538235"/>
                </a:solidFill>
                <a:latin typeface="Tahoma"/>
                <a:cs typeface="Tahoma"/>
              </a:rPr>
              <a:t> </a:t>
            </a:r>
            <a:r>
              <a:rPr sz="1200" spc="-10" dirty="0">
                <a:solidFill>
                  <a:srgbClr val="538235"/>
                </a:solidFill>
                <a:latin typeface="Tahoma"/>
                <a:cs typeface="Tahoma"/>
              </a:rPr>
              <a:t>53)</a:t>
            </a:r>
            <a:r>
              <a:rPr sz="1200" spc="30"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(9,</a:t>
            </a:r>
            <a:r>
              <a:rPr sz="1200" spc="5" dirty="0">
                <a:solidFill>
                  <a:srgbClr val="538235"/>
                </a:solidFill>
                <a:latin typeface="Tahoma"/>
                <a:cs typeface="Tahoma"/>
              </a:rPr>
              <a:t> </a:t>
            </a:r>
            <a:r>
              <a:rPr sz="1200" spc="-10" dirty="0">
                <a:solidFill>
                  <a:srgbClr val="538235"/>
                </a:solidFill>
                <a:latin typeface="Tahoma"/>
                <a:cs typeface="Tahoma"/>
              </a:rPr>
              <a:t>17)</a:t>
            </a:r>
            <a:endParaRPr sz="1200">
              <a:latin typeface="Tahoma"/>
              <a:cs typeface="Tahoma"/>
            </a:endParaRPr>
          </a:p>
          <a:p>
            <a:pPr marL="38100">
              <a:lnSpc>
                <a:spcPts val="520"/>
              </a:lnSpc>
              <a:spcBef>
                <a:spcPts val="720"/>
              </a:spcBef>
              <a:tabLst>
                <a:tab pos="2089785" algn="l"/>
                <a:tab pos="2867660" algn="l"/>
              </a:tabLst>
            </a:pPr>
            <a:r>
              <a:rPr sz="1200" spc="-65" dirty="0">
                <a:solidFill>
                  <a:srgbClr val="538235"/>
                </a:solidFill>
                <a:latin typeface="Tahoma"/>
                <a:cs typeface="Tahoma"/>
              </a:rPr>
              <a:t>To</a:t>
            </a:r>
            <a:r>
              <a:rPr sz="1200" spc="10" dirty="0">
                <a:solidFill>
                  <a:srgbClr val="538235"/>
                </a:solidFill>
                <a:latin typeface="Tahoma"/>
                <a:cs typeface="Tahoma"/>
              </a:rPr>
              <a:t> </a:t>
            </a:r>
            <a:r>
              <a:rPr sz="1200" spc="-10" dirty="0">
                <a:solidFill>
                  <a:srgbClr val="538235"/>
                </a:solidFill>
                <a:latin typeface="Tahoma"/>
                <a:cs typeface="Tahoma"/>
              </a:rPr>
              <a:t>verify:</a:t>
            </a:r>
            <a:r>
              <a:rPr sz="1200" spc="409" dirty="0">
                <a:solidFill>
                  <a:srgbClr val="538235"/>
                </a:solidFill>
                <a:latin typeface="Tahoma"/>
                <a:cs typeface="Tahoma"/>
              </a:rPr>
              <a:t> </a:t>
            </a:r>
            <a:r>
              <a:rPr sz="1200" spc="-5" dirty="0">
                <a:solidFill>
                  <a:srgbClr val="538235"/>
                </a:solidFill>
                <a:latin typeface="Tahoma"/>
                <a:cs typeface="Tahoma"/>
              </a:rPr>
              <a:t>(9,</a:t>
            </a:r>
            <a:r>
              <a:rPr sz="1200" spc="15" dirty="0">
                <a:solidFill>
                  <a:srgbClr val="538235"/>
                </a:solidFill>
                <a:latin typeface="Tahoma"/>
                <a:cs typeface="Tahoma"/>
              </a:rPr>
              <a:t> </a:t>
            </a:r>
            <a:r>
              <a:rPr sz="1200" spc="-10" dirty="0">
                <a:solidFill>
                  <a:srgbClr val="538235"/>
                </a:solidFill>
                <a:latin typeface="Tahoma"/>
                <a:cs typeface="Tahoma"/>
              </a:rPr>
              <a:t>17)</a:t>
            </a:r>
            <a:r>
              <a:rPr sz="1200" spc="1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a</a:t>
            </a:r>
            <a:r>
              <a:rPr sz="1200" spc="-7" baseline="-20833" dirty="0">
                <a:solidFill>
                  <a:srgbClr val="538235"/>
                </a:solidFill>
                <a:latin typeface="Tahoma"/>
                <a:cs typeface="Tahoma"/>
              </a:rPr>
              <a:t>1</a:t>
            </a:r>
            <a:r>
              <a:rPr sz="1200" spc="-5" dirty="0">
                <a:solidFill>
                  <a:srgbClr val="538235"/>
                </a:solidFill>
                <a:latin typeface="Tahoma"/>
                <a:cs typeface="Tahoma"/>
              </a:rPr>
              <a:t>M</a:t>
            </a:r>
            <a:r>
              <a:rPr sz="1200" spc="-7" baseline="-20833" dirty="0">
                <a:solidFill>
                  <a:srgbClr val="538235"/>
                </a:solidFill>
                <a:latin typeface="Tahoma"/>
                <a:cs typeface="Tahoma"/>
              </a:rPr>
              <a:t>1</a:t>
            </a:r>
            <a:r>
              <a:rPr sz="1200" spc="-5" dirty="0">
                <a:solidFill>
                  <a:srgbClr val="538235"/>
                </a:solidFill>
                <a:latin typeface="Tahoma"/>
                <a:cs typeface="Tahoma"/>
              </a:rPr>
              <a:t>M</a:t>
            </a:r>
            <a:r>
              <a:rPr sz="1200" spc="-7" baseline="-20833" dirty="0">
                <a:solidFill>
                  <a:srgbClr val="538235"/>
                </a:solidFill>
                <a:latin typeface="Tahoma"/>
                <a:cs typeface="Tahoma"/>
              </a:rPr>
              <a:t>1	</a:t>
            </a:r>
            <a:r>
              <a:rPr sz="1200"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a</a:t>
            </a:r>
            <a:r>
              <a:rPr sz="1200" spc="-7" baseline="-20833" dirty="0">
                <a:solidFill>
                  <a:srgbClr val="538235"/>
                </a:solidFill>
                <a:latin typeface="Tahoma"/>
                <a:cs typeface="Tahoma"/>
              </a:rPr>
              <a:t>2</a:t>
            </a:r>
            <a:r>
              <a:rPr sz="1200" spc="-5" dirty="0">
                <a:solidFill>
                  <a:srgbClr val="538235"/>
                </a:solidFill>
                <a:latin typeface="Tahoma"/>
                <a:cs typeface="Tahoma"/>
              </a:rPr>
              <a:t>M</a:t>
            </a:r>
            <a:r>
              <a:rPr sz="1200" spc="-7" baseline="-20833" dirty="0">
                <a:solidFill>
                  <a:srgbClr val="538235"/>
                </a:solidFill>
                <a:latin typeface="Tahoma"/>
                <a:cs typeface="Tahoma"/>
              </a:rPr>
              <a:t>2</a:t>
            </a:r>
            <a:r>
              <a:rPr sz="1200" spc="-5" dirty="0">
                <a:solidFill>
                  <a:srgbClr val="538235"/>
                </a:solidFill>
                <a:latin typeface="Tahoma"/>
                <a:cs typeface="Tahoma"/>
              </a:rPr>
              <a:t>M</a:t>
            </a:r>
            <a:r>
              <a:rPr sz="1200" spc="-7" baseline="-20833" dirty="0">
                <a:solidFill>
                  <a:srgbClr val="538235"/>
                </a:solidFill>
                <a:latin typeface="Tahoma"/>
                <a:cs typeface="Tahoma"/>
              </a:rPr>
              <a:t>2	</a:t>
            </a:r>
            <a:r>
              <a:rPr sz="1200" dirty="0">
                <a:solidFill>
                  <a:srgbClr val="538235"/>
                </a:solidFill>
                <a:latin typeface="Tahoma"/>
                <a:cs typeface="Tahoma"/>
              </a:rPr>
              <a:t>mod</a:t>
            </a:r>
            <a:r>
              <a:rPr sz="1200" spc="-35" dirty="0">
                <a:solidFill>
                  <a:srgbClr val="538235"/>
                </a:solidFill>
                <a:latin typeface="Tahoma"/>
                <a:cs typeface="Tahoma"/>
              </a:rPr>
              <a:t> </a:t>
            </a:r>
            <a:r>
              <a:rPr sz="1200" dirty="0">
                <a:solidFill>
                  <a:srgbClr val="538235"/>
                </a:solidFill>
                <a:latin typeface="Tahoma"/>
                <a:cs typeface="Tahoma"/>
              </a:rPr>
              <a:t>M</a:t>
            </a:r>
            <a:endParaRPr sz="1200">
              <a:latin typeface="Tahoma"/>
              <a:cs typeface="Tahoma"/>
            </a:endParaRPr>
          </a:p>
          <a:p>
            <a:pPr marR="1022350" algn="ctr">
              <a:lnSpc>
                <a:spcPts val="480"/>
              </a:lnSpc>
              <a:tabLst>
                <a:tab pos="780415" algn="l"/>
              </a:tabLst>
            </a:pPr>
            <a:r>
              <a:rPr sz="800" spc="-5" dirty="0">
                <a:solidFill>
                  <a:srgbClr val="538235"/>
                </a:solidFill>
                <a:latin typeface="Tahoma"/>
                <a:cs typeface="Tahoma"/>
              </a:rPr>
              <a:t>-1	-1</a:t>
            </a:r>
            <a:endParaRPr sz="800">
              <a:latin typeface="Tahoma"/>
              <a:cs typeface="Tahoma"/>
            </a:endParaRPr>
          </a:p>
          <a:p>
            <a:pPr>
              <a:lnSpc>
                <a:spcPct val="100000"/>
              </a:lnSpc>
              <a:spcBef>
                <a:spcPts val="15"/>
              </a:spcBef>
            </a:pPr>
            <a:endParaRPr sz="950">
              <a:latin typeface="Tahoma"/>
              <a:cs typeface="Tahoma"/>
            </a:endParaRPr>
          </a:p>
          <a:p>
            <a:pPr marL="1297305">
              <a:lnSpc>
                <a:spcPct val="100000"/>
              </a:lnSpc>
            </a:pP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a:t>
            </a:r>
            <a:r>
              <a:rPr sz="1200" spc="-25" dirty="0">
                <a:solidFill>
                  <a:srgbClr val="538235"/>
                </a:solidFill>
                <a:latin typeface="Tahoma"/>
                <a:cs typeface="Tahoma"/>
              </a:rPr>
              <a:t> </a:t>
            </a:r>
            <a:r>
              <a:rPr sz="1200" spc="-5" dirty="0">
                <a:solidFill>
                  <a:srgbClr val="538235"/>
                </a:solidFill>
                <a:latin typeface="Tahoma"/>
                <a:cs typeface="Tahoma"/>
              </a:rPr>
              <a:t>(9)</a:t>
            </a:r>
            <a:r>
              <a:rPr sz="1200" spc="25" dirty="0">
                <a:solidFill>
                  <a:srgbClr val="538235"/>
                </a:solidFill>
                <a:latin typeface="Tahoma"/>
                <a:cs typeface="Tahoma"/>
              </a:rPr>
              <a:t> </a:t>
            </a:r>
            <a:r>
              <a:rPr sz="1200" spc="-10" dirty="0">
                <a:solidFill>
                  <a:srgbClr val="538235"/>
                </a:solidFill>
                <a:latin typeface="Tahoma"/>
                <a:cs typeface="Tahoma"/>
              </a:rPr>
              <a:t>(53)</a:t>
            </a:r>
            <a:r>
              <a:rPr sz="1200" dirty="0">
                <a:solidFill>
                  <a:srgbClr val="538235"/>
                </a:solidFill>
                <a:latin typeface="Tahoma"/>
                <a:cs typeface="Tahoma"/>
              </a:rPr>
              <a:t> </a:t>
            </a:r>
            <a:r>
              <a:rPr sz="1200" spc="-5" dirty="0">
                <a:solidFill>
                  <a:srgbClr val="538235"/>
                </a:solidFill>
                <a:latin typeface="Tahoma"/>
                <a:cs typeface="Tahoma"/>
              </a:rPr>
              <a:t>(8)</a:t>
            </a:r>
            <a:r>
              <a:rPr sz="1200" dirty="0">
                <a:solidFill>
                  <a:srgbClr val="538235"/>
                </a:solidFill>
                <a:latin typeface="Tahoma"/>
                <a:cs typeface="Tahoma"/>
              </a:rPr>
              <a:t> + </a:t>
            </a:r>
            <a:r>
              <a:rPr sz="1200" spc="-10" dirty="0">
                <a:solidFill>
                  <a:srgbClr val="538235"/>
                </a:solidFill>
                <a:latin typeface="Tahoma"/>
                <a:cs typeface="Tahoma"/>
              </a:rPr>
              <a:t>(17)</a:t>
            </a:r>
            <a:r>
              <a:rPr sz="1200" spc="20" dirty="0">
                <a:solidFill>
                  <a:srgbClr val="538235"/>
                </a:solidFill>
                <a:latin typeface="Tahoma"/>
                <a:cs typeface="Tahoma"/>
              </a:rPr>
              <a:t> </a:t>
            </a:r>
            <a:r>
              <a:rPr sz="1200" spc="-10" dirty="0">
                <a:solidFill>
                  <a:srgbClr val="538235"/>
                </a:solidFill>
                <a:latin typeface="Tahoma"/>
                <a:cs typeface="Tahoma"/>
              </a:rPr>
              <a:t>(47)</a:t>
            </a:r>
            <a:r>
              <a:rPr sz="1200" dirty="0">
                <a:solidFill>
                  <a:srgbClr val="538235"/>
                </a:solidFill>
                <a:latin typeface="Tahoma"/>
                <a:cs typeface="Tahoma"/>
              </a:rPr>
              <a:t> </a:t>
            </a:r>
            <a:r>
              <a:rPr sz="1200" spc="-10" dirty="0">
                <a:solidFill>
                  <a:srgbClr val="538235"/>
                </a:solidFill>
                <a:latin typeface="Tahoma"/>
                <a:cs typeface="Tahoma"/>
              </a:rPr>
              <a:t>(44)]</a:t>
            </a:r>
            <a:r>
              <a:rPr sz="1200" spc="25"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spc="-10" dirty="0">
                <a:solidFill>
                  <a:srgbClr val="538235"/>
                </a:solidFill>
                <a:latin typeface="Tahoma"/>
                <a:cs typeface="Tahoma"/>
              </a:rPr>
              <a:t>2491</a:t>
            </a:r>
            <a:endParaRPr sz="1200">
              <a:latin typeface="Tahoma"/>
              <a:cs typeface="Tahoma"/>
            </a:endParaRPr>
          </a:p>
          <a:p>
            <a:pPr marL="1297305">
              <a:lnSpc>
                <a:spcPct val="100000"/>
              </a:lnSpc>
              <a:spcBef>
                <a:spcPts val="720"/>
              </a:spcBef>
            </a:pPr>
            <a:r>
              <a:rPr sz="1200" dirty="0">
                <a:solidFill>
                  <a:srgbClr val="538235"/>
                </a:solidFill>
                <a:latin typeface="Tahoma"/>
                <a:cs typeface="Tahoma"/>
              </a:rPr>
              <a:t>=</a:t>
            </a:r>
            <a:r>
              <a:rPr sz="1200" spc="15" dirty="0">
                <a:solidFill>
                  <a:srgbClr val="538235"/>
                </a:solidFill>
                <a:latin typeface="Tahoma"/>
                <a:cs typeface="Tahoma"/>
              </a:rPr>
              <a:t> </a:t>
            </a:r>
            <a:r>
              <a:rPr sz="1200" spc="-10" dirty="0">
                <a:solidFill>
                  <a:srgbClr val="538235"/>
                </a:solidFill>
                <a:latin typeface="Tahoma"/>
                <a:cs typeface="Tahoma"/>
              </a:rPr>
              <a:t>[3816</a:t>
            </a:r>
            <a:r>
              <a:rPr sz="1200" spc="-5"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35156]</a:t>
            </a:r>
            <a:r>
              <a:rPr sz="1200" dirty="0">
                <a:solidFill>
                  <a:srgbClr val="538235"/>
                </a:solidFill>
                <a:latin typeface="Tahoma"/>
                <a:cs typeface="Tahoma"/>
              </a:rPr>
              <a:t> mod</a:t>
            </a:r>
            <a:r>
              <a:rPr sz="1200" spc="5" dirty="0">
                <a:solidFill>
                  <a:srgbClr val="538235"/>
                </a:solidFill>
                <a:latin typeface="Tahoma"/>
                <a:cs typeface="Tahoma"/>
              </a:rPr>
              <a:t> </a:t>
            </a:r>
            <a:r>
              <a:rPr sz="1200" spc="-10" dirty="0">
                <a:solidFill>
                  <a:srgbClr val="538235"/>
                </a:solidFill>
                <a:latin typeface="Tahoma"/>
                <a:cs typeface="Tahoma"/>
              </a:rPr>
              <a:t>2491</a:t>
            </a:r>
            <a:r>
              <a:rPr sz="1200" dirty="0">
                <a:solidFill>
                  <a:srgbClr val="538235"/>
                </a:solidFill>
                <a:latin typeface="Tahoma"/>
                <a:cs typeface="Tahoma"/>
              </a:rPr>
              <a:t> =</a:t>
            </a:r>
            <a:r>
              <a:rPr sz="1200" spc="-5" dirty="0">
                <a:solidFill>
                  <a:srgbClr val="538235"/>
                </a:solidFill>
                <a:latin typeface="Tahoma"/>
                <a:cs typeface="Tahoma"/>
              </a:rPr>
              <a:t> </a:t>
            </a:r>
            <a:r>
              <a:rPr sz="1200" spc="-10" dirty="0">
                <a:solidFill>
                  <a:srgbClr val="538235"/>
                </a:solidFill>
                <a:latin typeface="Tahoma"/>
                <a:cs typeface="Tahoma"/>
              </a:rPr>
              <a:t>1607  (648+959=1607)</a:t>
            </a:r>
            <a:r>
              <a:rPr sz="1200" spc="4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spc="-10" dirty="0">
                <a:solidFill>
                  <a:srgbClr val="538235"/>
                </a:solidFill>
                <a:latin typeface="Tahoma"/>
                <a:cs typeface="Tahoma"/>
              </a:rPr>
              <a:t>2491</a:t>
            </a:r>
            <a:endParaRPr sz="1200">
              <a:latin typeface="Tahoma"/>
              <a:cs typeface="Tahoma"/>
            </a:endParaRPr>
          </a:p>
        </p:txBody>
      </p:sp>
      <p:graphicFrame>
        <p:nvGraphicFramePr>
          <p:cNvPr id="6" name="object 6"/>
          <p:cNvGraphicFramePr>
            <a:graphicFrameLocks noGrp="1"/>
          </p:cNvGraphicFramePr>
          <p:nvPr/>
        </p:nvGraphicFramePr>
        <p:xfrm>
          <a:off x="561886" y="5269991"/>
          <a:ext cx="5745478" cy="1371598"/>
        </p:xfrm>
        <a:graphic>
          <a:graphicData uri="http://schemas.openxmlformats.org/drawingml/2006/table">
            <a:tbl>
              <a:tblPr firstRow="1" bandRow="1">
                <a:tableStyleId>{2D5ABB26-0587-4C30-8999-92F81FD0307C}</a:tableStyleId>
              </a:tblPr>
              <a:tblGrid>
                <a:gridCol w="784860">
                  <a:extLst>
                    <a:ext uri="{9D8B030D-6E8A-4147-A177-3AD203B41FA5}">
                      <a16:colId xmlns:a16="http://schemas.microsoft.com/office/drawing/2014/main" val="20000"/>
                    </a:ext>
                  </a:extLst>
                </a:gridCol>
                <a:gridCol w="784860">
                  <a:extLst>
                    <a:ext uri="{9D8B030D-6E8A-4147-A177-3AD203B41FA5}">
                      <a16:colId xmlns:a16="http://schemas.microsoft.com/office/drawing/2014/main" val="20001"/>
                    </a:ext>
                  </a:extLst>
                </a:gridCol>
                <a:gridCol w="784859">
                  <a:extLst>
                    <a:ext uri="{9D8B030D-6E8A-4147-A177-3AD203B41FA5}">
                      <a16:colId xmlns:a16="http://schemas.microsoft.com/office/drawing/2014/main" val="20002"/>
                    </a:ext>
                  </a:extLst>
                </a:gridCol>
                <a:gridCol w="784860">
                  <a:extLst>
                    <a:ext uri="{9D8B030D-6E8A-4147-A177-3AD203B41FA5}">
                      <a16:colId xmlns:a16="http://schemas.microsoft.com/office/drawing/2014/main" val="20003"/>
                    </a:ext>
                  </a:extLst>
                </a:gridCol>
                <a:gridCol w="784860">
                  <a:extLst>
                    <a:ext uri="{9D8B030D-6E8A-4147-A177-3AD203B41FA5}">
                      <a16:colId xmlns:a16="http://schemas.microsoft.com/office/drawing/2014/main" val="20004"/>
                    </a:ext>
                  </a:extLst>
                </a:gridCol>
                <a:gridCol w="716279">
                  <a:extLst>
                    <a:ext uri="{9D8B030D-6E8A-4147-A177-3AD203B41FA5}">
                      <a16:colId xmlns:a16="http://schemas.microsoft.com/office/drawing/2014/main" val="20005"/>
                    </a:ext>
                  </a:extLst>
                </a:gridCol>
                <a:gridCol w="1104900">
                  <a:extLst>
                    <a:ext uri="{9D8B030D-6E8A-4147-A177-3AD203B41FA5}">
                      <a16:colId xmlns:a16="http://schemas.microsoft.com/office/drawing/2014/main" val="20006"/>
                    </a:ext>
                  </a:extLst>
                </a:gridCol>
              </a:tblGrid>
              <a:tr h="274320">
                <a:tc>
                  <a:txBody>
                    <a:bodyPr/>
                    <a:lstStyle/>
                    <a:p>
                      <a:pPr marL="289560">
                        <a:lnSpc>
                          <a:spcPct val="100000"/>
                        </a:lnSpc>
                        <a:spcBef>
                          <a:spcPts val="370"/>
                        </a:spcBef>
                      </a:pPr>
                      <a:r>
                        <a:rPr sz="1200" b="1" spc="-10" dirty="0">
                          <a:solidFill>
                            <a:srgbClr val="538235"/>
                          </a:solidFill>
                          <a:latin typeface="Tahoma"/>
                          <a:cs typeface="Tahoma"/>
                        </a:rPr>
                        <a:t>A1</a:t>
                      </a:r>
                      <a:endParaRPr sz="1200">
                        <a:latin typeface="Tahoma"/>
                        <a:cs typeface="Tahoma"/>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algn="ctr">
                        <a:lnSpc>
                          <a:spcPct val="100000"/>
                        </a:lnSpc>
                        <a:spcBef>
                          <a:spcPts val="370"/>
                        </a:spcBef>
                      </a:pPr>
                      <a:r>
                        <a:rPr sz="1200" b="1" spc="-5" dirty="0">
                          <a:solidFill>
                            <a:srgbClr val="538235"/>
                          </a:solidFill>
                          <a:latin typeface="Tahoma"/>
                          <a:cs typeface="Tahoma"/>
                        </a:rPr>
                        <a:t>A2</a:t>
                      </a:r>
                      <a:endParaRPr sz="1200">
                        <a:latin typeface="Tahoma"/>
                        <a:cs typeface="Tahoma"/>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algn="ctr">
                        <a:lnSpc>
                          <a:spcPct val="100000"/>
                        </a:lnSpc>
                        <a:spcBef>
                          <a:spcPts val="370"/>
                        </a:spcBef>
                      </a:pPr>
                      <a:r>
                        <a:rPr sz="1200" b="1" spc="-10" dirty="0">
                          <a:solidFill>
                            <a:srgbClr val="538235"/>
                          </a:solidFill>
                          <a:latin typeface="Tahoma"/>
                          <a:cs typeface="Tahoma"/>
                        </a:rPr>
                        <a:t>A3</a:t>
                      </a:r>
                      <a:endParaRPr sz="1200">
                        <a:latin typeface="Tahoma"/>
                        <a:cs typeface="Tahoma"/>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algn="ctr">
                        <a:lnSpc>
                          <a:spcPct val="100000"/>
                        </a:lnSpc>
                        <a:spcBef>
                          <a:spcPts val="370"/>
                        </a:spcBef>
                      </a:pPr>
                      <a:r>
                        <a:rPr sz="1200" b="1" spc="-10" dirty="0">
                          <a:solidFill>
                            <a:srgbClr val="538235"/>
                          </a:solidFill>
                          <a:latin typeface="Tahoma"/>
                          <a:cs typeface="Tahoma"/>
                        </a:rPr>
                        <a:t>B1</a:t>
                      </a:r>
                      <a:endParaRPr sz="1200">
                        <a:latin typeface="Tahoma"/>
                        <a:cs typeface="Tahoma"/>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algn="ctr">
                        <a:lnSpc>
                          <a:spcPct val="100000"/>
                        </a:lnSpc>
                        <a:spcBef>
                          <a:spcPts val="370"/>
                        </a:spcBef>
                      </a:pPr>
                      <a:r>
                        <a:rPr sz="1200" b="1" spc="-10" dirty="0">
                          <a:solidFill>
                            <a:srgbClr val="538235"/>
                          </a:solidFill>
                          <a:latin typeface="Tahoma"/>
                          <a:cs typeface="Tahoma"/>
                        </a:rPr>
                        <a:t>B2</a:t>
                      </a:r>
                      <a:endParaRPr sz="1200">
                        <a:latin typeface="Tahoma"/>
                        <a:cs typeface="Tahoma"/>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algn="ctr">
                        <a:lnSpc>
                          <a:spcPct val="100000"/>
                        </a:lnSpc>
                        <a:spcBef>
                          <a:spcPts val="370"/>
                        </a:spcBef>
                      </a:pPr>
                      <a:r>
                        <a:rPr sz="1200" b="1" spc="-10" dirty="0">
                          <a:solidFill>
                            <a:srgbClr val="538235"/>
                          </a:solidFill>
                          <a:latin typeface="Tahoma"/>
                          <a:cs typeface="Tahoma"/>
                        </a:rPr>
                        <a:t>B3</a:t>
                      </a:r>
                      <a:endParaRPr sz="1200">
                        <a:latin typeface="Tahoma"/>
                        <a:cs typeface="Tahoma"/>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algn="ctr">
                        <a:lnSpc>
                          <a:spcPct val="100000"/>
                        </a:lnSpc>
                        <a:spcBef>
                          <a:spcPts val="370"/>
                        </a:spcBef>
                      </a:pPr>
                      <a:r>
                        <a:rPr sz="1200" b="1" dirty="0">
                          <a:solidFill>
                            <a:srgbClr val="538235"/>
                          </a:solidFill>
                          <a:latin typeface="Tahoma"/>
                          <a:cs typeface="Tahoma"/>
                        </a:rPr>
                        <a:t>Q</a:t>
                      </a:r>
                      <a:r>
                        <a:rPr sz="1200" b="1" spc="-45" dirty="0">
                          <a:solidFill>
                            <a:srgbClr val="538235"/>
                          </a:solidFill>
                          <a:latin typeface="Tahoma"/>
                          <a:cs typeface="Tahoma"/>
                        </a:rPr>
                        <a:t> </a:t>
                      </a:r>
                      <a:r>
                        <a:rPr sz="1200" b="1" spc="-5" dirty="0">
                          <a:solidFill>
                            <a:srgbClr val="538235"/>
                          </a:solidFill>
                          <a:latin typeface="Tahoma"/>
                          <a:cs typeface="Tahoma"/>
                        </a:rPr>
                        <a:t>=(A3/B3)</a:t>
                      </a:r>
                      <a:endParaRPr sz="1200">
                        <a:latin typeface="Tahoma"/>
                        <a:cs typeface="Tahoma"/>
                      </a:endParaRPr>
                    </a:p>
                  </a:txBody>
                  <a:tcPr marL="0" marR="0" marT="4699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extLst>
                  <a:ext uri="{0D108BD9-81ED-4DB2-BD59-A6C34878D82A}">
                    <a16:rowId xmlns:a16="http://schemas.microsoft.com/office/drawing/2014/main" val="10000"/>
                  </a:ext>
                </a:extLst>
              </a:tr>
              <a:tr h="274320">
                <a:tc>
                  <a:txBody>
                    <a:bodyPr/>
                    <a:lstStyle/>
                    <a:p>
                      <a:pPr marL="341630">
                        <a:lnSpc>
                          <a:spcPct val="100000"/>
                        </a:lnSpc>
                        <a:spcBef>
                          <a:spcPts val="370"/>
                        </a:spcBef>
                      </a:pPr>
                      <a:r>
                        <a:rPr sz="1200" b="1" dirty="0">
                          <a:solidFill>
                            <a:srgbClr val="538235"/>
                          </a:solidFill>
                          <a:latin typeface="Tahoma"/>
                          <a:cs typeface="Tahoma"/>
                        </a:rPr>
                        <a:t>1</a:t>
                      </a:r>
                      <a:endParaRPr sz="1200">
                        <a:latin typeface="Tahoma"/>
                        <a:cs typeface="Tahoma"/>
                      </a:endParaRPr>
                    </a:p>
                  </a:txBody>
                  <a:tcPr marL="0" marR="0" marT="469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algn="ctr">
                        <a:lnSpc>
                          <a:spcPct val="100000"/>
                        </a:lnSpc>
                        <a:spcBef>
                          <a:spcPts val="370"/>
                        </a:spcBef>
                      </a:pPr>
                      <a:r>
                        <a:rPr sz="1200" b="1" dirty="0">
                          <a:solidFill>
                            <a:srgbClr val="538235"/>
                          </a:solidFill>
                          <a:latin typeface="Tahoma"/>
                          <a:cs typeface="Tahoma"/>
                        </a:rPr>
                        <a:t>0</a:t>
                      </a:r>
                      <a:endParaRPr sz="1200">
                        <a:latin typeface="Tahoma"/>
                        <a:cs typeface="Tahoma"/>
                      </a:endParaRPr>
                    </a:p>
                  </a:txBody>
                  <a:tcPr marL="0" marR="0" marT="469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algn="ctr">
                        <a:lnSpc>
                          <a:spcPct val="100000"/>
                        </a:lnSpc>
                        <a:spcBef>
                          <a:spcPts val="370"/>
                        </a:spcBef>
                      </a:pPr>
                      <a:r>
                        <a:rPr sz="1200" b="1" dirty="0">
                          <a:solidFill>
                            <a:srgbClr val="538235"/>
                          </a:solidFill>
                          <a:latin typeface="Tahoma"/>
                          <a:cs typeface="Tahoma"/>
                        </a:rPr>
                        <a:t>53</a:t>
                      </a:r>
                      <a:endParaRPr sz="1200">
                        <a:latin typeface="Tahoma"/>
                        <a:cs typeface="Tahoma"/>
                      </a:endParaRPr>
                    </a:p>
                  </a:txBody>
                  <a:tcPr marL="0" marR="0" marT="469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algn="ctr">
                        <a:lnSpc>
                          <a:spcPct val="100000"/>
                        </a:lnSpc>
                        <a:spcBef>
                          <a:spcPts val="370"/>
                        </a:spcBef>
                      </a:pPr>
                      <a:r>
                        <a:rPr sz="1200" b="1" dirty="0">
                          <a:solidFill>
                            <a:srgbClr val="538235"/>
                          </a:solidFill>
                          <a:latin typeface="Tahoma"/>
                          <a:cs typeface="Tahoma"/>
                        </a:rPr>
                        <a:t>0</a:t>
                      </a:r>
                      <a:endParaRPr sz="1200">
                        <a:latin typeface="Tahoma"/>
                        <a:cs typeface="Tahoma"/>
                      </a:endParaRPr>
                    </a:p>
                  </a:txBody>
                  <a:tcPr marL="0" marR="0" marT="469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algn="ctr">
                        <a:lnSpc>
                          <a:spcPct val="100000"/>
                        </a:lnSpc>
                        <a:spcBef>
                          <a:spcPts val="370"/>
                        </a:spcBef>
                      </a:pPr>
                      <a:r>
                        <a:rPr sz="1200" b="1" dirty="0">
                          <a:solidFill>
                            <a:srgbClr val="538235"/>
                          </a:solidFill>
                          <a:latin typeface="Tahoma"/>
                          <a:cs typeface="Tahoma"/>
                        </a:rPr>
                        <a:t>1</a:t>
                      </a:r>
                      <a:endParaRPr sz="1200">
                        <a:latin typeface="Tahoma"/>
                        <a:cs typeface="Tahoma"/>
                      </a:endParaRPr>
                    </a:p>
                  </a:txBody>
                  <a:tcPr marL="0" marR="0" marT="469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1270" algn="ctr">
                        <a:lnSpc>
                          <a:spcPct val="100000"/>
                        </a:lnSpc>
                        <a:spcBef>
                          <a:spcPts val="370"/>
                        </a:spcBef>
                      </a:pPr>
                      <a:r>
                        <a:rPr sz="1200" b="1" dirty="0">
                          <a:solidFill>
                            <a:srgbClr val="538235"/>
                          </a:solidFill>
                          <a:latin typeface="Tahoma"/>
                          <a:cs typeface="Tahoma"/>
                        </a:rPr>
                        <a:t>47</a:t>
                      </a:r>
                      <a:endParaRPr sz="1200">
                        <a:latin typeface="Tahoma"/>
                        <a:cs typeface="Tahoma"/>
                      </a:endParaRPr>
                    </a:p>
                  </a:txBody>
                  <a:tcPr marL="0" marR="0" marT="469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tc>
                  <a:txBody>
                    <a:bodyPr/>
                    <a:lstStyle/>
                    <a:p>
                      <a:pPr marL="4445" algn="ctr">
                        <a:lnSpc>
                          <a:spcPct val="100000"/>
                        </a:lnSpc>
                        <a:spcBef>
                          <a:spcPts val="370"/>
                        </a:spcBef>
                      </a:pPr>
                      <a:r>
                        <a:rPr sz="1200" b="1" dirty="0">
                          <a:solidFill>
                            <a:srgbClr val="538235"/>
                          </a:solidFill>
                          <a:latin typeface="Tahoma"/>
                          <a:cs typeface="Tahoma"/>
                        </a:rPr>
                        <a:t>1</a:t>
                      </a:r>
                      <a:endParaRPr sz="1200">
                        <a:latin typeface="Tahoma"/>
                        <a:cs typeface="Tahoma"/>
                      </a:endParaRPr>
                    </a:p>
                  </a:txBody>
                  <a:tcPr marL="0" marR="0" marT="4699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1"/>
                  </a:ext>
                </a:extLst>
              </a:tr>
              <a:tr h="274319">
                <a:tc>
                  <a:txBody>
                    <a:bodyPr/>
                    <a:lstStyle/>
                    <a:p>
                      <a:pPr marL="341630">
                        <a:lnSpc>
                          <a:spcPct val="100000"/>
                        </a:lnSpc>
                        <a:spcBef>
                          <a:spcPts val="375"/>
                        </a:spcBef>
                      </a:pPr>
                      <a:r>
                        <a:rPr sz="1200" b="1" dirty="0">
                          <a:solidFill>
                            <a:srgbClr val="538235"/>
                          </a:solidFill>
                          <a:latin typeface="Tahoma"/>
                          <a:cs typeface="Tahoma"/>
                        </a:rPr>
                        <a:t>0</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gn="ctr">
                        <a:lnSpc>
                          <a:spcPct val="100000"/>
                        </a:lnSpc>
                        <a:spcBef>
                          <a:spcPts val="375"/>
                        </a:spcBef>
                      </a:pPr>
                      <a:r>
                        <a:rPr sz="1200" b="1" dirty="0">
                          <a:solidFill>
                            <a:srgbClr val="538235"/>
                          </a:solidFill>
                          <a:latin typeface="Tahoma"/>
                          <a:cs typeface="Tahoma"/>
                        </a:rPr>
                        <a:t>1</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gn="ctr">
                        <a:lnSpc>
                          <a:spcPct val="100000"/>
                        </a:lnSpc>
                        <a:spcBef>
                          <a:spcPts val="375"/>
                        </a:spcBef>
                      </a:pPr>
                      <a:r>
                        <a:rPr sz="1200" b="1" dirty="0">
                          <a:solidFill>
                            <a:srgbClr val="538235"/>
                          </a:solidFill>
                          <a:latin typeface="Tahoma"/>
                          <a:cs typeface="Tahoma"/>
                        </a:rPr>
                        <a:t>47</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gn="ctr">
                        <a:lnSpc>
                          <a:spcPct val="100000"/>
                        </a:lnSpc>
                        <a:spcBef>
                          <a:spcPts val="375"/>
                        </a:spcBef>
                      </a:pPr>
                      <a:r>
                        <a:rPr sz="1200" b="1" dirty="0">
                          <a:solidFill>
                            <a:srgbClr val="538235"/>
                          </a:solidFill>
                          <a:latin typeface="Tahoma"/>
                          <a:cs typeface="Tahoma"/>
                        </a:rPr>
                        <a:t>1</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gn="ctr">
                        <a:lnSpc>
                          <a:spcPct val="100000"/>
                        </a:lnSpc>
                        <a:spcBef>
                          <a:spcPts val="375"/>
                        </a:spcBef>
                      </a:pPr>
                      <a:r>
                        <a:rPr sz="1200" b="1" spc="5" dirty="0">
                          <a:solidFill>
                            <a:srgbClr val="538235"/>
                          </a:solidFill>
                          <a:latin typeface="Tahoma"/>
                          <a:cs typeface="Tahoma"/>
                        </a:rPr>
                        <a:t>-1</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marL="1270" algn="ctr">
                        <a:lnSpc>
                          <a:spcPct val="100000"/>
                        </a:lnSpc>
                        <a:spcBef>
                          <a:spcPts val="375"/>
                        </a:spcBef>
                      </a:pPr>
                      <a:r>
                        <a:rPr sz="1200" b="1" dirty="0">
                          <a:solidFill>
                            <a:srgbClr val="538235"/>
                          </a:solidFill>
                          <a:latin typeface="Tahoma"/>
                          <a:cs typeface="Tahoma"/>
                        </a:rPr>
                        <a:t>6</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marL="4445" algn="ctr">
                        <a:lnSpc>
                          <a:spcPct val="100000"/>
                        </a:lnSpc>
                        <a:spcBef>
                          <a:spcPts val="375"/>
                        </a:spcBef>
                      </a:pPr>
                      <a:r>
                        <a:rPr sz="1200" b="1" dirty="0">
                          <a:solidFill>
                            <a:srgbClr val="538235"/>
                          </a:solidFill>
                          <a:latin typeface="Tahoma"/>
                          <a:cs typeface="Tahoma"/>
                        </a:rPr>
                        <a:t>7</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extLst>
                  <a:ext uri="{0D108BD9-81ED-4DB2-BD59-A6C34878D82A}">
                    <a16:rowId xmlns:a16="http://schemas.microsoft.com/office/drawing/2014/main" val="10002"/>
                  </a:ext>
                </a:extLst>
              </a:tr>
              <a:tr h="274320">
                <a:tc>
                  <a:txBody>
                    <a:bodyPr/>
                    <a:lstStyle/>
                    <a:p>
                      <a:pPr marL="341630">
                        <a:lnSpc>
                          <a:spcPct val="100000"/>
                        </a:lnSpc>
                        <a:spcBef>
                          <a:spcPts val="375"/>
                        </a:spcBef>
                      </a:pPr>
                      <a:r>
                        <a:rPr sz="1200" b="1" dirty="0">
                          <a:solidFill>
                            <a:srgbClr val="538235"/>
                          </a:solidFill>
                          <a:latin typeface="Tahoma"/>
                          <a:cs typeface="Tahoma"/>
                        </a:rPr>
                        <a:t>1</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algn="ctr">
                        <a:lnSpc>
                          <a:spcPct val="100000"/>
                        </a:lnSpc>
                        <a:spcBef>
                          <a:spcPts val="375"/>
                        </a:spcBef>
                      </a:pPr>
                      <a:r>
                        <a:rPr sz="1200" b="1" spc="5" dirty="0">
                          <a:solidFill>
                            <a:srgbClr val="538235"/>
                          </a:solidFill>
                          <a:latin typeface="Tahoma"/>
                          <a:cs typeface="Tahoma"/>
                        </a:rPr>
                        <a:t>-1</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algn="ctr">
                        <a:lnSpc>
                          <a:spcPct val="100000"/>
                        </a:lnSpc>
                        <a:spcBef>
                          <a:spcPts val="375"/>
                        </a:spcBef>
                      </a:pPr>
                      <a:r>
                        <a:rPr sz="1200" b="1" dirty="0">
                          <a:solidFill>
                            <a:srgbClr val="538235"/>
                          </a:solidFill>
                          <a:latin typeface="Tahoma"/>
                          <a:cs typeface="Tahoma"/>
                        </a:rPr>
                        <a:t>6</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algn="ctr">
                        <a:lnSpc>
                          <a:spcPct val="100000"/>
                        </a:lnSpc>
                        <a:spcBef>
                          <a:spcPts val="375"/>
                        </a:spcBef>
                      </a:pPr>
                      <a:r>
                        <a:rPr sz="1200" b="1" spc="5" dirty="0">
                          <a:solidFill>
                            <a:srgbClr val="538235"/>
                          </a:solidFill>
                          <a:latin typeface="Tahoma"/>
                          <a:cs typeface="Tahoma"/>
                        </a:rPr>
                        <a:t>-7</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algn="ctr">
                        <a:lnSpc>
                          <a:spcPct val="100000"/>
                        </a:lnSpc>
                        <a:spcBef>
                          <a:spcPts val="375"/>
                        </a:spcBef>
                      </a:pPr>
                      <a:r>
                        <a:rPr sz="1200" b="1" dirty="0">
                          <a:solidFill>
                            <a:srgbClr val="538235"/>
                          </a:solidFill>
                          <a:latin typeface="Tahoma"/>
                          <a:cs typeface="Tahoma"/>
                        </a:rPr>
                        <a:t>8</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marL="1270" algn="ctr">
                        <a:lnSpc>
                          <a:spcPct val="100000"/>
                        </a:lnSpc>
                        <a:spcBef>
                          <a:spcPts val="375"/>
                        </a:spcBef>
                      </a:pPr>
                      <a:r>
                        <a:rPr sz="1200" b="1" dirty="0">
                          <a:solidFill>
                            <a:srgbClr val="538235"/>
                          </a:solidFill>
                          <a:latin typeface="Tahoma"/>
                          <a:cs typeface="Tahoma"/>
                        </a:rPr>
                        <a:t>5</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tc>
                  <a:txBody>
                    <a:bodyPr/>
                    <a:lstStyle/>
                    <a:p>
                      <a:pPr marL="4445" algn="ctr">
                        <a:lnSpc>
                          <a:spcPct val="100000"/>
                        </a:lnSpc>
                        <a:spcBef>
                          <a:spcPts val="375"/>
                        </a:spcBef>
                      </a:pPr>
                      <a:r>
                        <a:rPr sz="1200" b="1" dirty="0">
                          <a:solidFill>
                            <a:srgbClr val="538235"/>
                          </a:solidFill>
                          <a:latin typeface="Tahoma"/>
                          <a:cs typeface="Tahoma"/>
                        </a:rPr>
                        <a:t>1</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2DEEE"/>
                    </a:solidFill>
                  </a:tcPr>
                </a:tc>
                <a:extLst>
                  <a:ext uri="{0D108BD9-81ED-4DB2-BD59-A6C34878D82A}">
                    <a16:rowId xmlns:a16="http://schemas.microsoft.com/office/drawing/2014/main" val="10003"/>
                  </a:ext>
                </a:extLst>
              </a:tr>
              <a:tr h="274319">
                <a:tc>
                  <a:txBody>
                    <a:bodyPr/>
                    <a:lstStyle/>
                    <a:p>
                      <a:pPr marL="307975">
                        <a:lnSpc>
                          <a:spcPct val="100000"/>
                        </a:lnSpc>
                        <a:spcBef>
                          <a:spcPts val="375"/>
                        </a:spcBef>
                      </a:pPr>
                      <a:r>
                        <a:rPr sz="1200" b="1" spc="5" dirty="0">
                          <a:solidFill>
                            <a:srgbClr val="538235"/>
                          </a:solidFill>
                          <a:latin typeface="Tahoma"/>
                          <a:cs typeface="Tahoma"/>
                        </a:rPr>
                        <a:t>-7</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gn="ctr">
                        <a:lnSpc>
                          <a:spcPct val="100000"/>
                        </a:lnSpc>
                        <a:spcBef>
                          <a:spcPts val="375"/>
                        </a:spcBef>
                      </a:pPr>
                      <a:r>
                        <a:rPr sz="1200" b="1" dirty="0">
                          <a:solidFill>
                            <a:srgbClr val="538235"/>
                          </a:solidFill>
                          <a:latin typeface="Tahoma"/>
                          <a:cs typeface="Tahoma"/>
                        </a:rPr>
                        <a:t>8</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gn="ctr">
                        <a:lnSpc>
                          <a:spcPct val="100000"/>
                        </a:lnSpc>
                        <a:spcBef>
                          <a:spcPts val="375"/>
                        </a:spcBef>
                      </a:pPr>
                      <a:r>
                        <a:rPr sz="1200" b="1" dirty="0">
                          <a:solidFill>
                            <a:srgbClr val="538235"/>
                          </a:solidFill>
                          <a:latin typeface="Tahoma"/>
                          <a:cs typeface="Tahoma"/>
                        </a:rPr>
                        <a:t>5</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gn="ctr">
                        <a:lnSpc>
                          <a:spcPct val="100000"/>
                        </a:lnSpc>
                        <a:spcBef>
                          <a:spcPts val="375"/>
                        </a:spcBef>
                      </a:pPr>
                      <a:r>
                        <a:rPr sz="1200" b="1" dirty="0">
                          <a:solidFill>
                            <a:srgbClr val="538235"/>
                          </a:solidFill>
                          <a:latin typeface="Tahoma"/>
                          <a:cs typeface="Tahoma"/>
                        </a:rPr>
                        <a:t>8</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gn="ctr">
                        <a:lnSpc>
                          <a:spcPct val="100000"/>
                        </a:lnSpc>
                        <a:spcBef>
                          <a:spcPts val="375"/>
                        </a:spcBef>
                      </a:pPr>
                      <a:r>
                        <a:rPr sz="1200" b="1" spc="5" dirty="0">
                          <a:solidFill>
                            <a:srgbClr val="538235"/>
                          </a:solidFill>
                          <a:latin typeface="Tahoma"/>
                          <a:cs typeface="Tahoma"/>
                        </a:rPr>
                        <a:t>-9</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marL="1270" algn="ctr">
                        <a:lnSpc>
                          <a:spcPct val="100000"/>
                        </a:lnSpc>
                        <a:spcBef>
                          <a:spcPts val="375"/>
                        </a:spcBef>
                      </a:pPr>
                      <a:r>
                        <a:rPr sz="1200" b="1" dirty="0">
                          <a:solidFill>
                            <a:srgbClr val="538235"/>
                          </a:solidFill>
                          <a:latin typeface="Tahoma"/>
                          <a:cs typeface="Tahoma"/>
                        </a:rPr>
                        <a:t>1</a:t>
                      </a:r>
                      <a:endParaRPr sz="1200">
                        <a:latin typeface="Tahoma"/>
                        <a:cs typeface="Tahoma"/>
                      </a:endParaRPr>
                    </a:p>
                  </a:txBody>
                  <a:tcPr marL="0" marR="0" marT="4762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tc>
                  <a:txBody>
                    <a:bodyPr/>
                    <a:lstStyle/>
                    <a:p>
                      <a:pPr>
                        <a:lnSpc>
                          <a:spcPct val="100000"/>
                        </a:lnSpc>
                      </a:pPr>
                      <a:endParaRPr sz="11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EF7"/>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2927" y="3913885"/>
            <a:ext cx="100584" cy="106679"/>
          </a:xfrm>
          <a:prstGeom prst="rect">
            <a:avLst/>
          </a:prstGeom>
        </p:spPr>
      </p:pic>
      <p:sp>
        <p:nvSpPr>
          <p:cNvPr id="3" name="object 3"/>
          <p:cNvSpPr txBox="1"/>
          <p:nvPr/>
        </p:nvSpPr>
        <p:spPr>
          <a:xfrm>
            <a:off x="461670" y="387553"/>
            <a:ext cx="5898515" cy="5055870"/>
          </a:xfrm>
          <a:prstGeom prst="rect">
            <a:avLst/>
          </a:prstGeom>
        </p:spPr>
        <p:txBody>
          <a:bodyPr vert="horz" wrap="square" lIns="0" tIns="13970" rIns="0" bIns="0" rtlCol="0">
            <a:spAutoFit/>
          </a:bodyPr>
          <a:lstStyle/>
          <a:p>
            <a:pPr marL="101600">
              <a:lnSpc>
                <a:spcPct val="100000"/>
              </a:lnSpc>
              <a:spcBef>
                <a:spcPts val="110"/>
              </a:spcBef>
            </a:pPr>
            <a:r>
              <a:rPr sz="1600" b="1" dirty="0">
                <a:solidFill>
                  <a:srgbClr val="538235"/>
                </a:solidFill>
                <a:latin typeface="Tahoma"/>
                <a:cs typeface="Tahoma"/>
              </a:rPr>
              <a:t>MATHEMATICS</a:t>
            </a:r>
            <a:r>
              <a:rPr sz="1600" b="1" spc="-85" dirty="0">
                <a:solidFill>
                  <a:srgbClr val="538235"/>
                </a:solidFill>
                <a:latin typeface="Tahoma"/>
                <a:cs typeface="Tahoma"/>
              </a:rPr>
              <a:t> </a:t>
            </a:r>
            <a:r>
              <a:rPr sz="1600" b="1" spc="5" dirty="0">
                <a:solidFill>
                  <a:srgbClr val="538235"/>
                </a:solidFill>
                <a:latin typeface="Tahoma"/>
                <a:cs typeface="Tahoma"/>
              </a:rPr>
              <a:t>OF</a:t>
            </a:r>
            <a:r>
              <a:rPr sz="1600" b="1" spc="-20" dirty="0">
                <a:solidFill>
                  <a:srgbClr val="538235"/>
                </a:solidFill>
                <a:latin typeface="Tahoma"/>
                <a:cs typeface="Tahoma"/>
              </a:rPr>
              <a:t> </a:t>
            </a:r>
            <a:r>
              <a:rPr sz="1600" b="1" dirty="0">
                <a:solidFill>
                  <a:srgbClr val="538235"/>
                </a:solidFill>
                <a:latin typeface="Tahoma"/>
                <a:cs typeface="Tahoma"/>
              </a:rPr>
              <a:t>ASYMMETRIC</a:t>
            </a:r>
            <a:r>
              <a:rPr sz="1600" b="1" spc="-65" dirty="0">
                <a:solidFill>
                  <a:srgbClr val="538235"/>
                </a:solidFill>
                <a:latin typeface="Tahoma"/>
                <a:cs typeface="Tahoma"/>
              </a:rPr>
              <a:t> </a:t>
            </a:r>
            <a:r>
              <a:rPr sz="1600" b="1" dirty="0">
                <a:solidFill>
                  <a:srgbClr val="538235"/>
                </a:solidFill>
                <a:latin typeface="Tahoma"/>
                <a:cs typeface="Tahoma"/>
              </a:rPr>
              <a:t>KEY</a:t>
            </a:r>
            <a:r>
              <a:rPr sz="1600" b="1" spc="-5" dirty="0">
                <a:solidFill>
                  <a:srgbClr val="538235"/>
                </a:solidFill>
                <a:latin typeface="Tahoma"/>
                <a:cs typeface="Tahoma"/>
              </a:rPr>
              <a:t> </a:t>
            </a:r>
            <a:r>
              <a:rPr sz="1600" b="1" dirty="0">
                <a:solidFill>
                  <a:srgbClr val="538235"/>
                </a:solidFill>
                <a:latin typeface="Tahoma"/>
                <a:cs typeface="Tahoma"/>
              </a:rPr>
              <a:t>CRYPTOGRAPHY</a:t>
            </a:r>
            <a:endParaRPr sz="1600">
              <a:latin typeface="Tahoma"/>
              <a:cs typeface="Tahoma"/>
            </a:endParaRPr>
          </a:p>
          <a:p>
            <a:pPr>
              <a:lnSpc>
                <a:spcPct val="100000"/>
              </a:lnSpc>
            </a:pPr>
            <a:endParaRPr sz="1900">
              <a:latin typeface="Tahoma"/>
              <a:cs typeface="Tahoma"/>
            </a:endParaRPr>
          </a:p>
          <a:p>
            <a:pPr marL="101600">
              <a:lnSpc>
                <a:spcPct val="100000"/>
              </a:lnSpc>
              <a:spcBef>
                <a:spcPts val="1535"/>
              </a:spcBef>
            </a:pPr>
            <a:r>
              <a:rPr sz="1200" b="1" dirty="0">
                <a:solidFill>
                  <a:srgbClr val="538235"/>
                </a:solidFill>
                <a:latin typeface="Tahoma"/>
                <a:cs typeface="Tahoma"/>
              </a:rPr>
              <a:t>Order</a:t>
            </a:r>
            <a:r>
              <a:rPr sz="1200" b="1" spc="-25" dirty="0">
                <a:solidFill>
                  <a:srgbClr val="538235"/>
                </a:solidFill>
                <a:latin typeface="Tahoma"/>
                <a:cs typeface="Tahoma"/>
              </a:rPr>
              <a:t> </a:t>
            </a:r>
            <a:r>
              <a:rPr sz="1200" b="1" dirty="0">
                <a:solidFill>
                  <a:srgbClr val="538235"/>
                </a:solidFill>
                <a:latin typeface="Tahoma"/>
                <a:cs typeface="Tahoma"/>
              </a:rPr>
              <a:t>of</a:t>
            </a:r>
            <a:r>
              <a:rPr sz="1200" b="1" spc="-35" dirty="0">
                <a:solidFill>
                  <a:srgbClr val="538235"/>
                </a:solidFill>
                <a:latin typeface="Tahoma"/>
                <a:cs typeface="Tahoma"/>
              </a:rPr>
              <a:t> </a:t>
            </a:r>
            <a:r>
              <a:rPr sz="1200" b="1" dirty="0">
                <a:solidFill>
                  <a:srgbClr val="538235"/>
                </a:solidFill>
                <a:latin typeface="Tahoma"/>
                <a:cs typeface="Tahoma"/>
              </a:rPr>
              <a:t>a</a:t>
            </a:r>
            <a:r>
              <a:rPr sz="1200" b="1" spc="-5" dirty="0">
                <a:solidFill>
                  <a:srgbClr val="538235"/>
                </a:solidFill>
                <a:latin typeface="Tahoma"/>
                <a:cs typeface="Tahoma"/>
              </a:rPr>
              <a:t> </a:t>
            </a:r>
            <a:r>
              <a:rPr sz="1200" b="1" dirty="0">
                <a:solidFill>
                  <a:srgbClr val="538235"/>
                </a:solidFill>
                <a:latin typeface="Tahoma"/>
                <a:cs typeface="Tahoma"/>
              </a:rPr>
              <a:t>(mod</a:t>
            </a:r>
            <a:r>
              <a:rPr sz="1200" b="1" spc="-40" dirty="0">
                <a:solidFill>
                  <a:srgbClr val="538235"/>
                </a:solidFill>
                <a:latin typeface="Tahoma"/>
                <a:cs typeface="Tahoma"/>
              </a:rPr>
              <a:t> </a:t>
            </a:r>
            <a:r>
              <a:rPr sz="1200" b="1" spc="-5" dirty="0">
                <a:solidFill>
                  <a:srgbClr val="538235"/>
                </a:solidFill>
                <a:latin typeface="Tahoma"/>
                <a:cs typeface="Tahoma"/>
              </a:rPr>
              <a:t>n)</a:t>
            </a:r>
            <a:endParaRPr sz="1200">
              <a:latin typeface="Tahoma"/>
              <a:cs typeface="Tahoma"/>
            </a:endParaRPr>
          </a:p>
          <a:p>
            <a:pPr marL="101600" marR="455295">
              <a:lnSpc>
                <a:spcPct val="150000"/>
              </a:lnSpc>
              <a:tabLst>
                <a:tab pos="1293495" algn="l"/>
              </a:tabLst>
            </a:pPr>
            <a:r>
              <a:rPr sz="1200" dirty="0">
                <a:solidFill>
                  <a:srgbClr val="538235"/>
                </a:solidFill>
                <a:latin typeface="Tahoma"/>
                <a:cs typeface="Tahoma"/>
              </a:rPr>
              <a:t>If</a:t>
            </a:r>
            <a:r>
              <a:rPr sz="1200" spc="10" dirty="0">
                <a:solidFill>
                  <a:srgbClr val="538235"/>
                </a:solidFill>
                <a:latin typeface="Tahoma"/>
                <a:cs typeface="Tahoma"/>
              </a:rPr>
              <a:t> </a:t>
            </a:r>
            <a:r>
              <a:rPr sz="1200" dirty="0">
                <a:solidFill>
                  <a:srgbClr val="538235"/>
                </a:solidFill>
                <a:latin typeface="Tahoma"/>
                <a:cs typeface="Tahoma"/>
              </a:rPr>
              <a:t>a</a:t>
            </a:r>
            <a:r>
              <a:rPr sz="1200" spc="-25" dirty="0">
                <a:solidFill>
                  <a:srgbClr val="538235"/>
                </a:solidFill>
                <a:latin typeface="Tahoma"/>
                <a:cs typeface="Tahoma"/>
              </a:rPr>
              <a:t> </a:t>
            </a:r>
            <a:r>
              <a:rPr sz="1200" spc="-5" dirty="0">
                <a:solidFill>
                  <a:srgbClr val="538235"/>
                </a:solidFill>
                <a:latin typeface="Tahoma"/>
                <a:cs typeface="Tahoma"/>
              </a:rPr>
              <a:t>and</a:t>
            </a:r>
            <a:r>
              <a:rPr sz="1200" spc="20" dirty="0">
                <a:solidFill>
                  <a:srgbClr val="538235"/>
                </a:solidFill>
                <a:latin typeface="Tahoma"/>
                <a:cs typeface="Tahoma"/>
              </a:rPr>
              <a:t> </a:t>
            </a:r>
            <a:r>
              <a:rPr sz="1200" dirty="0">
                <a:solidFill>
                  <a:srgbClr val="538235"/>
                </a:solidFill>
                <a:latin typeface="Tahoma"/>
                <a:cs typeface="Tahoma"/>
              </a:rPr>
              <a:t>n</a:t>
            </a:r>
            <a:r>
              <a:rPr sz="1200" spc="-15" dirty="0">
                <a:solidFill>
                  <a:srgbClr val="538235"/>
                </a:solidFill>
                <a:latin typeface="Tahoma"/>
                <a:cs typeface="Tahoma"/>
              </a:rPr>
              <a:t> </a:t>
            </a:r>
            <a:r>
              <a:rPr sz="1200" spc="-5" dirty="0">
                <a:solidFill>
                  <a:srgbClr val="538235"/>
                </a:solidFill>
                <a:latin typeface="Tahoma"/>
                <a:cs typeface="Tahoma"/>
              </a:rPr>
              <a:t>are</a:t>
            </a:r>
            <a:r>
              <a:rPr sz="1200" spc="25" dirty="0">
                <a:solidFill>
                  <a:srgbClr val="538235"/>
                </a:solidFill>
                <a:latin typeface="Tahoma"/>
                <a:cs typeface="Tahoma"/>
              </a:rPr>
              <a:t> </a:t>
            </a:r>
            <a:r>
              <a:rPr sz="1200" spc="-10" dirty="0">
                <a:solidFill>
                  <a:srgbClr val="538235"/>
                </a:solidFill>
                <a:latin typeface="Tahoma"/>
                <a:cs typeface="Tahoma"/>
              </a:rPr>
              <a:t>relatively</a:t>
            </a:r>
            <a:r>
              <a:rPr sz="1200" spc="40" dirty="0">
                <a:solidFill>
                  <a:srgbClr val="538235"/>
                </a:solidFill>
                <a:latin typeface="Tahoma"/>
                <a:cs typeface="Tahoma"/>
              </a:rPr>
              <a:t> </a:t>
            </a:r>
            <a:r>
              <a:rPr sz="1200" spc="-5" dirty="0">
                <a:solidFill>
                  <a:srgbClr val="538235"/>
                </a:solidFill>
                <a:latin typeface="Tahoma"/>
                <a:cs typeface="Tahoma"/>
              </a:rPr>
              <a:t>prime,</a:t>
            </a:r>
            <a:r>
              <a:rPr sz="1200" spc="30" dirty="0">
                <a:solidFill>
                  <a:srgbClr val="538235"/>
                </a:solidFill>
                <a:latin typeface="Tahoma"/>
                <a:cs typeface="Tahoma"/>
              </a:rPr>
              <a:t> </a:t>
            </a:r>
            <a:r>
              <a:rPr sz="1200" dirty="0">
                <a:solidFill>
                  <a:srgbClr val="538235"/>
                </a:solidFill>
                <a:latin typeface="Tahoma"/>
                <a:cs typeface="Tahoma"/>
              </a:rPr>
              <a:t>then</a:t>
            </a:r>
            <a:r>
              <a:rPr sz="1200" spc="10" dirty="0">
                <a:solidFill>
                  <a:srgbClr val="538235"/>
                </a:solidFill>
                <a:latin typeface="Tahoma"/>
                <a:cs typeface="Tahoma"/>
              </a:rPr>
              <a:t> </a:t>
            </a:r>
            <a:r>
              <a:rPr sz="1200" spc="-5" dirty="0">
                <a:solidFill>
                  <a:srgbClr val="538235"/>
                </a:solidFill>
                <a:latin typeface="Tahoma"/>
                <a:cs typeface="Tahoma"/>
              </a:rPr>
              <a:t>there </a:t>
            </a:r>
            <a:r>
              <a:rPr sz="1200" spc="-10" dirty="0">
                <a:solidFill>
                  <a:srgbClr val="538235"/>
                </a:solidFill>
                <a:latin typeface="Tahoma"/>
                <a:cs typeface="Tahoma"/>
              </a:rPr>
              <a:t>is</a:t>
            </a:r>
            <a:r>
              <a:rPr sz="1200" spc="25" dirty="0">
                <a:solidFill>
                  <a:srgbClr val="538235"/>
                </a:solidFill>
                <a:latin typeface="Tahoma"/>
                <a:cs typeface="Tahoma"/>
              </a:rPr>
              <a:t> </a:t>
            </a:r>
            <a:r>
              <a:rPr sz="1200" spc="-10" dirty="0">
                <a:solidFill>
                  <a:srgbClr val="538235"/>
                </a:solidFill>
                <a:latin typeface="Tahoma"/>
                <a:cs typeface="Tahoma"/>
              </a:rPr>
              <a:t>atleast</a:t>
            </a:r>
            <a:r>
              <a:rPr sz="1200" spc="20" dirty="0">
                <a:solidFill>
                  <a:srgbClr val="538235"/>
                </a:solidFill>
                <a:latin typeface="Tahoma"/>
                <a:cs typeface="Tahoma"/>
              </a:rPr>
              <a:t> </a:t>
            </a:r>
            <a:r>
              <a:rPr sz="1200" dirty="0">
                <a:solidFill>
                  <a:srgbClr val="538235"/>
                </a:solidFill>
                <a:latin typeface="Tahoma"/>
                <a:cs typeface="Tahoma"/>
              </a:rPr>
              <a:t>one</a:t>
            </a:r>
            <a:r>
              <a:rPr sz="1200" spc="25" dirty="0">
                <a:solidFill>
                  <a:srgbClr val="538235"/>
                </a:solidFill>
                <a:latin typeface="Tahoma"/>
                <a:cs typeface="Tahoma"/>
              </a:rPr>
              <a:t> </a:t>
            </a:r>
            <a:r>
              <a:rPr sz="1200" spc="-5" dirty="0">
                <a:solidFill>
                  <a:srgbClr val="538235"/>
                </a:solidFill>
                <a:latin typeface="Tahoma"/>
                <a:cs typeface="Tahoma"/>
              </a:rPr>
              <a:t>integer</a:t>
            </a:r>
            <a:r>
              <a:rPr sz="1200" spc="30" dirty="0">
                <a:solidFill>
                  <a:srgbClr val="538235"/>
                </a:solidFill>
                <a:latin typeface="Tahoma"/>
                <a:cs typeface="Tahoma"/>
              </a:rPr>
              <a:t> </a:t>
            </a:r>
            <a:r>
              <a:rPr sz="1200" dirty="0">
                <a:solidFill>
                  <a:srgbClr val="538235"/>
                </a:solidFill>
                <a:latin typeface="Tahoma"/>
                <a:cs typeface="Tahoma"/>
              </a:rPr>
              <a:t>m</a:t>
            </a:r>
            <a:r>
              <a:rPr sz="1200" spc="-15" dirty="0">
                <a:solidFill>
                  <a:srgbClr val="538235"/>
                </a:solidFill>
                <a:latin typeface="Tahoma"/>
                <a:cs typeface="Tahoma"/>
              </a:rPr>
              <a:t> </a:t>
            </a:r>
            <a:r>
              <a:rPr sz="1200" dirty="0">
                <a:solidFill>
                  <a:srgbClr val="538235"/>
                </a:solidFill>
                <a:latin typeface="Tahoma"/>
                <a:cs typeface="Tahoma"/>
              </a:rPr>
              <a:t>that</a:t>
            </a:r>
            <a:r>
              <a:rPr sz="1200" spc="-10" dirty="0">
                <a:solidFill>
                  <a:srgbClr val="538235"/>
                </a:solidFill>
                <a:latin typeface="Tahoma"/>
                <a:cs typeface="Tahoma"/>
              </a:rPr>
              <a:t> satisfies </a:t>
            </a:r>
            <a:r>
              <a:rPr sz="1200" spc="-360"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m</a:t>
            </a:r>
            <a:r>
              <a:rPr sz="1200" spc="209" baseline="24305" dirty="0">
                <a:solidFill>
                  <a:srgbClr val="538235"/>
                </a:solidFill>
                <a:latin typeface="Tahoma"/>
                <a:cs typeface="Tahoma"/>
              </a:rPr>
              <a:t> </a:t>
            </a:r>
            <a:r>
              <a:rPr sz="1200" dirty="0">
                <a:solidFill>
                  <a:srgbClr val="538235"/>
                </a:solidFill>
                <a:latin typeface="Tahoma"/>
                <a:cs typeface="Tahoma"/>
              </a:rPr>
              <a:t>≡ 1</a:t>
            </a:r>
            <a:r>
              <a:rPr sz="1200" spc="5" dirty="0">
                <a:solidFill>
                  <a:srgbClr val="538235"/>
                </a:solidFill>
                <a:latin typeface="Tahoma"/>
                <a:cs typeface="Tahoma"/>
              </a:rPr>
              <a:t> </a:t>
            </a:r>
            <a:r>
              <a:rPr sz="1200" spc="-5" dirty="0">
                <a:solidFill>
                  <a:srgbClr val="538235"/>
                </a:solidFill>
                <a:latin typeface="Tahoma"/>
                <a:cs typeface="Tahoma"/>
              </a:rPr>
              <a:t>(mod</a:t>
            </a:r>
            <a:r>
              <a:rPr sz="1200" spc="-10" dirty="0">
                <a:solidFill>
                  <a:srgbClr val="538235"/>
                </a:solidFill>
                <a:latin typeface="Tahoma"/>
                <a:cs typeface="Tahoma"/>
              </a:rPr>
              <a:t> </a:t>
            </a:r>
            <a:r>
              <a:rPr sz="1200" dirty="0">
                <a:solidFill>
                  <a:srgbClr val="538235"/>
                </a:solidFill>
                <a:latin typeface="Tahoma"/>
                <a:cs typeface="Tahoma"/>
              </a:rPr>
              <a:t>n)	m</a:t>
            </a:r>
            <a:r>
              <a:rPr sz="1200" spc="-15"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10" dirty="0">
                <a:solidFill>
                  <a:srgbClr val="538235"/>
                </a:solidFill>
                <a:latin typeface="Tahoma"/>
                <a:cs typeface="Tahoma"/>
              </a:rPr>
              <a:t>smallest</a:t>
            </a:r>
            <a:r>
              <a:rPr sz="1200" spc="45" dirty="0">
                <a:solidFill>
                  <a:srgbClr val="538235"/>
                </a:solidFill>
                <a:latin typeface="Tahoma"/>
                <a:cs typeface="Tahoma"/>
              </a:rPr>
              <a:t> </a:t>
            </a:r>
            <a:r>
              <a:rPr sz="1200" spc="-5" dirty="0">
                <a:solidFill>
                  <a:srgbClr val="538235"/>
                </a:solidFill>
                <a:latin typeface="Tahoma"/>
                <a:cs typeface="Tahoma"/>
              </a:rPr>
              <a:t>positive</a:t>
            </a:r>
            <a:r>
              <a:rPr sz="1200" spc="-10" dirty="0">
                <a:solidFill>
                  <a:srgbClr val="538235"/>
                </a:solidFill>
                <a:latin typeface="Tahoma"/>
                <a:cs typeface="Tahoma"/>
              </a:rPr>
              <a:t> </a:t>
            </a:r>
            <a:r>
              <a:rPr sz="1200" spc="-5" dirty="0">
                <a:solidFill>
                  <a:srgbClr val="538235"/>
                </a:solidFill>
                <a:latin typeface="Tahoma"/>
                <a:cs typeface="Tahoma"/>
              </a:rPr>
              <a:t>integer</a:t>
            </a:r>
            <a:endParaRPr sz="1200">
              <a:latin typeface="Tahoma"/>
              <a:cs typeface="Tahoma"/>
            </a:endParaRPr>
          </a:p>
          <a:p>
            <a:pPr marL="101600">
              <a:lnSpc>
                <a:spcPct val="100000"/>
              </a:lnSpc>
              <a:spcBef>
                <a:spcPts val="720"/>
              </a:spcBef>
            </a:pPr>
            <a:r>
              <a:rPr sz="1200" spc="-5" dirty="0">
                <a:solidFill>
                  <a:srgbClr val="538235"/>
                </a:solidFill>
                <a:latin typeface="Tahoma"/>
                <a:cs typeface="Tahoma"/>
              </a:rPr>
              <a:t>The</a:t>
            </a:r>
            <a:r>
              <a:rPr sz="1200" dirty="0">
                <a:solidFill>
                  <a:srgbClr val="538235"/>
                </a:solidFill>
                <a:latin typeface="Tahoma"/>
                <a:cs typeface="Tahoma"/>
              </a:rPr>
              <a:t> </a:t>
            </a:r>
            <a:r>
              <a:rPr sz="1200" spc="-5" dirty="0">
                <a:solidFill>
                  <a:srgbClr val="538235"/>
                </a:solidFill>
                <a:latin typeface="Tahoma"/>
                <a:cs typeface="Tahoma"/>
              </a:rPr>
              <a:t>order</a:t>
            </a:r>
            <a:r>
              <a:rPr sz="1200" spc="35" dirty="0">
                <a:solidFill>
                  <a:srgbClr val="538235"/>
                </a:solidFill>
                <a:latin typeface="Tahoma"/>
                <a:cs typeface="Tahoma"/>
              </a:rPr>
              <a:t> </a:t>
            </a:r>
            <a:r>
              <a:rPr sz="1200" spc="-5" dirty="0">
                <a:solidFill>
                  <a:srgbClr val="538235"/>
                </a:solidFill>
                <a:latin typeface="Tahoma"/>
                <a:cs typeface="Tahoma"/>
              </a:rPr>
              <a:t>of</a:t>
            </a:r>
            <a:r>
              <a:rPr sz="1200" spc="-15" dirty="0">
                <a:solidFill>
                  <a:srgbClr val="538235"/>
                </a:solidFill>
                <a:latin typeface="Tahoma"/>
                <a:cs typeface="Tahoma"/>
              </a:rPr>
              <a:t> </a:t>
            </a:r>
            <a:r>
              <a:rPr sz="1200" dirty="0">
                <a:solidFill>
                  <a:srgbClr val="538235"/>
                </a:solidFill>
                <a:latin typeface="Tahoma"/>
                <a:cs typeface="Tahoma"/>
              </a:rPr>
              <a:t>a </a:t>
            </a:r>
            <a:r>
              <a:rPr sz="1200" spc="-5" dirty="0">
                <a:solidFill>
                  <a:srgbClr val="538235"/>
                </a:solidFill>
                <a:latin typeface="Tahoma"/>
                <a:cs typeface="Tahoma"/>
              </a:rPr>
              <a:t>modulo</a:t>
            </a:r>
            <a:r>
              <a:rPr sz="1200" spc="5" dirty="0">
                <a:solidFill>
                  <a:srgbClr val="538235"/>
                </a:solidFill>
                <a:latin typeface="Tahoma"/>
                <a:cs typeface="Tahoma"/>
              </a:rPr>
              <a:t> </a:t>
            </a:r>
            <a:r>
              <a:rPr sz="1200" dirty="0">
                <a:solidFill>
                  <a:srgbClr val="538235"/>
                </a:solidFill>
                <a:latin typeface="Tahoma"/>
                <a:cs typeface="Tahoma"/>
              </a:rPr>
              <a:t>n</a:t>
            </a:r>
            <a:r>
              <a:rPr sz="1200" spc="10" dirty="0">
                <a:solidFill>
                  <a:srgbClr val="538235"/>
                </a:solidFill>
                <a:latin typeface="Tahoma"/>
                <a:cs typeface="Tahoma"/>
              </a:rPr>
              <a:t> </a:t>
            </a:r>
            <a:r>
              <a:rPr sz="1200" spc="-10" dirty="0">
                <a:solidFill>
                  <a:srgbClr val="538235"/>
                </a:solidFill>
                <a:latin typeface="Tahoma"/>
                <a:cs typeface="Tahoma"/>
              </a:rPr>
              <a:t>is</a:t>
            </a:r>
            <a:r>
              <a:rPr sz="1200" dirty="0">
                <a:solidFill>
                  <a:srgbClr val="538235"/>
                </a:solidFill>
                <a:latin typeface="Tahoma"/>
                <a:cs typeface="Tahoma"/>
              </a:rPr>
              <a:t> </a:t>
            </a:r>
            <a:r>
              <a:rPr sz="1200" spc="-10" dirty="0">
                <a:solidFill>
                  <a:srgbClr val="538235"/>
                </a:solidFill>
                <a:latin typeface="Tahoma"/>
                <a:cs typeface="Tahoma"/>
              </a:rPr>
              <a:t>usually</a:t>
            </a:r>
            <a:r>
              <a:rPr sz="1200" spc="55" dirty="0">
                <a:solidFill>
                  <a:srgbClr val="538235"/>
                </a:solidFill>
                <a:latin typeface="Tahoma"/>
                <a:cs typeface="Tahoma"/>
              </a:rPr>
              <a:t> </a:t>
            </a:r>
            <a:r>
              <a:rPr sz="1200" spc="-5" dirty="0">
                <a:solidFill>
                  <a:srgbClr val="538235"/>
                </a:solidFill>
                <a:latin typeface="Tahoma"/>
                <a:cs typeface="Tahoma"/>
              </a:rPr>
              <a:t>written</a:t>
            </a:r>
            <a:r>
              <a:rPr sz="1200" spc="15" dirty="0">
                <a:solidFill>
                  <a:srgbClr val="538235"/>
                </a:solidFill>
                <a:latin typeface="Tahoma"/>
                <a:cs typeface="Tahoma"/>
              </a:rPr>
              <a:t> </a:t>
            </a:r>
            <a:r>
              <a:rPr sz="1200" spc="-5" dirty="0">
                <a:solidFill>
                  <a:srgbClr val="538235"/>
                </a:solidFill>
                <a:latin typeface="Tahoma"/>
                <a:cs typeface="Tahoma"/>
              </a:rPr>
              <a:t>as</a:t>
            </a:r>
            <a:r>
              <a:rPr sz="1200" dirty="0">
                <a:solidFill>
                  <a:srgbClr val="538235"/>
                </a:solidFill>
                <a:latin typeface="Tahoma"/>
                <a:cs typeface="Tahoma"/>
              </a:rPr>
              <a:t> m</a:t>
            </a:r>
            <a:r>
              <a:rPr sz="1200" spc="10"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ord</a:t>
            </a:r>
            <a:r>
              <a:rPr sz="1200" spc="-7" baseline="-20833" dirty="0">
                <a:solidFill>
                  <a:srgbClr val="538235"/>
                </a:solidFill>
                <a:latin typeface="Tahoma"/>
                <a:cs typeface="Tahoma"/>
              </a:rPr>
              <a:t>n</a:t>
            </a:r>
            <a:r>
              <a:rPr sz="1200" spc="-5" dirty="0">
                <a:solidFill>
                  <a:srgbClr val="538235"/>
                </a:solidFill>
                <a:latin typeface="Tahoma"/>
                <a:cs typeface="Tahoma"/>
              </a:rPr>
              <a:t>(a)</a:t>
            </a:r>
            <a:endParaRPr sz="1200">
              <a:latin typeface="Tahoma"/>
              <a:cs typeface="Tahoma"/>
            </a:endParaRPr>
          </a:p>
          <a:p>
            <a:pPr marL="101600">
              <a:lnSpc>
                <a:spcPct val="100000"/>
              </a:lnSpc>
              <a:spcBef>
                <a:spcPts val="720"/>
              </a:spcBef>
            </a:pPr>
            <a:r>
              <a:rPr sz="1200" b="1" spc="-5" dirty="0">
                <a:solidFill>
                  <a:srgbClr val="538235"/>
                </a:solidFill>
                <a:latin typeface="Tahoma"/>
                <a:cs typeface="Tahoma"/>
              </a:rPr>
              <a:t>Example:</a:t>
            </a:r>
            <a:endParaRPr sz="1200">
              <a:latin typeface="Tahoma"/>
              <a:cs typeface="Tahoma"/>
            </a:endParaRPr>
          </a:p>
          <a:p>
            <a:pPr marL="101600">
              <a:lnSpc>
                <a:spcPct val="100000"/>
              </a:lnSpc>
              <a:spcBef>
                <a:spcPts val="725"/>
              </a:spcBef>
              <a:tabLst>
                <a:tab pos="1473200" algn="l"/>
                <a:tab pos="2845435" algn="l"/>
              </a:tabLst>
            </a:pPr>
            <a:r>
              <a:rPr sz="1200" spc="-10" dirty="0">
                <a:solidFill>
                  <a:srgbClr val="538235"/>
                </a:solidFill>
                <a:latin typeface="Tahoma"/>
                <a:cs typeface="Tahoma"/>
              </a:rPr>
              <a:t>7</a:t>
            </a:r>
            <a:r>
              <a:rPr sz="1200" spc="-15" baseline="24305" dirty="0">
                <a:solidFill>
                  <a:srgbClr val="538235"/>
                </a:solidFill>
                <a:latin typeface="Tahoma"/>
                <a:cs typeface="Tahoma"/>
              </a:rPr>
              <a:t>1</a:t>
            </a:r>
            <a:r>
              <a:rPr sz="1200" spc="195" baseline="24305" dirty="0">
                <a:solidFill>
                  <a:srgbClr val="538235"/>
                </a:solidFill>
                <a:latin typeface="Tahoma"/>
                <a:cs typeface="Tahoma"/>
              </a:rPr>
              <a:t> </a:t>
            </a:r>
            <a:r>
              <a:rPr sz="1200" dirty="0">
                <a:solidFill>
                  <a:srgbClr val="538235"/>
                </a:solidFill>
                <a:latin typeface="Tahoma"/>
                <a:cs typeface="Tahoma"/>
              </a:rPr>
              <a:t>≡ 7 mod</a:t>
            </a:r>
            <a:r>
              <a:rPr sz="1200" spc="-10" dirty="0">
                <a:solidFill>
                  <a:srgbClr val="538235"/>
                </a:solidFill>
                <a:latin typeface="Tahoma"/>
                <a:cs typeface="Tahoma"/>
              </a:rPr>
              <a:t> </a:t>
            </a:r>
            <a:r>
              <a:rPr sz="1200" spc="-5" dirty="0">
                <a:solidFill>
                  <a:srgbClr val="538235"/>
                </a:solidFill>
                <a:latin typeface="Tahoma"/>
                <a:cs typeface="Tahoma"/>
              </a:rPr>
              <a:t>19	</a:t>
            </a:r>
            <a:r>
              <a:rPr sz="1200" spc="-10" dirty="0">
                <a:solidFill>
                  <a:srgbClr val="538235"/>
                </a:solidFill>
                <a:latin typeface="Tahoma"/>
                <a:cs typeface="Tahoma"/>
              </a:rPr>
              <a:t>7</a:t>
            </a:r>
            <a:r>
              <a:rPr sz="1200" spc="-15" baseline="24305" dirty="0">
                <a:solidFill>
                  <a:srgbClr val="538235"/>
                </a:solidFill>
                <a:latin typeface="Tahoma"/>
                <a:cs typeface="Tahoma"/>
              </a:rPr>
              <a:t>2</a:t>
            </a:r>
            <a:r>
              <a:rPr sz="1200" spc="195" baseline="2430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11</a:t>
            </a:r>
            <a:r>
              <a:rPr sz="1200" dirty="0">
                <a:solidFill>
                  <a:srgbClr val="538235"/>
                </a:solidFill>
                <a:latin typeface="Tahoma"/>
                <a:cs typeface="Tahoma"/>
              </a:rPr>
              <a:t> mod</a:t>
            </a:r>
            <a:r>
              <a:rPr sz="1200" spc="-10" dirty="0">
                <a:solidFill>
                  <a:srgbClr val="538235"/>
                </a:solidFill>
                <a:latin typeface="Tahoma"/>
                <a:cs typeface="Tahoma"/>
              </a:rPr>
              <a:t> </a:t>
            </a:r>
            <a:r>
              <a:rPr sz="1200" spc="-5" dirty="0">
                <a:solidFill>
                  <a:srgbClr val="538235"/>
                </a:solidFill>
                <a:latin typeface="Tahoma"/>
                <a:cs typeface="Tahoma"/>
              </a:rPr>
              <a:t>19	</a:t>
            </a:r>
            <a:r>
              <a:rPr sz="1200" spc="-10" dirty="0">
                <a:solidFill>
                  <a:srgbClr val="538235"/>
                </a:solidFill>
                <a:latin typeface="Tahoma"/>
                <a:cs typeface="Tahoma"/>
              </a:rPr>
              <a:t>7</a:t>
            </a:r>
            <a:r>
              <a:rPr sz="1200" spc="-15" baseline="24305" dirty="0">
                <a:solidFill>
                  <a:srgbClr val="538235"/>
                </a:solidFill>
                <a:latin typeface="Tahoma"/>
                <a:cs typeface="Tahoma"/>
              </a:rPr>
              <a:t>3</a:t>
            </a:r>
            <a:r>
              <a:rPr sz="1200" spc="165" baseline="2430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1</a:t>
            </a:r>
            <a:r>
              <a:rPr sz="1200" spc="-20"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spc="-10" dirty="0">
                <a:solidFill>
                  <a:srgbClr val="538235"/>
                </a:solidFill>
                <a:latin typeface="Tahoma"/>
                <a:cs typeface="Tahoma"/>
              </a:rPr>
              <a:t>19</a:t>
            </a:r>
            <a:endParaRPr sz="1200">
              <a:latin typeface="Tahoma"/>
              <a:cs typeface="Tahoma"/>
            </a:endParaRPr>
          </a:p>
          <a:p>
            <a:pPr marL="101600">
              <a:lnSpc>
                <a:spcPct val="100000"/>
              </a:lnSpc>
              <a:spcBef>
                <a:spcPts val="720"/>
              </a:spcBef>
            </a:pPr>
            <a:r>
              <a:rPr sz="1200" dirty="0">
                <a:solidFill>
                  <a:srgbClr val="538235"/>
                </a:solidFill>
                <a:latin typeface="Tahoma"/>
                <a:cs typeface="Tahoma"/>
              </a:rPr>
              <a:t>m</a:t>
            </a:r>
            <a:r>
              <a:rPr sz="1200" spc="-10"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ord</a:t>
            </a:r>
            <a:r>
              <a:rPr sz="1200" spc="-7" baseline="-20833" dirty="0">
                <a:solidFill>
                  <a:srgbClr val="538235"/>
                </a:solidFill>
                <a:latin typeface="Tahoma"/>
                <a:cs typeface="Tahoma"/>
              </a:rPr>
              <a:t>19</a:t>
            </a:r>
            <a:r>
              <a:rPr sz="1200" spc="172" baseline="-20833" dirty="0">
                <a:solidFill>
                  <a:srgbClr val="538235"/>
                </a:solidFill>
                <a:latin typeface="Tahoma"/>
                <a:cs typeface="Tahoma"/>
              </a:rPr>
              <a:t> </a:t>
            </a:r>
            <a:r>
              <a:rPr sz="1200" spc="-5" dirty="0">
                <a:solidFill>
                  <a:srgbClr val="538235"/>
                </a:solidFill>
                <a:latin typeface="Tahoma"/>
                <a:cs typeface="Tahoma"/>
              </a:rPr>
              <a:t>(7)</a:t>
            </a:r>
            <a:r>
              <a:rPr sz="1200" spc="-1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3</a:t>
            </a:r>
            <a:endParaRPr sz="1200">
              <a:latin typeface="Tahoma"/>
              <a:cs typeface="Tahoma"/>
            </a:endParaRPr>
          </a:p>
          <a:p>
            <a:pPr marL="101600">
              <a:lnSpc>
                <a:spcPct val="100000"/>
              </a:lnSpc>
              <a:spcBef>
                <a:spcPts val="720"/>
              </a:spcBef>
            </a:pPr>
            <a:r>
              <a:rPr sz="1200" spc="-5" dirty="0">
                <a:solidFill>
                  <a:srgbClr val="538235"/>
                </a:solidFill>
                <a:latin typeface="Tahoma"/>
                <a:cs typeface="Tahoma"/>
              </a:rPr>
              <a:t>The sequence</a:t>
            </a:r>
            <a:r>
              <a:rPr sz="1200" spc="45" dirty="0">
                <a:solidFill>
                  <a:srgbClr val="538235"/>
                </a:solidFill>
                <a:latin typeface="Tahoma"/>
                <a:cs typeface="Tahoma"/>
              </a:rPr>
              <a:t> </a:t>
            </a:r>
            <a:r>
              <a:rPr sz="1200" spc="-10" dirty="0">
                <a:solidFill>
                  <a:srgbClr val="538235"/>
                </a:solidFill>
                <a:latin typeface="Tahoma"/>
                <a:cs typeface="Tahoma"/>
              </a:rPr>
              <a:t>is</a:t>
            </a:r>
            <a:r>
              <a:rPr sz="1200" spc="-5" dirty="0">
                <a:solidFill>
                  <a:srgbClr val="538235"/>
                </a:solidFill>
                <a:latin typeface="Tahoma"/>
                <a:cs typeface="Tahoma"/>
              </a:rPr>
              <a:t> periodic</a:t>
            </a:r>
            <a:r>
              <a:rPr sz="1200" spc="415" dirty="0">
                <a:solidFill>
                  <a:srgbClr val="538235"/>
                </a:solidFill>
                <a:latin typeface="Tahoma"/>
                <a:cs typeface="Tahoma"/>
              </a:rPr>
              <a:t> </a:t>
            </a:r>
            <a:r>
              <a:rPr sz="1200" spc="-10" dirty="0">
                <a:solidFill>
                  <a:srgbClr val="538235"/>
                </a:solidFill>
                <a:latin typeface="Tahoma"/>
                <a:cs typeface="Tahoma"/>
              </a:rPr>
              <a:t>7</a:t>
            </a:r>
            <a:r>
              <a:rPr sz="1200" spc="-15" baseline="24305" dirty="0">
                <a:solidFill>
                  <a:srgbClr val="538235"/>
                </a:solidFill>
                <a:latin typeface="Tahoma"/>
                <a:cs typeface="Tahoma"/>
              </a:rPr>
              <a:t>3+j</a:t>
            </a:r>
            <a:r>
              <a:rPr sz="1200" spc="179" baseline="2430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10" dirty="0">
                <a:solidFill>
                  <a:srgbClr val="538235"/>
                </a:solidFill>
                <a:latin typeface="Tahoma"/>
                <a:cs typeface="Tahoma"/>
              </a:rPr>
              <a:t>7</a:t>
            </a:r>
            <a:r>
              <a:rPr sz="1200" spc="-15" baseline="24305" dirty="0">
                <a:solidFill>
                  <a:srgbClr val="538235"/>
                </a:solidFill>
                <a:latin typeface="Tahoma"/>
                <a:cs typeface="Tahoma"/>
              </a:rPr>
              <a:t>3</a:t>
            </a:r>
            <a:r>
              <a:rPr sz="1200" spc="-10" dirty="0">
                <a:solidFill>
                  <a:srgbClr val="538235"/>
                </a:solidFill>
                <a:latin typeface="Tahoma"/>
                <a:cs typeface="Tahoma"/>
              </a:rPr>
              <a:t>7</a:t>
            </a:r>
            <a:r>
              <a:rPr sz="1200" spc="-15" baseline="24305" dirty="0">
                <a:solidFill>
                  <a:srgbClr val="538235"/>
                </a:solidFill>
                <a:latin typeface="Tahoma"/>
                <a:cs typeface="Tahoma"/>
              </a:rPr>
              <a:t>j</a:t>
            </a:r>
            <a:r>
              <a:rPr sz="1200" spc="217" baseline="2430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7</a:t>
            </a:r>
            <a:r>
              <a:rPr sz="1200" spc="-15" baseline="24305" dirty="0">
                <a:solidFill>
                  <a:srgbClr val="538235"/>
                </a:solidFill>
                <a:latin typeface="Tahoma"/>
                <a:cs typeface="Tahoma"/>
              </a:rPr>
              <a:t>j</a:t>
            </a:r>
            <a:r>
              <a:rPr sz="1200" spc="187" baseline="24305"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spc="-5" dirty="0">
                <a:solidFill>
                  <a:srgbClr val="538235"/>
                </a:solidFill>
                <a:latin typeface="Tahoma"/>
                <a:cs typeface="Tahoma"/>
              </a:rPr>
              <a:t>19</a:t>
            </a:r>
            <a:endParaRPr sz="1200">
              <a:latin typeface="Tahoma"/>
              <a:cs typeface="Tahoma"/>
            </a:endParaRPr>
          </a:p>
          <a:p>
            <a:pPr marL="101600">
              <a:lnSpc>
                <a:spcPct val="100000"/>
              </a:lnSpc>
              <a:spcBef>
                <a:spcPts val="720"/>
              </a:spcBef>
              <a:tabLst>
                <a:tab pos="2845435" algn="l"/>
              </a:tabLst>
            </a:pPr>
            <a:r>
              <a:rPr sz="1200" spc="-10" dirty="0">
                <a:solidFill>
                  <a:srgbClr val="538235"/>
                </a:solidFill>
                <a:latin typeface="Tahoma"/>
                <a:cs typeface="Tahoma"/>
              </a:rPr>
              <a:t>7</a:t>
            </a:r>
            <a:r>
              <a:rPr sz="1200" spc="-15" baseline="24305" dirty="0">
                <a:solidFill>
                  <a:srgbClr val="538235"/>
                </a:solidFill>
                <a:latin typeface="Tahoma"/>
                <a:cs typeface="Tahoma"/>
              </a:rPr>
              <a:t>1</a:t>
            </a:r>
            <a:r>
              <a:rPr sz="1200" spc="195" baseline="24305"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7</a:t>
            </a:r>
            <a:r>
              <a:rPr sz="1200" spc="-15" baseline="24305" dirty="0">
                <a:solidFill>
                  <a:srgbClr val="538235"/>
                </a:solidFill>
                <a:latin typeface="Tahoma"/>
                <a:cs typeface="Tahoma"/>
              </a:rPr>
              <a:t>4</a:t>
            </a:r>
            <a:r>
              <a:rPr sz="1200" spc="30" baseline="2430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10" dirty="0">
                <a:solidFill>
                  <a:srgbClr val="538235"/>
                </a:solidFill>
                <a:latin typeface="Tahoma"/>
                <a:cs typeface="Tahoma"/>
              </a:rPr>
              <a:t>7</a:t>
            </a:r>
            <a:r>
              <a:rPr sz="1200" spc="-15" baseline="24305" dirty="0">
                <a:solidFill>
                  <a:srgbClr val="538235"/>
                </a:solidFill>
                <a:latin typeface="Tahoma"/>
                <a:cs typeface="Tahoma"/>
              </a:rPr>
              <a:t>7</a:t>
            </a:r>
            <a:r>
              <a:rPr sz="1200" spc="202" baseline="24305" dirty="0">
                <a:solidFill>
                  <a:srgbClr val="538235"/>
                </a:solidFill>
                <a:latin typeface="Tahoma"/>
                <a:cs typeface="Tahoma"/>
              </a:rPr>
              <a:t> </a:t>
            </a:r>
            <a:r>
              <a:rPr sz="1200" dirty="0">
                <a:solidFill>
                  <a:srgbClr val="538235"/>
                </a:solidFill>
                <a:latin typeface="Tahoma"/>
                <a:cs typeface="Tahoma"/>
              </a:rPr>
              <a:t>≡ 7</a:t>
            </a:r>
            <a:r>
              <a:rPr sz="1200" spc="360" dirty="0">
                <a:solidFill>
                  <a:srgbClr val="538235"/>
                </a:solidFill>
                <a:latin typeface="Tahoma"/>
                <a:cs typeface="Tahoma"/>
              </a:rPr>
              <a:t> </a:t>
            </a:r>
            <a:r>
              <a:rPr sz="1200" spc="-5" dirty="0">
                <a:solidFill>
                  <a:srgbClr val="538235"/>
                </a:solidFill>
                <a:latin typeface="Tahoma"/>
                <a:cs typeface="Tahoma"/>
              </a:rPr>
              <a:t>mod</a:t>
            </a:r>
            <a:r>
              <a:rPr sz="1200" spc="15" dirty="0">
                <a:solidFill>
                  <a:srgbClr val="538235"/>
                </a:solidFill>
                <a:latin typeface="Tahoma"/>
                <a:cs typeface="Tahoma"/>
              </a:rPr>
              <a:t> </a:t>
            </a:r>
            <a:r>
              <a:rPr sz="1200" spc="-5" dirty="0">
                <a:solidFill>
                  <a:srgbClr val="538235"/>
                </a:solidFill>
                <a:latin typeface="Tahoma"/>
                <a:cs typeface="Tahoma"/>
              </a:rPr>
              <a:t>19	</a:t>
            </a:r>
            <a:r>
              <a:rPr sz="1200" spc="-10" dirty="0">
                <a:solidFill>
                  <a:srgbClr val="538235"/>
                </a:solidFill>
                <a:latin typeface="Tahoma"/>
                <a:cs typeface="Tahoma"/>
              </a:rPr>
              <a:t>7</a:t>
            </a:r>
            <a:r>
              <a:rPr sz="1200" spc="-15" baseline="24305" dirty="0">
                <a:solidFill>
                  <a:srgbClr val="538235"/>
                </a:solidFill>
                <a:latin typeface="Tahoma"/>
                <a:cs typeface="Tahoma"/>
              </a:rPr>
              <a:t>2</a:t>
            </a:r>
            <a:r>
              <a:rPr sz="1200" spc="187" baseline="2430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10" dirty="0">
                <a:solidFill>
                  <a:srgbClr val="538235"/>
                </a:solidFill>
                <a:latin typeface="Tahoma"/>
                <a:cs typeface="Tahoma"/>
              </a:rPr>
              <a:t>7</a:t>
            </a:r>
            <a:r>
              <a:rPr sz="1200" spc="-15" baseline="24305" dirty="0">
                <a:solidFill>
                  <a:srgbClr val="538235"/>
                </a:solidFill>
                <a:latin typeface="Tahoma"/>
                <a:cs typeface="Tahoma"/>
              </a:rPr>
              <a:t>5</a:t>
            </a:r>
            <a:r>
              <a:rPr sz="1200" spc="187" baseline="2430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7</a:t>
            </a:r>
            <a:r>
              <a:rPr sz="1200" spc="-15" baseline="24305" dirty="0">
                <a:solidFill>
                  <a:srgbClr val="538235"/>
                </a:solidFill>
                <a:latin typeface="Tahoma"/>
                <a:cs typeface="Tahoma"/>
              </a:rPr>
              <a:t>8</a:t>
            </a:r>
            <a:r>
              <a:rPr sz="1200" spc="179" baseline="2430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11</a:t>
            </a:r>
            <a:r>
              <a:rPr sz="1200" spc="-10" dirty="0">
                <a:solidFill>
                  <a:srgbClr val="538235"/>
                </a:solidFill>
                <a:latin typeface="Tahoma"/>
                <a:cs typeface="Tahoma"/>
              </a:rPr>
              <a:t> </a:t>
            </a:r>
            <a:r>
              <a:rPr sz="1200" spc="-5" dirty="0">
                <a:solidFill>
                  <a:srgbClr val="538235"/>
                </a:solidFill>
                <a:latin typeface="Tahoma"/>
                <a:cs typeface="Tahoma"/>
              </a:rPr>
              <a:t>mod</a:t>
            </a:r>
            <a:r>
              <a:rPr sz="1200" spc="-15" dirty="0">
                <a:solidFill>
                  <a:srgbClr val="538235"/>
                </a:solidFill>
                <a:latin typeface="Tahoma"/>
                <a:cs typeface="Tahoma"/>
              </a:rPr>
              <a:t> </a:t>
            </a:r>
            <a:r>
              <a:rPr sz="1200" spc="-5" dirty="0">
                <a:solidFill>
                  <a:srgbClr val="538235"/>
                </a:solidFill>
                <a:latin typeface="Tahoma"/>
                <a:cs typeface="Tahoma"/>
              </a:rPr>
              <a:t>19</a:t>
            </a:r>
            <a:endParaRPr sz="1200">
              <a:latin typeface="Tahoma"/>
              <a:cs typeface="Tahoma"/>
            </a:endParaRPr>
          </a:p>
          <a:p>
            <a:pPr>
              <a:lnSpc>
                <a:spcPct val="100000"/>
              </a:lnSpc>
            </a:pPr>
            <a:endParaRPr sz="1400">
              <a:latin typeface="Tahoma"/>
              <a:cs typeface="Tahoma"/>
            </a:endParaRPr>
          </a:p>
          <a:p>
            <a:pPr marL="271780">
              <a:lnSpc>
                <a:spcPct val="100000"/>
              </a:lnSpc>
              <a:spcBef>
                <a:spcPts val="1190"/>
              </a:spcBef>
            </a:pPr>
            <a:r>
              <a:rPr sz="1200" b="1" dirty="0">
                <a:solidFill>
                  <a:srgbClr val="538235"/>
                </a:solidFill>
                <a:latin typeface="Tahoma"/>
                <a:cs typeface="Tahoma"/>
              </a:rPr>
              <a:t>Primitive</a:t>
            </a:r>
            <a:r>
              <a:rPr sz="1200" b="1" spc="-50" dirty="0">
                <a:solidFill>
                  <a:srgbClr val="538235"/>
                </a:solidFill>
                <a:latin typeface="Tahoma"/>
                <a:cs typeface="Tahoma"/>
              </a:rPr>
              <a:t> </a:t>
            </a:r>
            <a:r>
              <a:rPr sz="1200" b="1" spc="-5" dirty="0">
                <a:solidFill>
                  <a:srgbClr val="538235"/>
                </a:solidFill>
                <a:latin typeface="Tahoma"/>
                <a:cs typeface="Tahoma"/>
              </a:rPr>
              <a:t>Roots</a:t>
            </a:r>
            <a:endParaRPr sz="1200">
              <a:latin typeface="Tahoma"/>
              <a:cs typeface="Tahoma"/>
            </a:endParaRPr>
          </a:p>
          <a:p>
            <a:pPr marL="101600" marR="57150">
              <a:lnSpc>
                <a:spcPts val="2160"/>
              </a:lnSpc>
              <a:spcBef>
                <a:spcPts val="190"/>
              </a:spcBef>
            </a:pPr>
            <a:r>
              <a:rPr sz="1200" dirty="0">
                <a:solidFill>
                  <a:srgbClr val="538235"/>
                </a:solidFill>
                <a:latin typeface="Tahoma"/>
                <a:cs typeface="Tahoma"/>
              </a:rPr>
              <a:t>Any</a:t>
            </a:r>
            <a:r>
              <a:rPr sz="1200" spc="300" dirty="0">
                <a:solidFill>
                  <a:srgbClr val="538235"/>
                </a:solidFill>
                <a:latin typeface="Tahoma"/>
                <a:cs typeface="Tahoma"/>
              </a:rPr>
              <a:t> </a:t>
            </a:r>
            <a:r>
              <a:rPr sz="1200" spc="-5" dirty="0">
                <a:solidFill>
                  <a:srgbClr val="538235"/>
                </a:solidFill>
                <a:latin typeface="Tahoma"/>
                <a:cs typeface="Tahoma"/>
              </a:rPr>
              <a:t>base</a:t>
            </a:r>
            <a:r>
              <a:rPr sz="1200" spc="290" dirty="0">
                <a:solidFill>
                  <a:srgbClr val="538235"/>
                </a:solidFill>
                <a:latin typeface="Tahoma"/>
                <a:cs typeface="Tahoma"/>
              </a:rPr>
              <a:t> </a:t>
            </a:r>
            <a:r>
              <a:rPr sz="1200" spc="-5" dirty="0">
                <a:solidFill>
                  <a:srgbClr val="538235"/>
                </a:solidFill>
                <a:latin typeface="Tahoma"/>
                <a:cs typeface="Tahoma"/>
              </a:rPr>
              <a:t>integer</a:t>
            </a:r>
            <a:r>
              <a:rPr sz="1200" spc="300" dirty="0">
                <a:solidFill>
                  <a:srgbClr val="538235"/>
                </a:solidFill>
                <a:latin typeface="Tahoma"/>
                <a:cs typeface="Tahoma"/>
              </a:rPr>
              <a:t> </a:t>
            </a:r>
            <a:r>
              <a:rPr sz="1200" dirty="0">
                <a:solidFill>
                  <a:srgbClr val="538235"/>
                </a:solidFill>
                <a:latin typeface="Tahoma"/>
                <a:cs typeface="Tahoma"/>
              </a:rPr>
              <a:t>a</a:t>
            </a:r>
            <a:r>
              <a:rPr sz="1200" spc="290" dirty="0">
                <a:solidFill>
                  <a:srgbClr val="538235"/>
                </a:solidFill>
                <a:latin typeface="Tahoma"/>
                <a:cs typeface="Tahoma"/>
              </a:rPr>
              <a:t> </a:t>
            </a:r>
            <a:r>
              <a:rPr sz="1200" spc="-10" dirty="0">
                <a:solidFill>
                  <a:srgbClr val="538235"/>
                </a:solidFill>
                <a:latin typeface="Tahoma"/>
                <a:cs typeface="Tahoma"/>
              </a:rPr>
              <a:t>which</a:t>
            </a:r>
            <a:r>
              <a:rPr sz="1200" spc="305" dirty="0">
                <a:solidFill>
                  <a:srgbClr val="538235"/>
                </a:solidFill>
                <a:latin typeface="Tahoma"/>
                <a:cs typeface="Tahoma"/>
              </a:rPr>
              <a:t> </a:t>
            </a:r>
            <a:r>
              <a:rPr sz="1200" spc="-10" dirty="0">
                <a:solidFill>
                  <a:srgbClr val="538235"/>
                </a:solidFill>
                <a:latin typeface="Tahoma"/>
                <a:cs typeface="Tahoma"/>
              </a:rPr>
              <a:t>generates</a:t>
            </a:r>
            <a:r>
              <a:rPr sz="1200" spc="290" dirty="0">
                <a:solidFill>
                  <a:srgbClr val="538235"/>
                </a:solidFill>
                <a:latin typeface="Tahoma"/>
                <a:cs typeface="Tahoma"/>
              </a:rPr>
              <a:t> </a:t>
            </a:r>
            <a:r>
              <a:rPr sz="1200" spc="-5" dirty="0">
                <a:solidFill>
                  <a:srgbClr val="538235"/>
                </a:solidFill>
                <a:latin typeface="Tahoma"/>
                <a:cs typeface="Tahoma"/>
              </a:rPr>
              <a:t>(via</a:t>
            </a:r>
            <a:r>
              <a:rPr sz="1200" spc="290" dirty="0">
                <a:solidFill>
                  <a:srgbClr val="538235"/>
                </a:solidFill>
                <a:latin typeface="Tahoma"/>
                <a:cs typeface="Tahoma"/>
              </a:rPr>
              <a:t> </a:t>
            </a:r>
            <a:r>
              <a:rPr sz="1200" dirty="0">
                <a:solidFill>
                  <a:srgbClr val="538235"/>
                </a:solidFill>
                <a:latin typeface="Tahoma"/>
                <a:cs typeface="Tahoma"/>
              </a:rPr>
              <a:t>powers)</a:t>
            </a:r>
            <a:r>
              <a:rPr sz="1200" spc="295" dirty="0">
                <a:solidFill>
                  <a:srgbClr val="538235"/>
                </a:solidFill>
                <a:latin typeface="Tahoma"/>
                <a:cs typeface="Tahoma"/>
              </a:rPr>
              <a:t> </a:t>
            </a:r>
            <a:r>
              <a:rPr sz="1200" dirty="0">
                <a:solidFill>
                  <a:srgbClr val="538235"/>
                </a:solidFill>
                <a:latin typeface="Tahoma"/>
                <a:cs typeface="Tahoma"/>
              </a:rPr>
              <a:t>the</a:t>
            </a:r>
            <a:r>
              <a:rPr sz="1200" spc="300" dirty="0">
                <a:solidFill>
                  <a:srgbClr val="538235"/>
                </a:solidFill>
                <a:latin typeface="Tahoma"/>
                <a:cs typeface="Tahoma"/>
              </a:rPr>
              <a:t> </a:t>
            </a:r>
            <a:r>
              <a:rPr sz="1200" spc="-5" dirty="0">
                <a:solidFill>
                  <a:srgbClr val="538235"/>
                </a:solidFill>
                <a:latin typeface="Tahoma"/>
                <a:cs typeface="Tahoma"/>
              </a:rPr>
              <a:t>reduced</a:t>
            </a:r>
            <a:r>
              <a:rPr sz="1200" spc="305" dirty="0">
                <a:solidFill>
                  <a:srgbClr val="538235"/>
                </a:solidFill>
                <a:latin typeface="Tahoma"/>
                <a:cs typeface="Tahoma"/>
              </a:rPr>
              <a:t> </a:t>
            </a:r>
            <a:r>
              <a:rPr sz="1200" spc="-5" dirty="0">
                <a:solidFill>
                  <a:srgbClr val="538235"/>
                </a:solidFill>
                <a:latin typeface="Tahoma"/>
                <a:cs typeface="Tahoma"/>
              </a:rPr>
              <a:t>residue</a:t>
            </a:r>
            <a:r>
              <a:rPr sz="1200" spc="290" dirty="0">
                <a:solidFill>
                  <a:srgbClr val="538235"/>
                </a:solidFill>
                <a:latin typeface="Tahoma"/>
                <a:cs typeface="Tahoma"/>
              </a:rPr>
              <a:t> </a:t>
            </a:r>
            <a:r>
              <a:rPr sz="1200" spc="-10" dirty="0">
                <a:solidFill>
                  <a:srgbClr val="538235"/>
                </a:solidFill>
                <a:latin typeface="Tahoma"/>
                <a:cs typeface="Tahoma"/>
              </a:rPr>
              <a:t>class</a:t>
            </a:r>
            <a:r>
              <a:rPr sz="1200" spc="290" dirty="0">
                <a:solidFill>
                  <a:srgbClr val="538235"/>
                </a:solidFill>
                <a:latin typeface="Tahoma"/>
                <a:cs typeface="Tahoma"/>
              </a:rPr>
              <a:t> </a:t>
            </a:r>
            <a:r>
              <a:rPr sz="1200" dirty="0">
                <a:solidFill>
                  <a:srgbClr val="538235"/>
                </a:solidFill>
                <a:latin typeface="Tahoma"/>
                <a:cs typeface="Tahoma"/>
              </a:rPr>
              <a:t>set </a:t>
            </a:r>
            <a:r>
              <a:rPr sz="1200" spc="-360" dirty="0">
                <a:solidFill>
                  <a:srgbClr val="538235"/>
                </a:solidFill>
                <a:latin typeface="Tahoma"/>
                <a:cs typeface="Tahoma"/>
              </a:rPr>
              <a:t> </a:t>
            </a:r>
            <a:r>
              <a:rPr sz="1200" spc="-5" dirty="0">
                <a:solidFill>
                  <a:srgbClr val="538235"/>
                </a:solidFill>
                <a:latin typeface="Tahoma"/>
                <a:cs typeface="Tahoma"/>
              </a:rPr>
              <a:t>modulo</a:t>
            </a:r>
            <a:r>
              <a:rPr sz="1200" dirty="0">
                <a:solidFill>
                  <a:srgbClr val="538235"/>
                </a:solidFill>
                <a:latin typeface="Tahoma"/>
                <a:cs typeface="Tahoma"/>
              </a:rPr>
              <a:t> n,</a:t>
            </a:r>
            <a:r>
              <a:rPr sz="1200" spc="5" dirty="0">
                <a:solidFill>
                  <a:srgbClr val="538235"/>
                </a:solidFill>
                <a:latin typeface="Tahoma"/>
                <a:cs typeface="Tahoma"/>
              </a:rPr>
              <a:t> </a:t>
            </a:r>
            <a:r>
              <a:rPr sz="1200" dirty="0">
                <a:solidFill>
                  <a:srgbClr val="538235"/>
                </a:solidFill>
                <a:latin typeface="Tahoma"/>
                <a:cs typeface="Tahoma"/>
              </a:rPr>
              <a:t>then</a:t>
            </a:r>
            <a:r>
              <a:rPr sz="1200" spc="10" dirty="0">
                <a:solidFill>
                  <a:srgbClr val="538235"/>
                </a:solidFill>
                <a:latin typeface="Tahoma"/>
                <a:cs typeface="Tahoma"/>
              </a:rPr>
              <a:t> </a:t>
            </a:r>
            <a:r>
              <a:rPr sz="1200" spc="-5" dirty="0">
                <a:solidFill>
                  <a:srgbClr val="538235"/>
                </a:solidFill>
                <a:latin typeface="Tahoma"/>
                <a:cs typeface="Tahoma"/>
              </a:rPr>
              <a:t>such</a:t>
            </a:r>
            <a:r>
              <a:rPr sz="1200" spc="5" dirty="0">
                <a:solidFill>
                  <a:srgbClr val="538235"/>
                </a:solidFill>
                <a:latin typeface="Tahoma"/>
                <a:cs typeface="Tahoma"/>
              </a:rPr>
              <a:t> </a:t>
            </a:r>
            <a:r>
              <a:rPr sz="1200" spc="-5" dirty="0">
                <a:solidFill>
                  <a:srgbClr val="538235"/>
                </a:solidFill>
                <a:latin typeface="Tahoma"/>
                <a:cs typeface="Tahoma"/>
              </a:rPr>
              <a:t>integer</a:t>
            </a:r>
            <a:r>
              <a:rPr sz="1200" spc="35" dirty="0">
                <a:solidFill>
                  <a:srgbClr val="538235"/>
                </a:solidFill>
                <a:latin typeface="Tahoma"/>
                <a:cs typeface="Tahoma"/>
              </a:rPr>
              <a:t> </a:t>
            </a:r>
            <a:r>
              <a:rPr sz="1200" dirty="0">
                <a:solidFill>
                  <a:srgbClr val="538235"/>
                </a:solidFill>
                <a:latin typeface="Tahoma"/>
                <a:cs typeface="Tahoma"/>
              </a:rPr>
              <a:t>a </a:t>
            </a:r>
            <a:r>
              <a:rPr sz="1200" spc="-10" dirty="0">
                <a:solidFill>
                  <a:srgbClr val="538235"/>
                </a:solidFill>
                <a:latin typeface="Tahoma"/>
                <a:cs typeface="Tahoma"/>
              </a:rPr>
              <a:t>is</a:t>
            </a:r>
            <a:r>
              <a:rPr sz="1200" dirty="0">
                <a:solidFill>
                  <a:srgbClr val="538235"/>
                </a:solidFill>
                <a:latin typeface="Tahoma"/>
                <a:cs typeface="Tahoma"/>
              </a:rPr>
              <a:t> </a:t>
            </a:r>
            <a:r>
              <a:rPr sz="1200" spc="-10" dirty="0">
                <a:solidFill>
                  <a:srgbClr val="538235"/>
                </a:solidFill>
                <a:latin typeface="Tahoma"/>
                <a:cs typeface="Tahoma"/>
              </a:rPr>
              <a:t>called</a:t>
            </a:r>
            <a:r>
              <a:rPr sz="1200" spc="45" dirty="0">
                <a:solidFill>
                  <a:srgbClr val="538235"/>
                </a:solidFill>
                <a:latin typeface="Tahoma"/>
                <a:cs typeface="Tahoma"/>
              </a:rPr>
              <a:t> </a:t>
            </a:r>
            <a:r>
              <a:rPr sz="1200" spc="-5" dirty="0">
                <a:solidFill>
                  <a:srgbClr val="538235"/>
                </a:solidFill>
                <a:latin typeface="Tahoma"/>
                <a:cs typeface="Tahoma"/>
              </a:rPr>
              <a:t>as</a:t>
            </a:r>
            <a:r>
              <a:rPr sz="1200" dirty="0">
                <a:solidFill>
                  <a:srgbClr val="538235"/>
                </a:solidFill>
                <a:latin typeface="Tahoma"/>
                <a:cs typeface="Tahoma"/>
              </a:rPr>
              <a:t> </a:t>
            </a:r>
            <a:r>
              <a:rPr sz="1200" spc="-5" dirty="0">
                <a:solidFill>
                  <a:srgbClr val="538235"/>
                </a:solidFill>
                <a:latin typeface="Tahoma"/>
                <a:cs typeface="Tahoma"/>
              </a:rPr>
              <a:t>primitive</a:t>
            </a:r>
            <a:r>
              <a:rPr sz="1200" spc="30" dirty="0">
                <a:solidFill>
                  <a:srgbClr val="538235"/>
                </a:solidFill>
                <a:latin typeface="Tahoma"/>
                <a:cs typeface="Tahoma"/>
              </a:rPr>
              <a:t> </a:t>
            </a:r>
            <a:r>
              <a:rPr sz="1200" spc="-5" dirty="0">
                <a:solidFill>
                  <a:srgbClr val="538235"/>
                </a:solidFill>
                <a:latin typeface="Tahoma"/>
                <a:cs typeface="Tahoma"/>
              </a:rPr>
              <a:t>root</a:t>
            </a:r>
            <a:r>
              <a:rPr sz="1200" spc="15" dirty="0">
                <a:solidFill>
                  <a:srgbClr val="538235"/>
                </a:solidFill>
                <a:latin typeface="Tahoma"/>
                <a:cs typeface="Tahoma"/>
              </a:rPr>
              <a:t> </a:t>
            </a:r>
            <a:r>
              <a:rPr sz="1200" spc="-5" dirty="0">
                <a:solidFill>
                  <a:srgbClr val="538235"/>
                </a:solidFill>
                <a:latin typeface="Tahoma"/>
                <a:cs typeface="Tahoma"/>
              </a:rPr>
              <a:t>of</a:t>
            </a:r>
            <a:r>
              <a:rPr sz="1200" spc="-20" dirty="0">
                <a:solidFill>
                  <a:srgbClr val="538235"/>
                </a:solidFill>
                <a:latin typeface="Tahoma"/>
                <a:cs typeface="Tahoma"/>
              </a:rPr>
              <a:t> </a:t>
            </a:r>
            <a:r>
              <a:rPr sz="1200" spc="-5" dirty="0">
                <a:solidFill>
                  <a:srgbClr val="538235"/>
                </a:solidFill>
                <a:latin typeface="Tahoma"/>
                <a:cs typeface="Tahoma"/>
              </a:rPr>
              <a:t>modulus</a:t>
            </a:r>
            <a:r>
              <a:rPr sz="1200" spc="30" dirty="0">
                <a:solidFill>
                  <a:srgbClr val="538235"/>
                </a:solidFill>
                <a:latin typeface="Tahoma"/>
                <a:cs typeface="Tahoma"/>
              </a:rPr>
              <a:t> </a:t>
            </a:r>
            <a:r>
              <a:rPr sz="1200" dirty="0">
                <a:solidFill>
                  <a:srgbClr val="538235"/>
                </a:solidFill>
                <a:latin typeface="Tahoma"/>
                <a:cs typeface="Tahoma"/>
              </a:rPr>
              <a:t>n.</a:t>
            </a:r>
            <a:endParaRPr sz="1200">
              <a:latin typeface="Tahoma"/>
              <a:cs typeface="Tahoma"/>
            </a:endParaRPr>
          </a:p>
          <a:p>
            <a:pPr marL="101600" marR="55880">
              <a:lnSpc>
                <a:spcPts val="2160"/>
              </a:lnSpc>
              <a:spcBef>
                <a:spcPts val="5"/>
              </a:spcBef>
            </a:pPr>
            <a:r>
              <a:rPr sz="1200" dirty="0">
                <a:solidFill>
                  <a:srgbClr val="538235"/>
                </a:solidFill>
                <a:latin typeface="Tahoma"/>
                <a:cs typeface="Tahoma"/>
              </a:rPr>
              <a:t>If</a:t>
            </a:r>
            <a:r>
              <a:rPr sz="1200" spc="130" dirty="0">
                <a:solidFill>
                  <a:srgbClr val="538235"/>
                </a:solidFill>
                <a:latin typeface="Tahoma"/>
                <a:cs typeface="Tahoma"/>
              </a:rPr>
              <a:t> </a:t>
            </a:r>
            <a:r>
              <a:rPr sz="1200" dirty="0">
                <a:solidFill>
                  <a:srgbClr val="538235"/>
                </a:solidFill>
                <a:latin typeface="Tahoma"/>
                <a:cs typeface="Tahoma"/>
              </a:rPr>
              <a:t>a</a:t>
            </a:r>
            <a:r>
              <a:rPr sz="1200" spc="95" dirty="0">
                <a:solidFill>
                  <a:srgbClr val="538235"/>
                </a:solidFill>
                <a:latin typeface="Tahoma"/>
                <a:cs typeface="Tahoma"/>
              </a:rPr>
              <a:t> </a:t>
            </a:r>
            <a:r>
              <a:rPr sz="1200" spc="-10" dirty="0">
                <a:solidFill>
                  <a:srgbClr val="538235"/>
                </a:solidFill>
                <a:latin typeface="Tahoma"/>
                <a:cs typeface="Tahoma"/>
              </a:rPr>
              <a:t>is</a:t>
            </a:r>
            <a:r>
              <a:rPr sz="1200" spc="120" dirty="0">
                <a:solidFill>
                  <a:srgbClr val="538235"/>
                </a:solidFill>
                <a:latin typeface="Tahoma"/>
                <a:cs typeface="Tahoma"/>
              </a:rPr>
              <a:t> </a:t>
            </a:r>
            <a:r>
              <a:rPr sz="1200" dirty="0">
                <a:solidFill>
                  <a:srgbClr val="538235"/>
                </a:solidFill>
                <a:latin typeface="Tahoma"/>
                <a:cs typeface="Tahoma"/>
              </a:rPr>
              <a:t>a</a:t>
            </a:r>
            <a:r>
              <a:rPr sz="1200" spc="100" dirty="0">
                <a:solidFill>
                  <a:srgbClr val="538235"/>
                </a:solidFill>
                <a:latin typeface="Tahoma"/>
                <a:cs typeface="Tahoma"/>
              </a:rPr>
              <a:t> </a:t>
            </a:r>
            <a:r>
              <a:rPr sz="1200" spc="-5" dirty="0">
                <a:solidFill>
                  <a:srgbClr val="538235"/>
                </a:solidFill>
                <a:latin typeface="Tahoma"/>
                <a:cs typeface="Tahoma"/>
              </a:rPr>
              <a:t>primitive</a:t>
            </a:r>
            <a:r>
              <a:rPr sz="1200" spc="130" dirty="0">
                <a:solidFill>
                  <a:srgbClr val="538235"/>
                </a:solidFill>
                <a:latin typeface="Tahoma"/>
                <a:cs typeface="Tahoma"/>
              </a:rPr>
              <a:t> </a:t>
            </a:r>
            <a:r>
              <a:rPr sz="1200" spc="-5" dirty="0">
                <a:solidFill>
                  <a:srgbClr val="538235"/>
                </a:solidFill>
                <a:latin typeface="Tahoma"/>
                <a:cs typeface="Tahoma"/>
              </a:rPr>
              <a:t>root</a:t>
            </a:r>
            <a:r>
              <a:rPr sz="1200" spc="130" dirty="0">
                <a:solidFill>
                  <a:srgbClr val="538235"/>
                </a:solidFill>
                <a:latin typeface="Tahoma"/>
                <a:cs typeface="Tahoma"/>
              </a:rPr>
              <a:t> </a:t>
            </a:r>
            <a:r>
              <a:rPr sz="1200" spc="-5" dirty="0">
                <a:solidFill>
                  <a:srgbClr val="538235"/>
                </a:solidFill>
                <a:latin typeface="Tahoma"/>
                <a:cs typeface="Tahoma"/>
              </a:rPr>
              <a:t>of</a:t>
            </a:r>
            <a:r>
              <a:rPr sz="1200" spc="110" dirty="0">
                <a:solidFill>
                  <a:srgbClr val="538235"/>
                </a:solidFill>
                <a:latin typeface="Tahoma"/>
                <a:cs typeface="Tahoma"/>
              </a:rPr>
              <a:t> </a:t>
            </a:r>
            <a:r>
              <a:rPr sz="1200" dirty="0">
                <a:solidFill>
                  <a:srgbClr val="538235"/>
                </a:solidFill>
                <a:latin typeface="Tahoma"/>
                <a:cs typeface="Tahoma"/>
              </a:rPr>
              <a:t>n,</a:t>
            </a:r>
            <a:r>
              <a:rPr sz="1200" spc="125" dirty="0">
                <a:solidFill>
                  <a:srgbClr val="538235"/>
                </a:solidFill>
                <a:latin typeface="Tahoma"/>
                <a:cs typeface="Tahoma"/>
              </a:rPr>
              <a:t> </a:t>
            </a:r>
            <a:r>
              <a:rPr sz="1200" dirty="0">
                <a:solidFill>
                  <a:srgbClr val="538235"/>
                </a:solidFill>
                <a:latin typeface="Tahoma"/>
                <a:cs typeface="Tahoma"/>
              </a:rPr>
              <a:t>then</a:t>
            </a:r>
            <a:r>
              <a:rPr sz="1200" spc="130" dirty="0">
                <a:solidFill>
                  <a:srgbClr val="538235"/>
                </a:solidFill>
                <a:latin typeface="Tahoma"/>
                <a:cs typeface="Tahoma"/>
              </a:rPr>
              <a:t> </a:t>
            </a:r>
            <a:r>
              <a:rPr sz="1200" spc="-5" dirty="0">
                <a:solidFill>
                  <a:srgbClr val="538235"/>
                </a:solidFill>
                <a:latin typeface="Tahoma"/>
                <a:cs typeface="Tahoma"/>
              </a:rPr>
              <a:t>its</a:t>
            </a:r>
            <a:r>
              <a:rPr sz="1200" spc="100" dirty="0">
                <a:solidFill>
                  <a:srgbClr val="538235"/>
                </a:solidFill>
                <a:latin typeface="Tahoma"/>
                <a:cs typeface="Tahoma"/>
              </a:rPr>
              <a:t> </a:t>
            </a:r>
            <a:r>
              <a:rPr sz="1200" spc="-5" dirty="0">
                <a:solidFill>
                  <a:srgbClr val="538235"/>
                </a:solidFill>
                <a:latin typeface="Tahoma"/>
                <a:cs typeface="Tahoma"/>
              </a:rPr>
              <a:t>powers</a:t>
            </a:r>
            <a:r>
              <a:rPr sz="1200" spc="95" dirty="0">
                <a:solidFill>
                  <a:srgbClr val="538235"/>
                </a:solidFill>
                <a:latin typeface="Tahoma"/>
                <a:cs typeface="Tahoma"/>
              </a:rPr>
              <a:t> </a:t>
            </a:r>
            <a:r>
              <a:rPr sz="1200" spc="-5" dirty="0">
                <a:solidFill>
                  <a:srgbClr val="538235"/>
                </a:solidFill>
                <a:latin typeface="Tahoma"/>
                <a:cs typeface="Tahoma"/>
              </a:rPr>
              <a:t>a,</a:t>
            </a:r>
            <a:r>
              <a:rPr sz="1200" spc="125"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2</a:t>
            </a:r>
            <a:r>
              <a:rPr sz="1200" spc="-10" dirty="0">
                <a:solidFill>
                  <a:srgbClr val="538235"/>
                </a:solidFill>
                <a:latin typeface="Tahoma"/>
                <a:cs typeface="Tahoma"/>
              </a:rPr>
              <a:t>,</a:t>
            </a:r>
            <a:r>
              <a:rPr sz="1200" spc="130"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3</a:t>
            </a:r>
            <a:r>
              <a:rPr sz="1200" spc="-10" dirty="0">
                <a:solidFill>
                  <a:srgbClr val="538235"/>
                </a:solidFill>
                <a:latin typeface="Tahoma"/>
                <a:cs typeface="Tahoma"/>
              </a:rPr>
              <a:t>,</a:t>
            </a:r>
            <a:r>
              <a:rPr sz="1200" spc="100" dirty="0">
                <a:solidFill>
                  <a:srgbClr val="538235"/>
                </a:solidFill>
                <a:latin typeface="Tahoma"/>
                <a:cs typeface="Tahoma"/>
              </a:rPr>
              <a:t> </a:t>
            </a:r>
            <a:r>
              <a:rPr sz="1200" dirty="0">
                <a:solidFill>
                  <a:srgbClr val="538235"/>
                </a:solidFill>
                <a:latin typeface="Tahoma"/>
                <a:cs typeface="Tahoma"/>
              </a:rPr>
              <a:t>…,</a:t>
            </a:r>
            <a:r>
              <a:rPr sz="1200" spc="100"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φ(n)</a:t>
            </a:r>
            <a:r>
              <a:rPr sz="1200" spc="37" baseline="24305" dirty="0">
                <a:solidFill>
                  <a:srgbClr val="538235"/>
                </a:solidFill>
                <a:latin typeface="Tahoma"/>
                <a:cs typeface="Tahoma"/>
              </a:rPr>
              <a:t> </a:t>
            </a:r>
            <a:r>
              <a:rPr sz="1200" spc="-5" dirty="0">
                <a:solidFill>
                  <a:srgbClr val="538235"/>
                </a:solidFill>
                <a:latin typeface="Tahoma"/>
                <a:cs typeface="Tahoma"/>
              </a:rPr>
              <a:t>are</a:t>
            </a:r>
            <a:r>
              <a:rPr sz="1200" spc="120" dirty="0">
                <a:solidFill>
                  <a:srgbClr val="538235"/>
                </a:solidFill>
                <a:latin typeface="Tahoma"/>
                <a:cs typeface="Tahoma"/>
              </a:rPr>
              <a:t> </a:t>
            </a:r>
            <a:r>
              <a:rPr sz="1200" spc="-5" dirty="0">
                <a:solidFill>
                  <a:srgbClr val="538235"/>
                </a:solidFill>
                <a:latin typeface="Tahoma"/>
                <a:cs typeface="Tahoma"/>
              </a:rPr>
              <a:t>distinct</a:t>
            </a:r>
            <a:r>
              <a:rPr sz="1200" spc="140" dirty="0">
                <a:solidFill>
                  <a:srgbClr val="538235"/>
                </a:solidFill>
                <a:latin typeface="Tahoma"/>
                <a:cs typeface="Tahoma"/>
              </a:rPr>
              <a:t> </a:t>
            </a:r>
            <a:r>
              <a:rPr sz="1200" spc="-5" dirty="0">
                <a:solidFill>
                  <a:srgbClr val="538235"/>
                </a:solidFill>
                <a:latin typeface="Tahoma"/>
                <a:cs typeface="Tahoma"/>
              </a:rPr>
              <a:t>(mod</a:t>
            </a:r>
            <a:r>
              <a:rPr sz="1200" spc="110" dirty="0">
                <a:solidFill>
                  <a:srgbClr val="538235"/>
                </a:solidFill>
                <a:latin typeface="Tahoma"/>
                <a:cs typeface="Tahoma"/>
              </a:rPr>
              <a:t> </a:t>
            </a:r>
            <a:r>
              <a:rPr sz="1200" dirty="0">
                <a:solidFill>
                  <a:srgbClr val="538235"/>
                </a:solidFill>
                <a:latin typeface="Tahoma"/>
                <a:cs typeface="Tahoma"/>
              </a:rPr>
              <a:t>n) </a:t>
            </a:r>
            <a:r>
              <a:rPr sz="1200" spc="-360" dirty="0">
                <a:solidFill>
                  <a:srgbClr val="538235"/>
                </a:solidFill>
                <a:latin typeface="Tahoma"/>
                <a:cs typeface="Tahoma"/>
              </a:rPr>
              <a:t> </a:t>
            </a:r>
            <a:r>
              <a:rPr sz="1200" spc="-5" dirty="0">
                <a:solidFill>
                  <a:srgbClr val="538235"/>
                </a:solidFill>
                <a:latin typeface="Tahoma"/>
                <a:cs typeface="Tahoma"/>
              </a:rPr>
              <a:t>and</a:t>
            </a:r>
            <a:r>
              <a:rPr sz="1200" spc="-10" dirty="0">
                <a:solidFill>
                  <a:srgbClr val="538235"/>
                </a:solidFill>
                <a:latin typeface="Tahoma"/>
                <a:cs typeface="Tahoma"/>
              </a:rPr>
              <a:t> </a:t>
            </a:r>
            <a:r>
              <a:rPr sz="1200" spc="-5" dirty="0">
                <a:solidFill>
                  <a:srgbClr val="538235"/>
                </a:solidFill>
                <a:latin typeface="Tahoma"/>
                <a:cs typeface="Tahoma"/>
              </a:rPr>
              <a:t>are</a:t>
            </a:r>
            <a:r>
              <a:rPr sz="1200" spc="25" dirty="0">
                <a:solidFill>
                  <a:srgbClr val="538235"/>
                </a:solidFill>
                <a:latin typeface="Tahoma"/>
                <a:cs typeface="Tahoma"/>
              </a:rPr>
              <a:t> </a:t>
            </a:r>
            <a:r>
              <a:rPr sz="1200" spc="-10" dirty="0">
                <a:solidFill>
                  <a:srgbClr val="538235"/>
                </a:solidFill>
                <a:latin typeface="Tahoma"/>
                <a:cs typeface="Tahoma"/>
              </a:rPr>
              <a:t>all</a:t>
            </a:r>
            <a:r>
              <a:rPr sz="1200" spc="-5" dirty="0">
                <a:solidFill>
                  <a:srgbClr val="538235"/>
                </a:solidFill>
                <a:latin typeface="Tahoma"/>
                <a:cs typeface="Tahoma"/>
              </a:rPr>
              <a:t> </a:t>
            </a:r>
            <a:r>
              <a:rPr sz="1200" spc="-10" dirty="0">
                <a:solidFill>
                  <a:srgbClr val="538235"/>
                </a:solidFill>
                <a:latin typeface="Tahoma"/>
                <a:cs typeface="Tahoma"/>
              </a:rPr>
              <a:t>relatively</a:t>
            </a:r>
            <a:r>
              <a:rPr sz="1200" spc="60" dirty="0">
                <a:solidFill>
                  <a:srgbClr val="538235"/>
                </a:solidFill>
                <a:latin typeface="Tahoma"/>
                <a:cs typeface="Tahoma"/>
              </a:rPr>
              <a:t> </a:t>
            </a:r>
            <a:r>
              <a:rPr sz="1200" spc="-5" dirty="0">
                <a:solidFill>
                  <a:srgbClr val="538235"/>
                </a:solidFill>
                <a:latin typeface="Tahoma"/>
                <a:cs typeface="Tahoma"/>
              </a:rPr>
              <a:t>prime</a:t>
            </a:r>
            <a:r>
              <a:rPr sz="1200" spc="5" dirty="0">
                <a:solidFill>
                  <a:srgbClr val="538235"/>
                </a:solidFill>
                <a:latin typeface="Tahoma"/>
                <a:cs typeface="Tahoma"/>
              </a:rPr>
              <a:t> </a:t>
            </a:r>
            <a:r>
              <a:rPr sz="1200" dirty="0">
                <a:solidFill>
                  <a:srgbClr val="538235"/>
                </a:solidFill>
                <a:latin typeface="Tahoma"/>
                <a:cs typeface="Tahoma"/>
              </a:rPr>
              <a:t>to</a:t>
            </a:r>
            <a:r>
              <a:rPr sz="1200" spc="5" dirty="0">
                <a:solidFill>
                  <a:srgbClr val="538235"/>
                </a:solidFill>
                <a:latin typeface="Tahoma"/>
                <a:cs typeface="Tahoma"/>
              </a:rPr>
              <a:t> </a:t>
            </a:r>
            <a:r>
              <a:rPr sz="1200" dirty="0">
                <a:solidFill>
                  <a:srgbClr val="538235"/>
                </a:solidFill>
                <a:latin typeface="Tahoma"/>
                <a:cs typeface="Tahoma"/>
              </a:rPr>
              <a:t>n.</a:t>
            </a:r>
            <a:r>
              <a:rPr sz="1200" spc="5" dirty="0">
                <a:solidFill>
                  <a:srgbClr val="538235"/>
                </a:solidFill>
                <a:latin typeface="Tahoma"/>
                <a:cs typeface="Tahoma"/>
              </a:rPr>
              <a:t> </a:t>
            </a:r>
            <a:r>
              <a:rPr sz="1200" spc="-5" dirty="0">
                <a:solidFill>
                  <a:srgbClr val="538235"/>
                </a:solidFill>
                <a:latin typeface="Tahoma"/>
                <a:cs typeface="Tahoma"/>
              </a:rPr>
              <a:t>Moreover</a:t>
            </a:r>
            <a:r>
              <a:rPr sz="1200" spc="10"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φ(n)</a:t>
            </a:r>
            <a:r>
              <a:rPr sz="1200" spc="247" baseline="24305" dirty="0">
                <a:solidFill>
                  <a:srgbClr val="538235"/>
                </a:solidFill>
                <a:latin typeface="Tahoma"/>
                <a:cs typeface="Tahoma"/>
              </a:rPr>
              <a:t> </a:t>
            </a:r>
            <a:r>
              <a:rPr sz="1200" dirty="0">
                <a:solidFill>
                  <a:srgbClr val="538235"/>
                </a:solidFill>
                <a:latin typeface="Tahoma"/>
                <a:cs typeface="Tahoma"/>
              </a:rPr>
              <a:t>≡ 1</a:t>
            </a:r>
            <a:r>
              <a:rPr sz="1200" spc="-25" dirty="0">
                <a:solidFill>
                  <a:srgbClr val="538235"/>
                </a:solidFill>
                <a:latin typeface="Tahoma"/>
                <a:cs typeface="Tahoma"/>
              </a:rPr>
              <a:t> </a:t>
            </a:r>
            <a:r>
              <a:rPr sz="1200" spc="-5" dirty="0">
                <a:solidFill>
                  <a:srgbClr val="538235"/>
                </a:solidFill>
                <a:latin typeface="Tahoma"/>
                <a:cs typeface="Tahoma"/>
              </a:rPr>
              <a:t>(mod</a:t>
            </a:r>
            <a:r>
              <a:rPr sz="1200" spc="20" dirty="0">
                <a:solidFill>
                  <a:srgbClr val="538235"/>
                </a:solidFill>
                <a:latin typeface="Tahoma"/>
                <a:cs typeface="Tahoma"/>
              </a:rPr>
              <a:t> </a:t>
            </a:r>
            <a:r>
              <a:rPr sz="1200" dirty="0">
                <a:solidFill>
                  <a:srgbClr val="538235"/>
                </a:solidFill>
                <a:latin typeface="Tahoma"/>
                <a:cs typeface="Tahoma"/>
              </a:rPr>
              <a:t>n)</a:t>
            </a:r>
            <a:endParaRPr sz="1200">
              <a:latin typeface="Tahoma"/>
              <a:cs typeface="Tahoma"/>
            </a:endParaRPr>
          </a:p>
          <a:p>
            <a:pPr marL="101600">
              <a:lnSpc>
                <a:spcPct val="100000"/>
              </a:lnSpc>
              <a:spcBef>
                <a:spcPts val="525"/>
              </a:spcBef>
            </a:pPr>
            <a:r>
              <a:rPr sz="1200" b="1" spc="-5" dirty="0">
                <a:solidFill>
                  <a:srgbClr val="538235"/>
                </a:solidFill>
                <a:latin typeface="Tahoma"/>
                <a:cs typeface="Tahoma"/>
              </a:rPr>
              <a:t>Example</a:t>
            </a:r>
            <a:r>
              <a:rPr sz="1200" b="1" spc="-15" dirty="0">
                <a:solidFill>
                  <a:srgbClr val="538235"/>
                </a:solidFill>
                <a:latin typeface="Tahoma"/>
                <a:cs typeface="Tahoma"/>
              </a:rPr>
              <a:t> </a:t>
            </a:r>
            <a:r>
              <a:rPr sz="1200" b="1" dirty="0">
                <a:solidFill>
                  <a:srgbClr val="538235"/>
                </a:solidFill>
                <a:latin typeface="Tahoma"/>
                <a:cs typeface="Tahoma"/>
              </a:rPr>
              <a:t>1:</a:t>
            </a:r>
            <a:r>
              <a:rPr sz="1200" b="1" spc="-5" dirty="0">
                <a:solidFill>
                  <a:srgbClr val="538235"/>
                </a:solidFill>
                <a:latin typeface="Tahoma"/>
                <a:cs typeface="Tahoma"/>
              </a:rPr>
              <a:t> </a:t>
            </a:r>
            <a:r>
              <a:rPr sz="1200" b="1" dirty="0">
                <a:solidFill>
                  <a:srgbClr val="538235"/>
                </a:solidFill>
                <a:latin typeface="Tahoma"/>
                <a:cs typeface="Tahoma"/>
              </a:rPr>
              <a:t>6</a:t>
            </a:r>
            <a:r>
              <a:rPr sz="1200" b="1" spc="-20" dirty="0">
                <a:solidFill>
                  <a:srgbClr val="538235"/>
                </a:solidFill>
                <a:latin typeface="Tahoma"/>
                <a:cs typeface="Tahoma"/>
              </a:rPr>
              <a:t> </a:t>
            </a:r>
            <a:r>
              <a:rPr sz="1200" b="1" spc="-5" dirty="0">
                <a:solidFill>
                  <a:srgbClr val="538235"/>
                </a:solidFill>
                <a:latin typeface="Tahoma"/>
                <a:cs typeface="Tahoma"/>
              </a:rPr>
              <a:t>is</a:t>
            </a:r>
            <a:r>
              <a:rPr sz="1200" b="1" spc="-15" dirty="0">
                <a:solidFill>
                  <a:srgbClr val="538235"/>
                </a:solidFill>
                <a:latin typeface="Tahoma"/>
                <a:cs typeface="Tahoma"/>
              </a:rPr>
              <a:t> </a:t>
            </a:r>
            <a:r>
              <a:rPr sz="1200" b="1" spc="-5" dirty="0">
                <a:solidFill>
                  <a:srgbClr val="538235"/>
                </a:solidFill>
                <a:latin typeface="Tahoma"/>
                <a:cs typeface="Tahoma"/>
              </a:rPr>
              <a:t>primitive</a:t>
            </a:r>
            <a:r>
              <a:rPr sz="1200" b="1" spc="15" dirty="0">
                <a:solidFill>
                  <a:srgbClr val="538235"/>
                </a:solidFill>
                <a:latin typeface="Tahoma"/>
                <a:cs typeface="Tahoma"/>
              </a:rPr>
              <a:t> </a:t>
            </a:r>
            <a:r>
              <a:rPr sz="1200" b="1" dirty="0">
                <a:solidFill>
                  <a:srgbClr val="538235"/>
                </a:solidFill>
                <a:latin typeface="Tahoma"/>
                <a:cs typeface="Tahoma"/>
              </a:rPr>
              <a:t>root</a:t>
            </a:r>
            <a:r>
              <a:rPr sz="1200" b="1" spc="-15" dirty="0">
                <a:solidFill>
                  <a:srgbClr val="538235"/>
                </a:solidFill>
                <a:latin typeface="Tahoma"/>
                <a:cs typeface="Tahoma"/>
              </a:rPr>
              <a:t> </a:t>
            </a:r>
            <a:r>
              <a:rPr sz="1200" b="1" dirty="0">
                <a:solidFill>
                  <a:srgbClr val="538235"/>
                </a:solidFill>
                <a:latin typeface="Tahoma"/>
                <a:cs typeface="Tahoma"/>
              </a:rPr>
              <a:t>of</a:t>
            </a:r>
            <a:r>
              <a:rPr sz="1200" b="1" spc="-25" dirty="0">
                <a:solidFill>
                  <a:srgbClr val="538235"/>
                </a:solidFill>
                <a:latin typeface="Tahoma"/>
                <a:cs typeface="Tahoma"/>
              </a:rPr>
              <a:t> </a:t>
            </a:r>
            <a:r>
              <a:rPr sz="1200" b="1" dirty="0">
                <a:solidFill>
                  <a:srgbClr val="538235"/>
                </a:solidFill>
                <a:latin typeface="Tahoma"/>
                <a:cs typeface="Tahoma"/>
              </a:rPr>
              <a:t>11</a:t>
            </a:r>
            <a:endParaRPr sz="1200">
              <a:latin typeface="Tahoma"/>
              <a:cs typeface="Tahoma"/>
            </a:endParaRPr>
          </a:p>
        </p:txBody>
      </p:sp>
      <p:graphicFrame>
        <p:nvGraphicFramePr>
          <p:cNvPr id="4" name="object 4"/>
          <p:cNvGraphicFramePr>
            <a:graphicFrameLocks noGrp="1"/>
          </p:cNvGraphicFramePr>
          <p:nvPr/>
        </p:nvGraphicFramePr>
        <p:xfrm>
          <a:off x="531520" y="5522012"/>
          <a:ext cx="5218430" cy="732590"/>
        </p:xfrm>
        <a:graphic>
          <a:graphicData uri="http://schemas.openxmlformats.org/drawingml/2006/table">
            <a:tbl>
              <a:tblPr firstRow="1" bandRow="1">
                <a:tableStyleId>{2D5ABB26-0587-4C30-8999-92F81FD0307C}</a:tableStyleId>
              </a:tblPr>
              <a:tblGrid>
                <a:gridCol w="1209040">
                  <a:extLst>
                    <a:ext uri="{9D8B030D-6E8A-4147-A177-3AD203B41FA5}">
                      <a16:colId xmlns:a16="http://schemas.microsoft.com/office/drawing/2014/main" val="20000"/>
                    </a:ext>
                  </a:extLst>
                </a:gridCol>
                <a:gridCol w="1413510">
                  <a:extLst>
                    <a:ext uri="{9D8B030D-6E8A-4147-A177-3AD203B41FA5}">
                      <a16:colId xmlns:a16="http://schemas.microsoft.com/office/drawing/2014/main" val="20001"/>
                    </a:ext>
                  </a:extLst>
                </a:gridCol>
                <a:gridCol w="1331595">
                  <a:extLst>
                    <a:ext uri="{9D8B030D-6E8A-4147-A177-3AD203B41FA5}">
                      <a16:colId xmlns:a16="http://schemas.microsoft.com/office/drawing/2014/main" val="20002"/>
                    </a:ext>
                  </a:extLst>
                </a:gridCol>
                <a:gridCol w="1264285">
                  <a:extLst>
                    <a:ext uri="{9D8B030D-6E8A-4147-A177-3AD203B41FA5}">
                      <a16:colId xmlns:a16="http://schemas.microsoft.com/office/drawing/2014/main" val="20003"/>
                    </a:ext>
                  </a:extLst>
                </a:gridCol>
              </a:tblGrid>
              <a:tr h="229135">
                <a:tc>
                  <a:txBody>
                    <a:bodyPr/>
                    <a:lstStyle/>
                    <a:p>
                      <a:pPr marL="31750">
                        <a:lnSpc>
                          <a:spcPct val="100000"/>
                        </a:lnSpc>
                      </a:pPr>
                      <a:r>
                        <a:rPr sz="1200" spc="-10" dirty="0">
                          <a:solidFill>
                            <a:srgbClr val="538235"/>
                          </a:solidFill>
                          <a:latin typeface="Tahoma"/>
                          <a:cs typeface="Tahoma"/>
                        </a:rPr>
                        <a:t>6</a:t>
                      </a:r>
                      <a:r>
                        <a:rPr sz="1200" spc="-15" baseline="24305" dirty="0">
                          <a:solidFill>
                            <a:srgbClr val="538235"/>
                          </a:solidFill>
                          <a:latin typeface="Tahoma"/>
                          <a:cs typeface="Tahoma"/>
                        </a:rPr>
                        <a:t>1</a:t>
                      </a:r>
                      <a:r>
                        <a:rPr sz="1200" spc="165" baseline="2430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6</a:t>
                      </a:r>
                      <a:r>
                        <a:rPr sz="1200" spc="-20"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spc="-10" dirty="0">
                          <a:solidFill>
                            <a:srgbClr val="538235"/>
                          </a:solidFill>
                          <a:latin typeface="Tahoma"/>
                          <a:cs typeface="Tahoma"/>
                        </a:rPr>
                        <a:t>11</a:t>
                      </a:r>
                      <a:endParaRPr sz="1200">
                        <a:latin typeface="Tahoma"/>
                        <a:cs typeface="Tahoma"/>
                      </a:endParaRPr>
                    </a:p>
                  </a:txBody>
                  <a:tcPr marL="0" marR="0" marT="0" marB="0"/>
                </a:tc>
                <a:tc>
                  <a:txBody>
                    <a:bodyPr/>
                    <a:lstStyle/>
                    <a:p>
                      <a:pPr marL="194945">
                        <a:lnSpc>
                          <a:spcPct val="100000"/>
                        </a:lnSpc>
                      </a:pPr>
                      <a:r>
                        <a:rPr sz="1200" spc="-10" dirty="0">
                          <a:solidFill>
                            <a:srgbClr val="538235"/>
                          </a:solidFill>
                          <a:latin typeface="Tahoma"/>
                          <a:cs typeface="Tahoma"/>
                        </a:rPr>
                        <a:t>6</a:t>
                      </a:r>
                      <a:r>
                        <a:rPr sz="1200" spc="-15" baseline="24305" dirty="0">
                          <a:solidFill>
                            <a:srgbClr val="538235"/>
                          </a:solidFill>
                          <a:latin typeface="Tahoma"/>
                          <a:cs typeface="Tahoma"/>
                        </a:rPr>
                        <a:t>4</a:t>
                      </a:r>
                      <a:r>
                        <a:rPr sz="1200" spc="165" baseline="2430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9</a:t>
                      </a:r>
                      <a:r>
                        <a:rPr sz="1200" spc="-20"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spc="-10" dirty="0">
                          <a:solidFill>
                            <a:srgbClr val="538235"/>
                          </a:solidFill>
                          <a:latin typeface="Tahoma"/>
                          <a:cs typeface="Tahoma"/>
                        </a:rPr>
                        <a:t>11</a:t>
                      </a:r>
                      <a:endParaRPr sz="1200">
                        <a:latin typeface="Tahoma"/>
                        <a:cs typeface="Tahoma"/>
                      </a:endParaRPr>
                    </a:p>
                  </a:txBody>
                  <a:tcPr marL="0" marR="0" marT="0" marB="0"/>
                </a:tc>
                <a:tc>
                  <a:txBody>
                    <a:bodyPr/>
                    <a:lstStyle/>
                    <a:p>
                      <a:pPr marL="153670">
                        <a:lnSpc>
                          <a:spcPct val="100000"/>
                        </a:lnSpc>
                      </a:pPr>
                      <a:r>
                        <a:rPr sz="1200" spc="-10" dirty="0">
                          <a:solidFill>
                            <a:srgbClr val="538235"/>
                          </a:solidFill>
                          <a:latin typeface="Tahoma"/>
                          <a:cs typeface="Tahoma"/>
                        </a:rPr>
                        <a:t>6</a:t>
                      </a:r>
                      <a:r>
                        <a:rPr sz="1200" spc="-15" baseline="24305" dirty="0">
                          <a:solidFill>
                            <a:srgbClr val="538235"/>
                          </a:solidFill>
                          <a:latin typeface="Tahoma"/>
                          <a:cs typeface="Tahoma"/>
                        </a:rPr>
                        <a:t>7</a:t>
                      </a:r>
                      <a:r>
                        <a:rPr sz="1200" spc="165" baseline="2430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8</a:t>
                      </a:r>
                      <a:r>
                        <a:rPr sz="1200" spc="-20"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spc="-10" dirty="0">
                          <a:solidFill>
                            <a:srgbClr val="538235"/>
                          </a:solidFill>
                          <a:latin typeface="Tahoma"/>
                          <a:cs typeface="Tahoma"/>
                        </a:rPr>
                        <a:t>11</a:t>
                      </a:r>
                      <a:endParaRPr sz="1200">
                        <a:latin typeface="Tahoma"/>
                        <a:cs typeface="Tahoma"/>
                      </a:endParaRPr>
                    </a:p>
                  </a:txBody>
                  <a:tcPr marL="0" marR="0" marT="0" marB="0"/>
                </a:tc>
                <a:tc>
                  <a:txBody>
                    <a:bodyPr/>
                    <a:lstStyle/>
                    <a:p>
                      <a:pPr marL="194945">
                        <a:lnSpc>
                          <a:spcPct val="100000"/>
                        </a:lnSpc>
                      </a:pPr>
                      <a:r>
                        <a:rPr sz="1200" spc="-10" dirty="0">
                          <a:solidFill>
                            <a:srgbClr val="538235"/>
                          </a:solidFill>
                          <a:latin typeface="Tahoma"/>
                          <a:cs typeface="Tahoma"/>
                        </a:rPr>
                        <a:t>6</a:t>
                      </a:r>
                      <a:r>
                        <a:rPr sz="1200" spc="-15" baseline="24305" dirty="0">
                          <a:solidFill>
                            <a:srgbClr val="538235"/>
                          </a:solidFill>
                          <a:latin typeface="Tahoma"/>
                          <a:cs typeface="Tahoma"/>
                        </a:rPr>
                        <a:t>10</a:t>
                      </a:r>
                      <a:r>
                        <a:rPr sz="1200" spc="157" baseline="2430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1</a:t>
                      </a:r>
                      <a:r>
                        <a:rPr sz="1200" spc="-20"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spc="-10" dirty="0">
                          <a:solidFill>
                            <a:srgbClr val="538235"/>
                          </a:solidFill>
                          <a:latin typeface="Tahoma"/>
                          <a:cs typeface="Tahoma"/>
                        </a:rPr>
                        <a:t>11</a:t>
                      </a:r>
                      <a:endParaRPr sz="1200">
                        <a:latin typeface="Tahoma"/>
                        <a:cs typeface="Tahoma"/>
                      </a:endParaRPr>
                    </a:p>
                  </a:txBody>
                  <a:tcPr marL="0" marR="0" marT="0" marB="0"/>
                </a:tc>
                <a:extLst>
                  <a:ext uri="{0D108BD9-81ED-4DB2-BD59-A6C34878D82A}">
                    <a16:rowId xmlns:a16="http://schemas.microsoft.com/office/drawing/2014/main" val="10000"/>
                  </a:ext>
                </a:extLst>
              </a:tr>
              <a:tr h="274320">
                <a:tc>
                  <a:txBody>
                    <a:bodyPr/>
                    <a:lstStyle/>
                    <a:p>
                      <a:pPr marL="31750">
                        <a:lnSpc>
                          <a:spcPct val="100000"/>
                        </a:lnSpc>
                        <a:spcBef>
                          <a:spcPts val="355"/>
                        </a:spcBef>
                      </a:pPr>
                      <a:r>
                        <a:rPr sz="1200" spc="-10" dirty="0">
                          <a:solidFill>
                            <a:srgbClr val="538235"/>
                          </a:solidFill>
                          <a:latin typeface="Tahoma"/>
                          <a:cs typeface="Tahoma"/>
                        </a:rPr>
                        <a:t>6</a:t>
                      </a:r>
                      <a:r>
                        <a:rPr sz="1200" spc="-15" baseline="24305" dirty="0">
                          <a:solidFill>
                            <a:srgbClr val="538235"/>
                          </a:solidFill>
                          <a:latin typeface="Tahoma"/>
                          <a:cs typeface="Tahoma"/>
                        </a:rPr>
                        <a:t>2</a:t>
                      </a:r>
                      <a:r>
                        <a:rPr sz="1200" spc="165" baseline="2430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3</a:t>
                      </a:r>
                      <a:r>
                        <a:rPr sz="1200" spc="-20"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spc="-10" dirty="0">
                          <a:solidFill>
                            <a:srgbClr val="538235"/>
                          </a:solidFill>
                          <a:latin typeface="Tahoma"/>
                          <a:cs typeface="Tahoma"/>
                        </a:rPr>
                        <a:t>11</a:t>
                      </a:r>
                      <a:endParaRPr sz="1200">
                        <a:latin typeface="Tahoma"/>
                        <a:cs typeface="Tahoma"/>
                      </a:endParaRPr>
                    </a:p>
                  </a:txBody>
                  <a:tcPr marL="0" marR="0" marT="45085" marB="0"/>
                </a:tc>
                <a:tc>
                  <a:txBody>
                    <a:bodyPr/>
                    <a:lstStyle/>
                    <a:p>
                      <a:pPr marL="194945">
                        <a:lnSpc>
                          <a:spcPct val="100000"/>
                        </a:lnSpc>
                        <a:spcBef>
                          <a:spcPts val="355"/>
                        </a:spcBef>
                      </a:pPr>
                      <a:r>
                        <a:rPr sz="1200" spc="-10" dirty="0">
                          <a:solidFill>
                            <a:srgbClr val="538235"/>
                          </a:solidFill>
                          <a:latin typeface="Tahoma"/>
                          <a:cs typeface="Tahoma"/>
                        </a:rPr>
                        <a:t>6</a:t>
                      </a:r>
                      <a:r>
                        <a:rPr sz="1200" spc="-15" baseline="24305" dirty="0">
                          <a:solidFill>
                            <a:srgbClr val="538235"/>
                          </a:solidFill>
                          <a:latin typeface="Tahoma"/>
                          <a:cs typeface="Tahoma"/>
                        </a:rPr>
                        <a:t>5</a:t>
                      </a:r>
                      <a:r>
                        <a:rPr sz="1200" spc="165" baseline="2430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spc="-5" dirty="0">
                          <a:solidFill>
                            <a:srgbClr val="538235"/>
                          </a:solidFill>
                          <a:latin typeface="Tahoma"/>
                          <a:cs typeface="Tahoma"/>
                        </a:rPr>
                        <a:t>10</a:t>
                      </a:r>
                      <a:r>
                        <a:rPr sz="1200" spc="-20"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spc="-10" dirty="0">
                          <a:solidFill>
                            <a:srgbClr val="538235"/>
                          </a:solidFill>
                          <a:latin typeface="Tahoma"/>
                          <a:cs typeface="Tahoma"/>
                        </a:rPr>
                        <a:t>11</a:t>
                      </a:r>
                      <a:endParaRPr sz="1200">
                        <a:latin typeface="Tahoma"/>
                        <a:cs typeface="Tahoma"/>
                      </a:endParaRPr>
                    </a:p>
                  </a:txBody>
                  <a:tcPr marL="0" marR="0" marT="45085" marB="0"/>
                </a:tc>
                <a:tc>
                  <a:txBody>
                    <a:bodyPr/>
                    <a:lstStyle/>
                    <a:p>
                      <a:pPr marL="153670">
                        <a:lnSpc>
                          <a:spcPct val="100000"/>
                        </a:lnSpc>
                        <a:spcBef>
                          <a:spcPts val="355"/>
                        </a:spcBef>
                      </a:pPr>
                      <a:r>
                        <a:rPr sz="1200" spc="-10" dirty="0">
                          <a:solidFill>
                            <a:srgbClr val="538235"/>
                          </a:solidFill>
                          <a:latin typeface="Tahoma"/>
                          <a:cs typeface="Tahoma"/>
                        </a:rPr>
                        <a:t>6</a:t>
                      </a:r>
                      <a:r>
                        <a:rPr sz="1200" spc="-15" baseline="24305" dirty="0">
                          <a:solidFill>
                            <a:srgbClr val="538235"/>
                          </a:solidFill>
                          <a:latin typeface="Tahoma"/>
                          <a:cs typeface="Tahoma"/>
                        </a:rPr>
                        <a:t>8</a:t>
                      </a:r>
                      <a:r>
                        <a:rPr sz="1200" spc="165" baseline="2430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4</a:t>
                      </a:r>
                      <a:r>
                        <a:rPr sz="1200" spc="-20"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spc="-10" dirty="0">
                          <a:solidFill>
                            <a:srgbClr val="538235"/>
                          </a:solidFill>
                          <a:latin typeface="Tahoma"/>
                          <a:cs typeface="Tahoma"/>
                        </a:rPr>
                        <a:t>11</a:t>
                      </a:r>
                      <a:endParaRPr sz="1200">
                        <a:latin typeface="Tahoma"/>
                        <a:cs typeface="Tahoma"/>
                      </a:endParaRPr>
                    </a:p>
                  </a:txBody>
                  <a:tcPr marL="0" marR="0" marT="45085" marB="0"/>
                </a:tc>
                <a:tc>
                  <a:txBody>
                    <a:bodyPr/>
                    <a:lstStyle/>
                    <a:p>
                      <a:pPr>
                        <a:lnSpc>
                          <a:spcPct val="100000"/>
                        </a:lnSpc>
                      </a:pPr>
                      <a:endParaRPr sz="1100">
                        <a:latin typeface="Times New Roman"/>
                        <a:cs typeface="Times New Roman"/>
                      </a:endParaRPr>
                    </a:p>
                  </a:txBody>
                  <a:tcPr marL="0" marR="0" marT="0" marB="0"/>
                </a:tc>
                <a:extLst>
                  <a:ext uri="{0D108BD9-81ED-4DB2-BD59-A6C34878D82A}">
                    <a16:rowId xmlns:a16="http://schemas.microsoft.com/office/drawing/2014/main" val="10001"/>
                  </a:ext>
                </a:extLst>
              </a:tr>
              <a:tr h="229135">
                <a:tc>
                  <a:txBody>
                    <a:bodyPr/>
                    <a:lstStyle/>
                    <a:p>
                      <a:pPr marL="31750">
                        <a:lnSpc>
                          <a:spcPts val="1350"/>
                        </a:lnSpc>
                        <a:spcBef>
                          <a:spcPts val="355"/>
                        </a:spcBef>
                      </a:pPr>
                      <a:r>
                        <a:rPr sz="1200" spc="-10" dirty="0">
                          <a:solidFill>
                            <a:srgbClr val="538235"/>
                          </a:solidFill>
                          <a:latin typeface="Tahoma"/>
                          <a:cs typeface="Tahoma"/>
                        </a:rPr>
                        <a:t>6</a:t>
                      </a:r>
                      <a:r>
                        <a:rPr sz="1200" spc="-15" baseline="24305" dirty="0">
                          <a:solidFill>
                            <a:srgbClr val="538235"/>
                          </a:solidFill>
                          <a:latin typeface="Tahoma"/>
                          <a:cs typeface="Tahoma"/>
                        </a:rPr>
                        <a:t>3</a:t>
                      </a:r>
                      <a:r>
                        <a:rPr sz="1200" spc="165" baseline="2430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7</a:t>
                      </a:r>
                      <a:r>
                        <a:rPr sz="1200" spc="-20"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spc="-10" dirty="0">
                          <a:solidFill>
                            <a:srgbClr val="538235"/>
                          </a:solidFill>
                          <a:latin typeface="Tahoma"/>
                          <a:cs typeface="Tahoma"/>
                        </a:rPr>
                        <a:t>11</a:t>
                      </a:r>
                      <a:endParaRPr sz="1200">
                        <a:latin typeface="Tahoma"/>
                        <a:cs typeface="Tahoma"/>
                      </a:endParaRPr>
                    </a:p>
                  </a:txBody>
                  <a:tcPr marL="0" marR="0" marT="45085" marB="0"/>
                </a:tc>
                <a:tc>
                  <a:txBody>
                    <a:bodyPr/>
                    <a:lstStyle/>
                    <a:p>
                      <a:pPr marL="194945">
                        <a:lnSpc>
                          <a:spcPts val="1350"/>
                        </a:lnSpc>
                        <a:spcBef>
                          <a:spcPts val="355"/>
                        </a:spcBef>
                      </a:pPr>
                      <a:r>
                        <a:rPr sz="1200" spc="-10" dirty="0">
                          <a:solidFill>
                            <a:srgbClr val="538235"/>
                          </a:solidFill>
                          <a:latin typeface="Tahoma"/>
                          <a:cs typeface="Tahoma"/>
                        </a:rPr>
                        <a:t>6</a:t>
                      </a:r>
                      <a:r>
                        <a:rPr sz="1200" spc="-15" baseline="24305" dirty="0">
                          <a:solidFill>
                            <a:srgbClr val="538235"/>
                          </a:solidFill>
                          <a:latin typeface="Tahoma"/>
                          <a:cs typeface="Tahoma"/>
                        </a:rPr>
                        <a:t>6</a:t>
                      </a:r>
                      <a:r>
                        <a:rPr sz="1200" spc="165" baseline="2430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5</a:t>
                      </a:r>
                      <a:r>
                        <a:rPr sz="1200" spc="-20"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spc="-10" dirty="0">
                          <a:solidFill>
                            <a:srgbClr val="538235"/>
                          </a:solidFill>
                          <a:latin typeface="Tahoma"/>
                          <a:cs typeface="Tahoma"/>
                        </a:rPr>
                        <a:t>11</a:t>
                      </a:r>
                      <a:endParaRPr sz="1200">
                        <a:latin typeface="Tahoma"/>
                        <a:cs typeface="Tahoma"/>
                      </a:endParaRPr>
                    </a:p>
                  </a:txBody>
                  <a:tcPr marL="0" marR="0" marT="45085" marB="0"/>
                </a:tc>
                <a:tc>
                  <a:txBody>
                    <a:bodyPr/>
                    <a:lstStyle/>
                    <a:p>
                      <a:pPr marL="153670">
                        <a:lnSpc>
                          <a:spcPts val="1350"/>
                        </a:lnSpc>
                        <a:spcBef>
                          <a:spcPts val="355"/>
                        </a:spcBef>
                      </a:pPr>
                      <a:r>
                        <a:rPr sz="1200" spc="-10" dirty="0">
                          <a:solidFill>
                            <a:srgbClr val="538235"/>
                          </a:solidFill>
                          <a:latin typeface="Tahoma"/>
                          <a:cs typeface="Tahoma"/>
                        </a:rPr>
                        <a:t>6</a:t>
                      </a:r>
                      <a:r>
                        <a:rPr sz="1200" spc="-15" baseline="24305" dirty="0">
                          <a:solidFill>
                            <a:srgbClr val="538235"/>
                          </a:solidFill>
                          <a:latin typeface="Tahoma"/>
                          <a:cs typeface="Tahoma"/>
                        </a:rPr>
                        <a:t>9</a:t>
                      </a:r>
                      <a:r>
                        <a:rPr sz="1200" spc="165" baseline="2430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2</a:t>
                      </a:r>
                      <a:r>
                        <a:rPr sz="1200" spc="-20"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spc="-10" dirty="0">
                          <a:solidFill>
                            <a:srgbClr val="538235"/>
                          </a:solidFill>
                          <a:latin typeface="Tahoma"/>
                          <a:cs typeface="Tahoma"/>
                        </a:rPr>
                        <a:t>11</a:t>
                      </a:r>
                      <a:endParaRPr sz="1200">
                        <a:latin typeface="Tahoma"/>
                        <a:cs typeface="Tahoma"/>
                      </a:endParaRPr>
                    </a:p>
                  </a:txBody>
                  <a:tcPr marL="0" marR="0" marT="45085" marB="0"/>
                </a:tc>
                <a:tc>
                  <a:txBody>
                    <a:bodyPr/>
                    <a:lstStyle/>
                    <a:p>
                      <a:pPr>
                        <a:lnSpc>
                          <a:spcPct val="100000"/>
                        </a:lnSpc>
                      </a:pPr>
                      <a:endParaRPr sz="1100">
                        <a:latin typeface="Times New Roman"/>
                        <a:cs typeface="Times New Roman"/>
                      </a:endParaRPr>
                    </a:p>
                  </a:txBody>
                  <a:tcPr marL="0" marR="0" marT="0" marB="0"/>
                </a:tc>
                <a:extLst>
                  <a:ext uri="{0D108BD9-81ED-4DB2-BD59-A6C34878D82A}">
                    <a16:rowId xmlns:a16="http://schemas.microsoft.com/office/drawing/2014/main" val="10002"/>
                  </a:ext>
                </a:extLst>
              </a:tr>
            </a:tbl>
          </a:graphicData>
        </a:graphic>
      </p:graphicFrame>
      <p:sp>
        <p:nvSpPr>
          <p:cNvPr id="5" name="object 5"/>
          <p:cNvSpPr txBox="1"/>
          <p:nvPr/>
        </p:nvSpPr>
        <p:spPr>
          <a:xfrm>
            <a:off x="4641850" y="6881241"/>
            <a:ext cx="1057910" cy="208279"/>
          </a:xfrm>
          <a:prstGeom prst="rect">
            <a:avLst/>
          </a:prstGeom>
        </p:spPr>
        <p:txBody>
          <a:bodyPr vert="horz" wrap="square" lIns="0" tIns="12700" rIns="0" bIns="0" rtlCol="0">
            <a:spAutoFit/>
          </a:bodyPr>
          <a:lstStyle/>
          <a:p>
            <a:pPr marL="38100">
              <a:lnSpc>
                <a:spcPct val="100000"/>
              </a:lnSpc>
              <a:spcBef>
                <a:spcPts val="100"/>
              </a:spcBef>
            </a:pPr>
            <a:r>
              <a:rPr sz="1200" spc="-10" dirty="0">
                <a:solidFill>
                  <a:srgbClr val="538235"/>
                </a:solidFill>
                <a:latin typeface="Tahoma"/>
                <a:cs typeface="Tahoma"/>
              </a:rPr>
              <a:t>3</a:t>
            </a:r>
            <a:r>
              <a:rPr sz="1200" spc="-15" baseline="24305" dirty="0">
                <a:solidFill>
                  <a:srgbClr val="538235"/>
                </a:solidFill>
                <a:latin typeface="Tahoma"/>
                <a:cs typeface="Tahoma"/>
              </a:rPr>
              <a:t>4</a:t>
            </a:r>
            <a:r>
              <a:rPr sz="1200" spc="165" baseline="2430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1</a:t>
            </a:r>
            <a:r>
              <a:rPr sz="1200" spc="-20"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spc="-10" dirty="0">
                <a:solidFill>
                  <a:srgbClr val="538235"/>
                </a:solidFill>
                <a:latin typeface="Tahoma"/>
                <a:cs typeface="Tahoma"/>
              </a:rPr>
              <a:t>10</a:t>
            </a:r>
            <a:endParaRPr sz="1200">
              <a:latin typeface="Tahoma"/>
              <a:cs typeface="Tahoma"/>
            </a:endParaRPr>
          </a:p>
        </p:txBody>
      </p:sp>
      <p:sp>
        <p:nvSpPr>
          <p:cNvPr id="6" name="object 6"/>
          <p:cNvSpPr txBox="1"/>
          <p:nvPr/>
        </p:nvSpPr>
        <p:spPr>
          <a:xfrm>
            <a:off x="474370" y="6240225"/>
            <a:ext cx="4040504" cy="1123950"/>
          </a:xfrm>
          <a:prstGeom prst="rect">
            <a:avLst/>
          </a:prstGeom>
        </p:spPr>
        <p:txBody>
          <a:bodyPr vert="horz" wrap="square" lIns="0" tIns="104775" rIns="0" bIns="0" rtlCol="0">
            <a:spAutoFit/>
          </a:bodyPr>
          <a:lstStyle/>
          <a:p>
            <a:pPr marL="88900">
              <a:lnSpc>
                <a:spcPct val="100000"/>
              </a:lnSpc>
              <a:spcBef>
                <a:spcPts val="825"/>
              </a:spcBef>
            </a:pPr>
            <a:r>
              <a:rPr sz="1200" spc="-10" dirty="0">
                <a:solidFill>
                  <a:srgbClr val="538235"/>
                </a:solidFill>
                <a:latin typeface="Tahoma"/>
                <a:cs typeface="Tahoma"/>
              </a:rPr>
              <a:t>Reduced</a:t>
            </a:r>
            <a:r>
              <a:rPr sz="1200" spc="15" dirty="0">
                <a:solidFill>
                  <a:srgbClr val="538235"/>
                </a:solidFill>
                <a:latin typeface="Tahoma"/>
                <a:cs typeface="Tahoma"/>
              </a:rPr>
              <a:t> </a:t>
            </a:r>
            <a:r>
              <a:rPr sz="1200" spc="-10" dirty="0">
                <a:solidFill>
                  <a:srgbClr val="538235"/>
                </a:solidFill>
                <a:latin typeface="Tahoma"/>
                <a:cs typeface="Tahoma"/>
              </a:rPr>
              <a:t>Residue</a:t>
            </a:r>
            <a:r>
              <a:rPr sz="1200" spc="50" dirty="0">
                <a:solidFill>
                  <a:srgbClr val="538235"/>
                </a:solidFill>
                <a:latin typeface="Tahoma"/>
                <a:cs typeface="Tahoma"/>
              </a:rPr>
              <a:t> </a:t>
            </a:r>
            <a:r>
              <a:rPr sz="1200" spc="-5" dirty="0">
                <a:solidFill>
                  <a:srgbClr val="538235"/>
                </a:solidFill>
                <a:latin typeface="Tahoma"/>
                <a:cs typeface="Tahoma"/>
              </a:rPr>
              <a:t>Set</a:t>
            </a:r>
            <a:r>
              <a:rPr sz="1200" spc="10" dirty="0">
                <a:solidFill>
                  <a:srgbClr val="538235"/>
                </a:solidFill>
                <a:latin typeface="Tahoma"/>
                <a:cs typeface="Tahoma"/>
              </a:rPr>
              <a:t> </a:t>
            </a:r>
            <a:r>
              <a:rPr sz="1200" spc="-5" dirty="0">
                <a:solidFill>
                  <a:srgbClr val="538235"/>
                </a:solidFill>
                <a:latin typeface="Tahoma"/>
                <a:cs typeface="Tahoma"/>
              </a:rPr>
              <a:t>of</a:t>
            </a:r>
            <a:r>
              <a:rPr sz="1200" spc="-15" dirty="0">
                <a:solidFill>
                  <a:srgbClr val="538235"/>
                </a:solidFill>
                <a:latin typeface="Tahoma"/>
                <a:cs typeface="Tahoma"/>
              </a:rPr>
              <a:t> </a:t>
            </a:r>
            <a:r>
              <a:rPr sz="1200" spc="-5" dirty="0">
                <a:solidFill>
                  <a:srgbClr val="538235"/>
                </a:solidFill>
                <a:latin typeface="Tahoma"/>
                <a:cs typeface="Tahoma"/>
              </a:rPr>
              <a:t>11</a:t>
            </a:r>
            <a:r>
              <a:rPr sz="1200" dirty="0">
                <a:solidFill>
                  <a:srgbClr val="538235"/>
                </a:solidFill>
                <a:latin typeface="Tahoma"/>
                <a:cs typeface="Tahoma"/>
              </a:rPr>
              <a:t> =</a:t>
            </a:r>
            <a:r>
              <a:rPr sz="1200" spc="-5" dirty="0">
                <a:solidFill>
                  <a:srgbClr val="538235"/>
                </a:solidFill>
                <a:latin typeface="Tahoma"/>
                <a:cs typeface="Tahoma"/>
              </a:rPr>
              <a:t> {1,</a:t>
            </a:r>
            <a:r>
              <a:rPr sz="1200" spc="5" dirty="0">
                <a:solidFill>
                  <a:srgbClr val="538235"/>
                </a:solidFill>
                <a:latin typeface="Tahoma"/>
                <a:cs typeface="Tahoma"/>
              </a:rPr>
              <a:t> </a:t>
            </a:r>
            <a:r>
              <a:rPr sz="1200" spc="-5" dirty="0">
                <a:solidFill>
                  <a:srgbClr val="538235"/>
                </a:solidFill>
                <a:latin typeface="Tahoma"/>
                <a:cs typeface="Tahoma"/>
              </a:rPr>
              <a:t>2,</a:t>
            </a:r>
            <a:r>
              <a:rPr sz="1200" spc="5" dirty="0">
                <a:solidFill>
                  <a:srgbClr val="538235"/>
                </a:solidFill>
                <a:latin typeface="Tahoma"/>
                <a:cs typeface="Tahoma"/>
              </a:rPr>
              <a:t> </a:t>
            </a:r>
            <a:r>
              <a:rPr sz="1200" spc="-5" dirty="0">
                <a:solidFill>
                  <a:srgbClr val="538235"/>
                </a:solidFill>
                <a:latin typeface="Tahoma"/>
                <a:cs typeface="Tahoma"/>
              </a:rPr>
              <a:t>3,</a:t>
            </a:r>
            <a:r>
              <a:rPr sz="1200" spc="5" dirty="0">
                <a:solidFill>
                  <a:srgbClr val="538235"/>
                </a:solidFill>
                <a:latin typeface="Tahoma"/>
                <a:cs typeface="Tahoma"/>
              </a:rPr>
              <a:t> </a:t>
            </a:r>
            <a:r>
              <a:rPr sz="1200" spc="-5" dirty="0">
                <a:solidFill>
                  <a:srgbClr val="538235"/>
                </a:solidFill>
                <a:latin typeface="Tahoma"/>
                <a:cs typeface="Tahoma"/>
              </a:rPr>
              <a:t>4,</a:t>
            </a:r>
            <a:r>
              <a:rPr sz="1200" spc="-20" dirty="0">
                <a:solidFill>
                  <a:srgbClr val="538235"/>
                </a:solidFill>
                <a:latin typeface="Tahoma"/>
                <a:cs typeface="Tahoma"/>
              </a:rPr>
              <a:t> </a:t>
            </a:r>
            <a:r>
              <a:rPr sz="1200" spc="-5" dirty="0">
                <a:solidFill>
                  <a:srgbClr val="538235"/>
                </a:solidFill>
                <a:latin typeface="Tahoma"/>
                <a:cs typeface="Tahoma"/>
              </a:rPr>
              <a:t>5,</a:t>
            </a:r>
            <a:r>
              <a:rPr sz="1200" spc="5" dirty="0">
                <a:solidFill>
                  <a:srgbClr val="538235"/>
                </a:solidFill>
                <a:latin typeface="Tahoma"/>
                <a:cs typeface="Tahoma"/>
              </a:rPr>
              <a:t> </a:t>
            </a:r>
            <a:r>
              <a:rPr sz="1200" spc="-5" dirty="0">
                <a:solidFill>
                  <a:srgbClr val="538235"/>
                </a:solidFill>
                <a:latin typeface="Tahoma"/>
                <a:cs typeface="Tahoma"/>
              </a:rPr>
              <a:t>6,</a:t>
            </a:r>
            <a:r>
              <a:rPr sz="1200" spc="5" dirty="0">
                <a:solidFill>
                  <a:srgbClr val="538235"/>
                </a:solidFill>
                <a:latin typeface="Tahoma"/>
                <a:cs typeface="Tahoma"/>
              </a:rPr>
              <a:t> </a:t>
            </a:r>
            <a:r>
              <a:rPr sz="1200" spc="-55" dirty="0">
                <a:solidFill>
                  <a:srgbClr val="538235"/>
                </a:solidFill>
                <a:latin typeface="Tahoma"/>
                <a:cs typeface="Tahoma"/>
              </a:rPr>
              <a:t>7,</a:t>
            </a:r>
            <a:r>
              <a:rPr sz="1200" spc="5" dirty="0">
                <a:solidFill>
                  <a:srgbClr val="538235"/>
                </a:solidFill>
                <a:latin typeface="Tahoma"/>
                <a:cs typeface="Tahoma"/>
              </a:rPr>
              <a:t> </a:t>
            </a:r>
            <a:r>
              <a:rPr sz="1200" spc="-5" dirty="0">
                <a:solidFill>
                  <a:srgbClr val="538235"/>
                </a:solidFill>
                <a:latin typeface="Tahoma"/>
                <a:cs typeface="Tahoma"/>
              </a:rPr>
              <a:t>8,</a:t>
            </a:r>
            <a:r>
              <a:rPr sz="1200" spc="5" dirty="0">
                <a:solidFill>
                  <a:srgbClr val="538235"/>
                </a:solidFill>
                <a:latin typeface="Tahoma"/>
                <a:cs typeface="Tahoma"/>
              </a:rPr>
              <a:t> </a:t>
            </a:r>
            <a:r>
              <a:rPr sz="1200" spc="-5" dirty="0">
                <a:solidFill>
                  <a:srgbClr val="538235"/>
                </a:solidFill>
                <a:latin typeface="Tahoma"/>
                <a:cs typeface="Tahoma"/>
              </a:rPr>
              <a:t>9,</a:t>
            </a:r>
            <a:r>
              <a:rPr sz="1200" spc="-15" dirty="0">
                <a:solidFill>
                  <a:srgbClr val="538235"/>
                </a:solidFill>
                <a:latin typeface="Tahoma"/>
                <a:cs typeface="Tahoma"/>
              </a:rPr>
              <a:t> </a:t>
            </a:r>
            <a:r>
              <a:rPr sz="1200" spc="-10" dirty="0">
                <a:solidFill>
                  <a:srgbClr val="538235"/>
                </a:solidFill>
                <a:latin typeface="Tahoma"/>
                <a:cs typeface="Tahoma"/>
              </a:rPr>
              <a:t>10}</a:t>
            </a:r>
            <a:endParaRPr sz="1200">
              <a:latin typeface="Tahoma"/>
              <a:cs typeface="Tahoma"/>
            </a:endParaRPr>
          </a:p>
          <a:p>
            <a:pPr marL="88900">
              <a:lnSpc>
                <a:spcPct val="100000"/>
              </a:lnSpc>
              <a:spcBef>
                <a:spcPts val="720"/>
              </a:spcBef>
            </a:pPr>
            <a:r>
              <a:rPr sz="1200" b="1" spc="-5" dirty="0">
                <a:solidFill>
                  <a:srgbClr val="538235"/>
                </a:solidFill>
                <a:latin typeface="Tahoma"/>
                <a:cs typeface="Tahoma"/>
              </a:rPr>
              <a:t>Example</a:t>
            </a:r>
            <a:r>
              <a:rPr sz="1200" b="1" spc="-15" dirty="0">
                <a:solidFill>
                  <a:srgbClr val="538235"/>
                </a:solidFill>
                <a:latin typeface="Tahoma"/>
                <a:cs typeface="Tahoma"/>
              </a:rPr>
              <a:t> </a:t>
            </a:r>
            <a:r>
              <a:rPr sz="1200" b="1" dirty="0">
                <a:solidFill>
                  <a:srgbClr val="538235"/>
                </a:solidFill>
                <a:latin typeface="Tahoma"/>
                <a:cs typeface="Tahoma"/>
              </a:rPr>
              <a:t>2:</a:t>
            </a:r>
            <a:r>
              <a:rPr sz="1200" b="1" spc="-5" dirty="0">
                <a:solidFill>
                  <a:srgbClr val="538235"/>
                </a:solidFill>
                <a:latin typeface="Tahoma"/>
                <a:cs typeface="Tahoma"/>
              </a:rPr>
              <a:t> </a:t>
            </a:r>
            <a:r>
              <a:rPr sz="1200" b="1" dirty="0">
                <a:solidFill>
                  <a:srgbClr val="538235"/>
                </a:solidFill>
                <a:latin typeface="Tahoma"/>
                <a:cs typeface="Tahoma"/>
              </a:rPr>
              <a:t>3</a:t>
            </a:r>
            <a:r>
              <a:rPr sz="1200" b="1" spc="-20" dirty="0">
                <a:solidFill>
                  <a:srgbClr val="538235"/>
                </a:solidFill>
                <a:latin typeface="Tahoma"/>
                <a:cs typeface="Tahoma"/>
              </a:rPr>
              <a:t> </a:t>
            </a:r>
            <a:r>
              <a:rPr sz="1200" b="1" spc="-5" dirty="0">
                <a:solidFill>
                  <a:srgbClr val="538235"/>
                </a:solidFill>
                <a:latin typeface="Tahoma"/>
                <a:cs typeface="Tahoma"/>
              </a:rPr>
              <a:t>is</a:t>
            </a:r>
            <a:r>
              <a:rPr sz="1200" b="1" spc="-15" dirty="0">
                <a:solidFill>
                  <a:srgbClr val="538235"/>
                </a:solidFill>
                <a:latin typeface="Tahoma"/>
                <a:cs typeface="Tahoma"/>
              </a:rPr>
              <a:t> </a:t>
            </a:r>
            <a:r>
              <a:rPr sz="1200" b="1" spc="-5" dirty="0">
                <a:solidFill>
                  <a:srgbClr val="538235"/>
                </a:solidFill>
                <a:latin typeface="Tahoma"/>
                <a:cs typeface="Tahoma"/>
              </a:rPr>
              <a:t>primitive</a:t>
            </a:r>
            <a:r>
              <a:rPr sz="1200" b="1" spc="15" dirty="0">
                <a:solidFill>
                  <a:srgbClr val="538235"/>
                </a:solidFill>
                <a:latin typeface="Tahoma"/>
                <a:cs typeface="Tahoma"/>
              </a:rPr>
              <a:t> </a:t>
            </a:r>
            <a:r>
              <a:rPr sz="1200" b="1" dirty="0">
                <a:solidFill>
                  <a:srgbClr val="538235"/>
                </a:solidFill>
                <a:latin typeface="Tahoma"/>
                <a:cs typeface="Tahoma"/>
              </a:rPr>
              <a:t>root</a:t>
            </a:r>
            <a:r>
              <a:rPr sz="1200" b="1" spc="-15" dirty="0">
                <a:solidFill>
                  <a:srgbClr val="538235"/>
                </a:solidFill>
                <a:latin typeface="Tahoma"/>
                <a:cs typeface="Tahoma"/>
              </a:rPr>
              <a:t> </a:t>
            </a:r>
            <a:r>
              <a:rPr sz="1200" b="1" dirty="0">
                <a:solidFill>
                  <a:srgbClr val="538235"/>
                </a:solidFill>
                <a:latin typeface="Tahoma"/>
                <a:cs typeface="Tahoma"/>
              </a:rPr>
              <a:t>of</a:t>
            </a:r>
            <a:r>
              <a:rPr sz="1200" b="1" spc="-25" dirty="0">
                <a:solidFill>
                  <a:srgbClr val="538235"/>
                </a:solidFill>
                <a:latin typeface="Tahoma"/>
                <a:cs typeface="Tahoma"/>
              </a:rPr>
              <a:t> </a:t>
            </a:r>
            <a:r>
              <a:rPr sz="1200" b="1" dirty="0">
                <a:solidFill>
                  <a:srgbClr val="538235"/>
                </a:solidFill>
                <a:latin typeface="Tahoma"/>
                <a:cs typeface="Tahoma"/>
              </a:rPr>
              <a:t>10</a:t>
            </a:r>
            <a:endParaRPr sz="1200">
              <a:latin typeface="Tahoma"/>
              <a:cs typeface="Tahoma"/>
            </a:endParaRPr>
          </a:p>
          <a:p>
            <a:pPr marL="88900">
              <a:lnSpc>
                <a:spcPct val="100000"/>
              </a:lnSpc>
              <a:spcBef>
                <a:spcPts val="720"/>
              </a:spcBef>
              <a:tabLst>
                <a:tab pos="1460500" algn="l"/>
                <a:tab pos="2832735" algn="l"/>
              </a:tabLst>
            </a:pPr>
            <a:r>
              <a:rPr sz="1200" spc="-10" dirty="0">
                <a:solidFill>
                  <a:srgbClr val="538235"/>
                </a:solidFill>
                <a:latin typeface="Tahoma"/>
                <a:cs typeface="Tahoma"/>
              </a:rPr>
              <a:t>3</a:t>
            </a:r>
            <a:r>
              <a:rPr sz="1200" spc="-15" baseline="24305" dirty="0">
                <a:solidFill>
                  <a:srgbClr val="538235"/>
                </a:solidFill>
                <a:latin typeface="Tahoma"/>
                <a:cs typeface="Tahoma"/>
              </a:rPr>
              <a:t>1</a:t>
            </a:r>
            <a:r>
              <a:rPr sz="1200" spc="195" baseline="24305" dirty="0">
                <a:solidFill>
                  <a:srgbClr val="538235"/>
                </a:solidFill>
                <a:latin typeface="Tahoma"/>
                <a:cs typeface="Tahoma"/>
              </a:rPr>
              <a:t> </a:t>
            </a:r>
            <a:r>
              <a:rPr sz="1200" dirty="0">
                <a:solidFill>
                  <a:srgbClr val="538235"/>
                </a:solidFill>
                <a:latin typeface="Tahoma"/>
                <a:cs typeface="Tahoma"/>
              </a:rPr>
              <a:t>≡ 3 mod</a:t>
            </a:r>
            <a:r>
              <a:rPr sz="1200" spc="-10" dirty="0">
                <a:solidFill>
                  <a:srgbClr val="538235"/>
                </a:solidFill>
                <a:latin typeface="Tahoma"/>
                <a:cs typeface="Tahoma"/>
              </a:rPr>
              <a:t> </a:t>
            </a:r>
            <a:r>
              <a:rPr sz="1200" spc="-5" dirty="0">
                <a:solidFill>
                  <a:srgbClr val="538235"/>
                </a:solidFill>
                <a:latin typeface="Tahoma"/>
                <a:cs typeface="Tahoma"/>
              </a:rPr>
              <a:t>10	</a:t>
            </a:r>
            <a:r>
              <a:rPr sz="1200" spc="-10" dirty="0">
                <a:solidFill>
                  <a:srgbClr val="538235"/>
                </a:solidFill>
                <a:latin typeface="Tahoma"/>
                <a:cs typeface="Tahoma"/>
              </a:rPr>
              <a:t>3</a:t>
            </a:r>
            <a:r>
              <a:rPr sz="1200" spc="-15" baseline="24305" dirty="0">
                <a:solidFill>
                  <a:srgbClr val="538235"/>
                </a:solidFill>
                <a:latin typeface="Tahoma"/>
                <a:cs typeface="Tahoma"/>
              </a:rPr>
              <a:t>2</a:t>
            </a:r>
            <a:r>
              <a:rPr sz="1200" spc="195" baseline="2430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9 mod</a:t>
            </a:r>
            <a:r>
              <a:rPr sz="1200" spc="-10" dirty="0">
                <a:solidFill>
                  <a:srgbClr val="538235"/>
                </a:solidFill>
                <a:latin typeface="Tahoma"/>
                <a:cs typeface="Tahoma"/>
              </a:rPr>
              <a:t> </a:t>
            </a:r>
            <a:r>
              <a:rPr sz="1200" spc="-5" dirty="0">
                <a:solidFill>
                  <a:srgbClr val="538235"/>
                </a:solidFill>
                <a:latin typeface="Tahoma"/>
                <a:cs typeface="Tahoma"/>
              </a:rPr>
              <a:t>10	</a:t>
            </a:r>
            <a:r>
              <a:rPr sz="1200" spc="-10" dirty="0">
                <a:solidFill>
                  <a:srgbClr val="538235"/>
                </a:solidFill>
                <a:latin typeface="Tahoma"/>
                <a:cs typeface="Tahoma"/>
              </a:rPr>
              <a:t>3</a:t>
            </a:r>
            <a:r>
              <a:rPr sz="1200" spc="-15" baseline="24305" dirty="0">
                <a:solidFill>
                  <a:srgbClr val="538235"/>
                </a:solidFill>
                <a:latin typeface="Tahoma"/>
                <a:cs typeface="Tahoma"/>
              </a:rPr>
              <a:t>3</a:t>
            </a:r>
            <a:r>
              <a:rPr sz="1200" spc="165" baseline="2430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7</a:t>
            </a:r>
            <a:r>
              <a:rPr sz="1200" spc="-20"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spc="-10" dirty="0">
                <a:solidFill>
                  <a:srgbClr val="538235"/>
                </a:solidFill>
                <a:latin typeface="Tahoma"/>
                <a:cs typeface="Tahoma"/>
              </a:rPr>
              <a:t>10</a:t>
            </a:r>
            <a:endParaRPr sz="1200">
              <a:latin typeface="Tahoma"/>
              <a:cs typeface="Tahoma"/>
            </a:endParaRPr>
          </a:p>
          <a:p>
            <a:pPr marL="88900">
              <a:lnSpc>
                <a:spcPct val="100000"/>
              </a:lnSpc>
              <a:spcBef>
                <a:spcPts val="720"/>
              </a:spcBef>
            </a:pPr>
            <a:r>
              <a:rPr sz="1200" spc="-10" dirty="0">
                <a:solidFill>
                  <a:srgbClr val="538235"/>
                </a:solidFill>
                <a:latin typeface="Tahoma"/>
                <a:cs typeface="Tahoma"/>
              </a:rPr>
              <a:t>Reduced</a:t>
            </a:r>
            <a:r>
              <a:rPr sz="1200" spc="10" dirty="0">
                <a:solidFill>
                  <a:srgbClr val="538235"/>
                </a:solidFill>
                <a:latin typeface="Tahoma"/>
                <a:cs typeface="Tahoma"/>
              </a:rPr>
              <a:t> </a:t>
            </a:r>
            <a:r>
              <a:rPr sz="1200" spc="-10" dirty="0">
                <a:solidFill>
                  <a:srgbClr val="538235"/>
                </a:solidFill>
                <a:latin typeface="Tahoma"/>
                <a:cs typeface="Tahoma"/>
              </a:rPr>
              <a:t>Residue</a:t>
            </a:r>
            <a:r>
              <a:rPr sz="1200" spc="50" dirty="0">
                <a:solidFill>
                  <a:srgbClr val="538235"/>
                </a:solidFill>
                <a:latin typeface="Tahoma"/>
                <a:cs typeface="Tahoma"/>
              </a:rPr>
              <a:t> </a:t>
            </a:r>
            <a:r>
              <a:rPr sz="1200" spc="-5" dirty="0">
                <a:solidFill>
                  <a:srgbClr val="538235"/>
                </a:solidFill>
                <a:latin typeface="Tahoma"/>
                <a:cs typeface="Tahoma"/>
              </a:rPr>
              <a:t>Set</a:t>
            </a:r>
            <a:r>
              <a:rPr sz="1200" spc="10" dirty="0">
                <a:solidFill>
                  <a:srgbClr val="538235"/>
                </a:solidFill>
                <a:latin typeface="Tahoma"/>
                <a:cs typeface="Tahoma"/>
              </a:rPr>
              <a:t> </a:t>
            </a:r>
            <a:r>
              <a:rPr sz="1200" spc="-5" dirty="0">
                <a:solidFill>
                  <a:srgbClr val="538235"/>
                </a:solidFill>
                <a:latin typeface="Tahoma"/>
                <a:cs typeface="Tahoma"/>
              </a:rPr>
              <a:t>of</a:t>
            </a:r>
            <a:r>
              <a:rPr sz="1200" spc="-20" dirty="0">
                <a:solidFill>
                  <a:srgbClr val="538235"/>
                </a:solidFill>
                <a:latin typeface="Tahoma"/>
                <a:cs typeface="Tahoma"/>
              </a:rPr>
              <a:t> </a:t>
            </a:r>
            <a:r>
              <a:rPr sz="1200" spc="-5" dirty="0">
                <a:solidFill>
                  <a:srgbClr val="538235"/>
                </a:solidFill>
                <a:latin typeface="Tahoma"/>
                <a:cs typeface="Tahoma"/>
              </a:rPr>
              <a:t>10 </a:t>
            </a:r>
            <a:r>
              <a:rPr sz="1200" dirty="0">
                <a:solidFill>
                  <a:srgbClr val="538235"/>
                </a:solidFill>
                <a:latin typeface="Tahoma"/>
                <a:cs typeface="Tahoma"/>
              </a:rPr>
              <a:t>= </a:t>
            </a:r>
            <a:r>
              <a:rPr sz="1200" spc="-5" dirty="0">
                <a:solidFill>
                  <a:srgbClr val="538235"/>
                </a:solidFill>
                <a:latin typeface="Tahoma"/>
                <a:cs typeface="Tahoma"/>
              </a:rPr>
              <a:t>{1,</a:t>
            </a:r>
            <a:r>
              <a:rPr sz="1200" dirty="0">
                <a:solidFill>
                  <a:srgbClr val="538235"/>
                </a:solidFill>
                <a:latin typeface="Tahoma"/>
                <a:cs typeface="Tahoma"/>
              </a:rPr>
              <a:t> </a:t>
            </a:r>
            <a:r>
              <a:rPr sz="1200" spc="-5" dirty="0">
                <a:solidFill>
                  <a:srgbClr val="538235"/>
                </a:solidFill>
                <a:latin typeface="Tahoma"/>
                <a:cs typeface="Tahoma"/>
              </a:rPr>
              <a:t>3,</a:t>
            </a:r>
            <a:r>
              <a:rPr sz="1200" dirty="0">
                <a:solidFill>
                  <a:srgbClr val="538235"/>
                </a:solidFill>
                <a:latin typeface="Tahoma"/>
                <a:cs typeface="Tahoma"/>
              </a:rPr>
              <a:t> </a:t>
            </a:r>
            <a:r>
              <a:rPr sz="1200" spc="-55" dirty="0">
                <a:solidFill>
                  <a:srgbClr val="538235"/>
                </a:solidFill>
                <a:latin typeface="Tahoma"/>
                <a:cs typeface="Tahoma"/>
              </a:rPr>
              <a:t>7,</a:t>
            </a:r>
            <a:r>
              <a:rPr sz="1200" dirty="0">
                <a:solidFill>
                  <a:srgbClr val="538235"/>
                </a:solidFill>
                <a:latin typeface="Tahoma"/>
                <a:cs typeface="Tahoma"/>
              </a:rPr>
              <a:t> </a:t>
            </a:r>
            <a:r>
              <a:rPr sz="1200" spc="-5" dirty="0">
                <a:solidFill>
                  <a:srgbClr val="538235"/>
                </a:solidFill>
                <a:latin typeface="Tahoma"/>
                <a:cs typeface="Tahoma"/>
              </a:rPr>
              <a:t>9}</a:t>
            </a:r>
            <a:endParaRPr sz="1200">
              <a:latin typeface="Tahoma"/>
              <a:cs typeface="Tahoma"/>
            </a:endParaRPr>
          </a:p>
        </p:txBody>
      </p:sp>
      <p:sp>
        <p:nvSpPr>
          <p:cNvPr id="7" name="object 7"/>
          <p:cNvSpPr txBox="1"/>
          <p:nvPr/>
        </p:nvSpPr>
        <p:spPr>
          <a:xfrm>
            <a:off x="525170" y="7613142"/>
            <a:ext cx="5809615" cy="848360"/>
          </a:xfrm>
          <a:prstGeom prst="rect">
            <a:avLst/>
          </a:prstGeom>
        </p:spPr>
        <p:txBody>
          <a:bodyPr vert="horz" wrap="square" lIns="0" tIns="12700" rIns="0" bIns="0" rtlCol="0">
            <a:spAutoFit/>
          </a:bodyPr>
          <a:lstStyle/>
          <a:p>
            <a:pPr marL="208279" marR="30480" indent="-170815">
              <a:lnSpc>
                <a:spcPct val="150000"/>
              </a:lnSpc>
              <a:spcBef>
                <a:spcPts val="100"/>
              </a:spcBef>
              <a:buFont typeface="Wingdings"/>
              <a:buChar char=""/>
              <a:tabLst>
                <a:tab pos="208915" algn="l"/>
              </a:tabLst>
            </a:pPr>
            <a:r>
              <a:rPr sz="1200" spc="-5" dirty="0">
                <a:solidFill>
                  <a:srgbClr val="538235"/>
                </a:solidFill>
                <a:latin typeface="Tahoma"/>
                <a:cs typeface="Tahoma"/>
              </a:rPr>
              <a:t>The</a:t>
            </a:r>
            <a:r>
              <a:rPr sz="1200" spc="20" dirty="0">
                <a:solidFill>
                  <a:srgbClr val="538235"/>
                </a:solidFill>
                <a:latin typeface="Tahoma"/>
                <a:cs typeface="Tahoma"/>
              </a:rPr>
              <a:t> </a:t>
            </a:r>
            <a:r>
              <a:rPr sz="1200" dirty="0">
                <a:solidFill>
                  <a:srgbClr val="538235"/>
                </a:solidFill>
                <a:latin typeface="Tahoma"/>
                <a:cs typeface="Tahoma"/>
              </a:rPr>
              <a:t>integers</a:t>
            </a:r>
            <a:r>
              <a:rPr sz="1200" spc="15" dirty="0">
                <a:solidFill>
                  <a:srgbClr val="538235"/>
                </a:solidFill>
                <a:latin typeface="Tahoma"/>
                <a:cs typeface="Tahoma"/>
              </a:rPr>
              <a:t> </a:t>
            </a:r>
            <a:r>
              <a:rPr sz="1200" spc="-5" dirty="0">
                <a:solidFill>
                  <a:srgbClr val="538235"/>
                </a:solidFill>
                <a:latin typeface="Tahoma"/>
                <a:cs typeface="Tahoma"/>
              </a:rPr>
              <a:t>having</a:t>
            </a:r>
            <a:r>
              <a:rPr sz="1200" spc="35" dirty="0">
                <a:solidFill>
                  <a:srgbClr val="538235"/>
                </a:solidFill>
                <a:latin typeface="Tahoma"/>
                <a:cs typeface="Tahoma"/>
              </a:rPr>
              <a:t> </a:t>
            </a:r>
            <a:r>
              <a:rPr sz="1200" spc="-5" dirty="0">
                <a:solidFill>
                  <a:srgbClr val="538235"/>
                </a:solidFill>
                <a:latin typeface="Tahoma"/>
                <a:cs typeface="Tahoma"/>
              </a:rPr>
              <a:t>primitive</a:t>
            </a:r>
            <a:r>
              <a:rPr sz="1200" spc="30" dirty="0">
                <a:solidFill>
                  <a:srgbClr val="538235"/>
                </a:solidFill>
                <a:latin typeface="Tahoma"/>
                <a:cs typeface="Tahoma"/>
              </a:rPr>
              <a:t> </a:t>
            </a:r>
            <a:r>
              <a:rPr sz="1200" spc="-5" dirty="0">
                <a:solidFill>
                  <a:srgbClr val="538235"/>
                </a:solidFill>
                <a:latin typeface="Tahoma"/>
                <a:cs typeface="Tahoma"/>
              </a:rPr>
              <a:t>roots</a:t>
            </a:r>
            <a:r>
              <a:rPr sz="1200" spc="20" dirty="0">
                <a:solidFill>
                  <a:srgbClr val="538235"/>
                </a:solidFill>
                <a:latin typeface="Tahoma"/>
                <a:cs typeface="Tahoma"/>
              </a:rPr>
              <a:t> </a:t>
            </a:r>
            <a:r>
              <a:rPr sz="1200" spc="-5" dirty="0">
                <a:solidFill>
                  <a:srgbClr val="538235"/>
                </a:solidFill>
                <a:latin typeface="Tahoma"/>
                <a:cs typeface="Tahoma"/>
              </a:rPr>
              <a:t>are</a:t>
            </a:r>
            <a:r>
              <a:rPr sz="1200" spc="25" dirty="0">
                <a:solidFill>
                  <a:srgbClr val="538235"/>
                </a:solidFill>
                <a:latin typeface="Tahoma"/>
                <a:cs typeface="Tahoma"/>
              </a:rPr>
              <a:t> </a:t>
            </a:r>
            <a:r>
              <a:rPr sz="1200" spc="-5" dirty="0">
                <a:solidFill>
                  <a:srgbClr val="538235"/>
                </a:solidFill>
                <a:latin typeface="Tahoma"/>
                <a:cs typeface="Tahoma"/>
              </a:rPr>
              <a:t>2,</a:t>
            </a:r>
            <a:r>
              <a:rPr sz="1200" spc="5" dirty="0">
                <a:solidFill>
                  <a:srgbClr val="538235"/>
                </a:solidFill>
                <a:latin typeface="Tahoma"/>
                <a:cs typeface="Tahoma"/>
              </a:rPr>
              <a:t> </a:t>
            </a:r>
            <a:r>
              <a:rPr sz="1200" spc="-5" dirty="0">
                <a:solidFill>
                  <a:srgbClr val="538235"/>
                </a:solidFill>
                <a:latin typeface="Tahoma"/>
                <a:cs typeface="Tahoma"/>
              </a:rPr>
              <a:t>4,</a:t>
            </a:r>
            <a:r>
              <a:rPr sz="1200" spc="5" dirty="0">
                <a:solidFill>
                  <a:srgbClr val="538235"/>
                </a:solidFill>
                <a:latin typeface="Tahoma"/>
                <a:cs typeface="Tahoma"/>
              </a:rPr>
              <a:t> </a:t>
            </a:r>
            <a:r>
              <a:rPr sz="1200" spc="-15" dirty="0">
                <a:solidFill>
                  <a:srgbClr val="538235"/>
                </a:solidFill>
                <a:latin typeface="Tahoma"/>
                <a:cs typeface="Tahoma"/>
              </a:rPr>
              <a:t>p</a:t>
            </a:r>
            <a:r>
              <a:rPr sz="1200" spc="-22" baseline="24305" dirty="0">
                <a:solidFill>
                  <a:srgbClr val="538235"/>
                </a:solidFill>
                <a:latin typeface="Tahoma"/>
                <a:cs typeface="Tahoma"/>
              </a:rPr>
              <a:t>n</a:t>
            </a:r>
            <a:r>
              <a:rPr sz="1200" spc="209" baseline="24305" dirty="0">
                <a:solidFill>
                  <a:srgbClr val="538235"/>
                </a:solidFill>
                <a:latin typeface="Tahoma"/>
                <a:cs typeface="Tahoma"/>
              </a:rPr>
              <a:t> </a:t>
            </a:r>
            <a:r>
              <a:rPr sz="1200" spc="-5" dirty="0">
                <a:solidFill>
                  <a:srgbClr val="538235"/>
                </a:solidFill>
                <a:latin typeface="Tahoma"/>
                <a:cs typeface="Tahoma"/>
              </a:rPr>
              <a:t>and</a:t>
            </a:r>
            <a:r>
              <a:rPr sz="1200" spc="40" dirty="0">
                <a:solidFill>
                  <a:srgbClr val="538235"/>
                </a:solidFill>
                <a:latin typeface="Tahoma"/>
                <a:cs typeface="Tahoma"/>
              </a:rPr>
              <a:t> </a:t>
            </a:r>
            <a:r>
              <a:rPr sz="1200" spc="-5" dirty="0">
                <a:solidFill>
                  <a:srgbClr val="538235"/>
                </a:solidFill>
                <a:latin typeface="Tahoma"/>
                <a:cs typeface="Tahoma"/>
              </a:rPr>
              <a:t>2p</a:t>
            </a:r>
            <a:r>
              <a:rPr sz="1200" spc="-7" baseline="24305" dirty="0">
                <a:solidFill>
                  <a:srgbClr val="538235"/>
                </a:solidFill>
                <a:latin typeface="Tahoma"/>
                <a:cs typeface="Tahoma"/>
              </a:rPr>
              <a:t>n</a:t>
            </a:r>
            <a:r>
              <a:rPr sz="1200" spc="-5" dirty="0">
                <a:solidFill>
                  <a:srgbClr val="538235"/>
                </a:solidFill>
                <a:latin typeface="Tahoma"/>
                <a:cs typeface="Tahoma"/>
              </a:rPr>
              <a:t>,</a:t>
            </a:r>
            <a:r>
              <a:rPr sz="1200" spc="25" dirty="0">
                <a:solidFill>
                  <a:srgbClr val="538235"/>
                </a:solidFill>
                <a:latin typeface="Tahoma"/>
                <a:cs typeface="Tahoma"/>
              </a:rPr>
              <a:t> </a:t>
            </a:r>
            <a:r>
              <a:rPr sz="1200" spc="-5" dirty="0">
                <a:solidFill>
                  <a:srgbClr val="538235"/>
                </a:solidFill>
                <a:latin typeface="Tahoma"/>
                <a:cs typeface="Tahoma"/>
              </a:rPr>
              <a:t>where</a:t>
            </a:r>
            <a:r>
              <a:rPr sz="1200" spc="25" dirty="0">
                <a:solidFill>
                  <a:srgbClr val="538235"/>
                </a:solidFill>
                <a:latin typeface="Tahoma"/>
                <a:cs typeface="Tahoma"/>
              </a:rPr>
              <a:t> </a:t>
            </a:r>
            <a:r>
              <a:rPr sz="1200" dirty="0">
                <a:solidFill>
                  <a:srgbClr val="538235"/>
                </a:solidFill>
                <a:latin typeface="Tahoma"/>
                <a:cs typeface="Tahoma"/>
              </a:rPr>
              <a:t>p</a:t>
            </a:r>
            <a:r>
              <a:rPr sz="1200" spc="15" dirty="0">
                <a:solidFill>
                  <a:srgbClr val="538235"/>
                </a:solidFill>
                <a:latin typeface="Tahoma"/>
                <a:cs typeface="Tahoma"/>
              </a:rPr>
              <a:t> </a:t>
            </a:r>
            <a:r>
              <a:rPr sz="1200" spc="-10" dirty="0">
                <a:solidFill>
                  <a:srgbClr val="538235"/>
                </a:solidFill>
                <a:latin typeface="Tahoma"/>
                <a:cs typeface="Tahoma"/>
              </a:rPr>
              <a:t>is</a:t>
            </a:r>
            <a:r>
              <a:rPr sz="1200" spc="20" dirty="0">
                <a:solidFill>
                  <a:srgbClr val="538235"/>
                </a:solidFill>
                <a:latin typeface="Tahoma"/>
                <a:cs typeface="Tahoma"/>
              </a:rPr>
              <a:t> </a:t>
            </a:r>
            <a:r>
              <a:rPr sz="1200" spc="-5" dirty="0">
                <a:solidFill>
                  <a:srgbClr val="538235"/>
                </a:solidFill>
                <a:latin typeface="Tahoma"/>
                <a:cs typeface="Tahoma"/>
              </a:rPr>
              <a:t>any</a:t>
            </a:r>
            <a:r>
              <a:rPr sz="1200" spc="10" dirty="0">
                <a:solidFill>
                  <a:srgbClr val="538235"/>
                </a:solidFill>
                <a:latin typeface="Tahoma"/>
                <a:cs typeface="Tahoma"/>
              </a:rPr>
              <a:t> </a:t>
            </a:r>
            <a:r>
              <a:rPr sz="1200" spc="-5" dirty="0">
                <a:solidFill>
                  <a:srgbClr val="538235"/>
                </a:solidFill>
                <a:latin typeface="Tahoma"/>
                <a:cs typeface="Tahoma"/>
              </a:rPr>
              <a:t>odd</a:t>
            </a:r>
            <a:r>
              <a:rPr sz="1200" spc="15" dirty="0">
                <a:solidFill>
                  <a:srgbClr val="538235"/>
                </a:solidFill>
                <a:latin typeface="Tahoma"/>
                <a:cs typeface="Tahoma"/>
              </a:rPr>
              <a:t> </a:t>
            </a:r>
            <a:r>
              <a:rPr sz="1200" spc="-5" dirty="0">
                <a:solidFill>
                  <a:srgbClr val="538235"/>
                </a:solidFill>
                <a:latin typeface="Tahoma"/>
                <a:cs typeface="Tahoma"/>
              </a:rPr>
              <a:t>prime </a:t>
            </a:r>
            <a:r>
              <a:rPr sz="1200" spc="-360" dirty="0">
                <a:solidFill>
                  <a:srgbClr val="538235"/>
                </a:solidFill>
                <a:latin typeface="Tahoma"/>
                <a:cs typeface="Tahoma"/>
              </a:rPr>
              <a:t> </a:t>
            </a:r>
            <a:r>
              <a:rPr sz="1200" spc="-5" dirty="0">
                <a:solidFill>
                  <a:srgbClr val="538235"/>
                </a:solidFill>
                <a:latin typeface="Tahoma"/>
                <a:cs typeface="Tahoma"/>
              </a:rPr>
              <a:t>and</a:t>
            </a:r>
            <a:r>
              <a:rPr sz="1200" spc="-10" dirty="0">
                <a:solidFill>
                  <a:srgbClr val="538235"/>
                </a:solidFill>
                <a:latin typeface="Tahoma"/>
                <a:cs typeface="Tahoma"/>
              </a:rPr>
              <a:t> </a:t>
            </a:r>
            <a:r>
              <a:rPr sz="1200" dirty="0">
                <a:solidFill>
                  <a:srgbClr val="538235"/>
                </a:solidFill>
                <a:latin typeface="Tahoma"/>
                <a:cs typeface="Tahoma"/>
              </a:rPr>
              <a:t>n</a:t>
            </a:r>
            <a:r>
              <a:rPr sz="1200" spc="10"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dirty="0">
                <a:solidFill>
                  <a:srgbClr val="538235"/>
                </a:solidFill>
                <a:latin typeface="Tahoma"/>
                <a:cs typeface="Tahoma"/>
              </a:rPr>
              <a:t>a</a:t>
            </a:r>
            <a:r>
              <a:rPr sz="1200" spc="-25" dirty="0">
                <a:solidFill>
                  <a:srgbClr val="538235"/>
                </a:solidFill>
                <a:latin typeface="Tahoma"/>
                <a:cs typeface="Tahoma"/>
              </a:rPr>
              <a:t> </a:t>
            </a:r>
            <a:r>
              <a:rPr sz="1200" spc="-5" dirty="0">
                <a:solidFill>
                  <a:srgbClr val="538235"/>
                </a:solidFill>
                <a:latin typeface="Tahoma"/>
                <a:cs typeface="Tahoma"/>
              </a:rPr>
              <a:t>positive</a:t>
            </a:r>
            <a:r>
              <a:rPr sz="1200" spc="30" dirty="0">
                <a:solidFill>
                  <a:srgbClr val="538235"/>
                </a:solidFill>
                <a:latin typeface="Tahoma"/>
                <a:cs typeface="Tahoma"/>
              </a:rPr>
              <a:t> </a:t>
            </a:r>
            <a:r>
              <a:rPr sz="1200" spc="-25" dirty="0">
                <a:solidFill>
                  <a:srgbClr val="538235"/>
                </a:solidFill>
                <a:latin typeface="Tahoma"/>
                <a:cs typeface="Tahoma"/>
              </a:rPr>
              <a:t>integer.</a:t>
            </a:r>
            <a:endParaRPr sz="1200">
              <a:latin typeface="Tahoma"/>
              <a:cs typeface="Tahoma"/>
            </a:endParaRPr>
          </a:p>
          <a:p>
            <a:pPr marL="208279" indent="-170815">
              <a:lnSpc>
                <a:spcPct val="100000"/>
              </a:lnSpc>
              <a:spcBef>
                <a:spcPts val="720"/>
              </a:spcBef>
              <a:buFont typeface="Wingdings"/>
              <a:buChar char=""/>
              <a:tabLst>
                <a:tab pos="208915" algn="l"/>
              </a:tabLst>
            </a:pPr>
            <a:r>
              <a:rPr sz="1200" spc="-5" dirty="0">
                <a:solidFill>
                  <a:srgbClr val="538235"/>
                </a:solidFill>
                <a:latin typeface="Tahoma"/>
                <a:cs typeface="Tahoma"/>
              </a:rPr>
              <a:t>The</a:t>
            </a:r>
            <a:r>
              <a:rPr sz="1200" dirty="0">
                <a:solidFill>
                  <a:srgbClr val="538235"/>
                </a:solidFill>
                <a:latin typeface="Tahoma"/>
                <a:cs typeface="Tahoma"/>
              </a:rPr>
              <a:t> number</a:t>
            </a:r>
            <a:r>
              <a:rPr sz="1200" spc="25"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00" spc="-5" dirty="0">
                <a:solidFill>
                  <a:srgbClr val="538235"/>
                </a:solidFill>
                <a:latin typeface="Tahoma"/>
                <a:cs typeface="Tahoma"/>
              </a:rPr>
              <a:t>primitive</a:t>
            </a:r>
            <a:r>
              <a:rPr sz="1200" spc="35" dirty="0">
                <a:solidFill>
                  <a:srgbClr val="538235"/>
                </a:solidFill>
                <a:latin typeface="Tahoma"/>
                <a:cs typeface="Tahoma"/>
              </a:rPr>
              <a:t> </a:t>
            </a:r>
            <a:r>
              <a:rPr sz="1200" spc="-5" dirty="0">
                <a:solidFill>
                  <a:srgbClr val="538235"/>
                </a:solidFill>
                <a:latin typeface="Tahoma"/>
                <a:cs typeface="Tahoma"/>
              </a:rPr>
              <a:t>roots</a:t>
            </a:r>
            <a:r>
              <a:rPr sz="1200" dirty="0">
                <a:solidFill>
                  <a:srgbClr val="538235"/>
                </a:solidFill>
                <a:latin typeface="Tahoma"/>
                <a:cs typeface="Tahoma"/>
              </a:rPr>
              <a:t> </a:t>
            </a:r>
            <a:r>
              <a:rPr sz="1200" spc="-5" dirty="0">
                <a:solidFill>
                  <a:srgbClr val="538235"/>
                </a:solidFill>
                <a:latin typeface="Tahoma"/>
                <a:cs typeface="Tahoma"/>
              </a:rPr>
              <a:t>modulo</a:t>
            </a:r>
            <a:r>
              <a:rPr sz="1200" spc="5" dirty="0">
                <a:solidFill>
                  <a:srgbClr val="538235"/>
                </a:solidFill>
                <a:latin typeface="Tahoma"/>
                <a:cs typeface="Tahoma"/>
              </a:rPr>
              <a:t> </a:t>
            </a:r>
            <a:r>
              <a:rPr sz="1200" dirty="0">
                <a:solidFill>
                  <a:srgbClr val="538235"/>
                </a:solidFill>
                <a:latin typeface="Tahoma"/>
                <a:cs typeface="Tahoma"/>
              </a:rPr>
              <a:t>n,</a:t>
            </a:r>
            <a:r>
              <a:rPr sz="1200" spc="5" dirty="0">
                <a:solidFill>
                  <a:srgbClr val="538235"/>
                </a:solidFill>
                <a:latin typeface="Tahoma"/>
                <a:cs typeface="Tahoma"/>
              </a:rPr>
              <a:t> </a:t>
            </a:r>
            <a:r>
              <a:rPr sz="1200" spc="-10" dirty="0">
                <a:solidFill>
                  <a:srgbClr val="538235"/>
                </a:solidFill>
                <a:latin typeface="Tahoma"/>
                <a:cs typeface="Tahoma"/>
              </a:rPr>
              <a:t>if</a:t>
            </a:r>
            <a:r>
              <a:rPr sz="1200" spc="15" dirty="0">
                <a:solidFill>
                  <a:srgbClr val="538235"/>
                </a:solidFill>
                <a:latin typeface="Tahoma"/>
                <a:cs typeface="Tahoma"/>
              </a:rPr>
              <a:t> </a:t>
            </a:r>
            <a:r>
              <a:rPr sz="1200" spc="-5" dirty="0">
                <a:solidFill>
                  <a:srgbClr val="538235"/>
                </a:solidFill>
                <a:latin typeface="Tahoma"/>
                <a:cs typeface="Tahoma"/>
              </a:rPr>
              <a:t>there are</a:t>
            </a:r>
            <a:r>
              <a:rPr sz="1200" spc="25" dirty="0">
                <a:solidFill>
                  <a:srgbClr val="538235"/>
                </a:solidFill>
                <a:latin typeface="Tahoma"/>
                <a:cs typeface="Tahoma"/>
              </a:rPr>
              <a:t> </a:t>
            </a:r>
            <a:r>
              <a:rPr sz="1200" spc="-25" dirty="0">
                <a:solidFill>
                  <a:srgbClr val="538235"/>
                </a:solidFill>
                <a:latin typeface="Tahoma"/>
                <a:cs typeface="Tahoma"/>
              </a:rPr>
              <a:t>any, </a:t>
            </a:r>
            <a:r>
              <a:rPr sz="1200" spc="-10" dirty="0">
                <a:solidFill>
                  <a:srgbClr val="538235"/>
                </a:solidFill>
                <a:latin typeface="Tahoma"/>
                <a:cs typeface="Tahoma"/>
              </a:rPr>
              <a:t>is</a:t>
            </a:r>
            <a:r>
              <a:rPr sz="1200" spc="5" dirty="0">
                <a:solidFill>
                  <a:srgbClr val="538235"/>
                </a:solidFill>
                <a:latin typeface="Tahoma"/>
                <a:cs typeface="Tahoma"/>
              </a:rPr>
              <a:t> </a:t>
            </a:r>
            <a:r>
              <a:rPr sz="1200" spc="-5" dirty="0">
                <a:solidFill>
                  <a:srgbClr val="538235"/>
                </a:solidFill>
                <a:latin typeface="Tahoma"/>
                <a:cs typeface="Tahoma"/>
              </a:rPr>
              <a:t>equal</a:t>
            </a:r>
            <a:r>
              <a:rPr sz="1200" spc="25" dirty="0">
                <a:solidFill>
                  <a:srgbClr val="538235"/>
                </a:solidFill>
                <a:latin typeface="Tahoma"/>
                <a:cs typeface="Tahoma"/>
              </a:rPr>
              <a:t> </a:t>
            </a:r>
            <a:r>
              <a:rPr sz="1200" dirty="0">
                <a:solidFill>
                  <a:srgbClr val="538235"/>
                </a:solidFill>
                <a:latin typeface="Tahoma"/>
                <a:cs typeface="Tahoma"/>
              </a:rPr>
              <a:t>to</a:t>
            </a:r>
            <a:r>
              <a:rPr sz="1200" spc="-20" dirty="0">
                <a:solidFill>
                  <a:srgbClr val="538235"/>
                </a:solidFill>
                <a:latin typeface="Tahoma"/>
                <a:cs typeface="Tahoma"/>
              </a:rPr>
              <a:t> </a:t>
            </a:r>
            <a:r>
              <a:rPr sz="1200" dirty="0">
                <a:solidFill>
                  <a:srgbClr val="538235"/>
                </a:solidFill>
                <a:latin typeface="Tahoma"/>
                <a:cs typeface="Tahoma"/>
              </a:rPr>
              <a:t>ɸ</a:t>
            </a:r>
            <a:r>
              <a:rPr sz="1200" spc="5" dirty="0">
                <a:solidFill>
                  <a:srgbClr val="538235"/>
                </a:solidFill>
                <a:latin typeface="Tahoma"/>
                <a:cs typeface="Tahoma"/>
              </a:rPr>
              <a:t> </a:t>
            </a:r>
            <a:r>
              <a:rPr sz="1200" spc="-5" dirty="0">
                <a:solidFill>
                  <a:srgbClr val="538235"/>
                </a:solidFill>
                <a:latin typeface="Tahoma"/>
                <a:cs typeface="Tahoma"/>
              </a:rPr>
              <a:t>(ɸ(n))</a:t>
            </a:r>
            <a:endParaRPr sz="1200">
              <a:latin typeface="Tahoma"/>
              <a:cs typeface="Tahom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2927" y="3090926"/>
            <a:ext cx="100584" cy="106679"/>
          </a:xfrm>
          <a:prstGeom prst="rect">
            <a:avLst/>
          </a:prstGeom>
        </p:spPr>
      </p:pic>
      <p:sp>
        <p:nvSpPr>
          <p:cNvPr id="3" name="object 3"/>
          <p:cNvSpPr txBox="1"/>
          <p:nvPr/>
        </p:nvSpPr>
        <p:spPr>
          <a:xfrm>
            <a:off x="474370" y="387553"/>
            <a:ext cx="5895975" cy="6153150"/>
          </a:xfrm>
          <a:prstGeom prst="rect">
            <a:avLst/>
          </a:prstGeom>
        </p:spPr>
        <p:txBody>
          <a:bodyPr vert="horz" wrap="square" lIns="0" tIns="13970" rIns="0" bIns="0" rtlCol="0">
            <a:spAutoFit/>
          </a:bodyPr>
          <a:lstStyle/>
          <a:p>
            <a:pPr marL="88900">
              <a:lnSpc>
                <a:spcPct val="100000"/>
              </a:lnSpc>
              <a:spcBef>
                <a:spcPts val="110"/>
              </a:spcBef>
            </a:pPr>
            <a:r>
              <a:rPr sz="1600" b="1" dirty="0">
                <a:solidFill>
                  <a:srgbClr val="538235"/>
                </a:solidFill>
                <a:latin typeface="Tahoma"/>
                <a:cs typeface="Tahoma"/>
              </a:rPr>
              <a:t>MATHEMATICS</a:t>
            </a:r>
            <a:r>
              <a:rPr sz="1600" b="1" spc="-85" dirty="0">
                <a:solidFill>
                  <a:srgbClr val="538235"/>
                </a:solidFill>
                <a:latin typeface="Tahoma"/>
                <a:cs typeface="Tahoma"/>
              </a:rPr>
              <a:t> </a:t>
            </a:r>
            <a:r>
              <a:rPr sz="1600" b="1" spc="5" dirty="0">
                <a:solidFill>
                  <a:srgbClr val="538235"/>
                </a:solidFill>
                <a:latin typeface="Tahoma"/>
                <a:cs typeface="Tahoma"/>
              </a:rPr>
              <a:t>OF</a:t>
            </a:r>
            <a:r>
              <a:rPr sz="1600" b="1" spc="-20" dirty="0">
                <a:solidFill>
                  <a:srgbClr val="538235"/>
                </a:solidFill>
                <a:latin typeface="Tahoma"/>
                <a:cs typeface="Tahoma"/>
              </a:rPr>
              <a:t> </a:t>
            </a:r>
            <a:r>
              <a:rPr sz="1600" b="1" dirty="0">
                <a:solidFill>
                  <a:srgbClr val="538235"/>
                </a:solidFill>
                <a:latin typeface="Tahoma"/>
                <a:cs typeface="Tahoma"/>
              </a:rPr>
              <a:t>ASYMMETRIC</a:t>
            </a:r>
            <a:r>
              <a:rPr sz="1600" b="1" spc="-65" dirty="0">
                <a:solidFill>
                  <a:srgbClr val="538235"/>
                </a:solidFill>
                <a:latin typeface="Tahoma"/>
                <a:cs typeface="Tahoma"/>
              </a:rPr>
              <a:t> </a:t>
            </a:r>
            <a:r>
              <a:rPr sz="1600" b="1" dirty="0">
                <a:solidFill>
                  <a:srgbClr val="538235"/>
                </a:solidFill>
                <a:latin typeface="Tahoma"/>
                <a:cs typeface="Tahoma"/>
              </a:rPr>
              <a:t>KEY</a:t>
            </a:r>
            <a:r>
              <a:rPr sz="1600" b="1" spc="-5" dirty="0">
                <a:solidFill>
                  <a:srgbClr val="538235"/>
                </a:solidFill>
                <a:latin typeface="Tahoma"/>
                <a:cs typeface="Tahoma"/>
              </a:rPr>
              <a:t> </a:t>
            </a:r>
            <a:r>
              <a:rPr sz="1600" b="1" dirty="0">
                <a:solidFill>
                  <a:srgbClr val="538235"/>
                </a:solidFill>
                <a:latin typeface="Tahoma"/>
                <a:cs typeface="Tahoma"/>
              </a:rPr>
              <a:t>CRYPTOGRAPHY</a:t>
            </a:r>
            <a:endParaRPr sz="1600">
              <a:latin typeface="Tahoma"/>
              <a:cs typeface="Tahoma"/>
            </a:endParaRPr>
          </a:p>
          <a:p>
            <a:pPr>
              <a:lnSpc>
                <a:spcPct val="100000"/>
              </a:lnSpc>
              <a:spcBef>
                <a:spcPts val="25"/>
              </a:spcBef>
            </a:pPr>
            <a:endParaRPr sz="2550">
              <a:latin typeface="Tahoma"/>
              <a:cs typeface="Tahoma"/>
            </a:endParaRPr>
          </a:p>
          <a:p>
            <a:pPr marL="88900" marR="2322830">
              <a:lnSpc>
                <a:spcPct val="150100"/>
              </a:lnSpc>
            </a:pPr>
            <a:r>
              <a:rPr sz="1200" spc="-5" dirty="0">
                <a:solidFill>
                  <a:srgbClr val="538235"/>
                </a:solidFill>
                <a:latin typeface="Tahoma"/>
                <a:cs typeface="Tahoma"/>
              </a:rPr>
              <a:t>Example:</a:t>
            </a:r>
            <a:r>
              <a:rPr sz="1200" dirty="0">
                <a:solidFill>
                  <a:srgbClr val="538235"/>
                </a:solidFill>
                <a:latin typeface="Tahoma"/>
                <a:cs typeface="Tahoma"/>
              </a:rPr>
              <a:t> </a:t>
            </a:r>
            <a:r>
              <a:rPr sz="1200" spc="-65" dirty="0">
                <a:solidFill>
                  <a:srgbClr val="538235"/>
                </a:solidFill>
                <a:latin typeface="Tahoma"/>
                <a:cs typeface="Tahoma"/>
              </a:rPr>
              <a:t>To</a:t>
            </a:r>
            <a:r>
              <a:rPr sz="1200" spc="-5" dirty="0">
                <a:solidFill>
                  <a:srgbClr val="538235"/>
                </a:solidFill>
                <a:latin typeface="Tahoma"/>
                <a:cs typeface="Tahoma"/>
              </a:rPr>
              <a:t> check</a:t>
            </a:r>
            <a:r>
              <a:rPr sz="1200" dirty="0">
                <a:solidFill>
                  <a:srgbClr val="538235"/>
                </a:solidFill>
                <a:latin typeface="Tahoma"/>
                <a:cs typeface="Tahoma"/>
              </a:rPr>
              <a:t> </a:t>
            </a:r>
            <a:r>
              <a:rPr sz="1200" spc="-5" dirty="0">
                <a:solidFill>
                  <a:srgbClr val="538235"/>
                </a:solidFill>
                <a:latin typeface="Tahoma"/>
                <a:cs typeface="Tahoma"/>
              </a:rPr>
              <a:t>whether</a:t>
            </a:r>
            <a:r>
              <a:rPr sz="1200" spc="25" dirty="0">
                <a:solidFill>
                  <a:srgbClr val="538235"/>
                </a:solidFill>
                <a:latin typeface="Tahoma"/>
                <a:cs typeface="Tahoma"/>
              </a:rPr>
              <a:t> </a:t>
            </a:r>
            <a:r>
              <a:rPr sz="1200" dirty="0">
                <a:solidFill>
                  <a:srgbClr val="538235"/>
                </a:solidFill>
                <a:latin typeface="Tahoma"/>
                <a:cs typeface="Tahoma"/>
              </a:rPr>
              <a:t>6</a:t>
            </a:r>
            <a:r>
              <a:rPr sz="1200" spc="-5" dirty="0">
                <a:solidFill>
                  <a:srgbClr val="538235"/>
                </a:solidFill>
                <a:latin typeface="Tahoma"/>
                <a:cs typeface="Tahoma"/>
              </a:rPr>
              <a:t> </a:t>
            </a:r>
            <a:r>
              <a:rPr sz="1200" spc="-10" dirty="0">
                <a:solidFill>
                  <a:srgbClr val="538235"/>
                </a:solidFill>
                <a:latin typeface="Tahoma"/>
                <a:cs typeface="Tahoma"/>
              </a:rPr>
              <a:t>is </a:t>
            </a:r>
            <a:r>
              <a:rPr sz="1200" spc="-5" dirty="0">
                <a:solidFill>
                  <a:srgbClr val="538235"/>
                </a:solidFill>
                <a:latin typeface="Tahoma"/>
                <a:cs typeface="Tahoma"/>
              </a:rPr>
              <a:t>primitive</a:t>
            </a:r>
            <a:r>
              <a:rPr sz="1200" spc="20" dirty="0">
                <a:solidFill>
                  <a:srgbClr val="538235"/>
                </a:solidFill>
                <a:latin typeface="Tahoma"/>
                <a:cs typeface="Tahoma"/>
              </a:rPr>
              <a:t> </a:t>
            </a:r>
            <a:r>
              <a:rPr sz="1200" spc="-5" dirty="0">
                <a:solidFill>
                  <a:srgbClr val="538235"/>
                </a:solidFill>
                <a:latin typeface="Tahoma"/>
                <a:cs typeface="Tahoma"/>
              </a:rPr>
              <a:t>root</a:t>
            </a:r>
            <a:r>
              <a:rPr sz="1200" spc="5" dirty="0">
                <a:solidFill>
                  <a:srgbClr val="538235"/>
                </a:solidFill>
                <a:latin typeface="Tahoma"/>
                <a:cs typeface="Tahoma"/>
              </a:rPr>
              <a:t> </a:t>
            </a:r>
            <a:r>
              <a:rPr sz="1200" dirty="0">
                <a:solidFill>
                  <a:srgbClr val="538235"/>
                </a:solidFill>
                <a:latin typeface="Tahoma"/>
                <a:cs typeface="Tahoma"/>
              </a:rPr>
              <a:t>of </a:t>
            </a:r>
            <a:r>
              <a:rPr sz="1200" spc="-5" dirty="0">
                <a:solidFill>
                  <a:srgbClr val="538235"/>
                </a:solidFill>
                <a:latin typeface="Tahoma"/>
                <a:cs typeface="Tahoma"/>
              </a:rPr>
              <a:t>11 </a:t>
            </a:r>
            <a:r>
              <a:rPr sz="1200" spc="-360" dirty="0">
                <a:solidFill>
                  <a:srgbClr val="538235"/>
                </a:solidFill>
                <a:latin typeface="Tahoma"/>
                <a:cs typeface="Tahoma"/>
              </a:rPr>
              <a:t> </a:t>
            </a:r>
            <a:r>
              <a:rPr sz="1200" spc="-5" dirty="0">
                <a:solidFill>
                  <a:srgbClr val="538235"/>
                </a:solidFill>
                <a:latin typeface="Tahoma"/>
                <a:cs typeface="Tahoma"/>
              </a:rPr>
              <a:t>ɸ(n)</a:t>
            </a:r>
            <a:r>
              <a:rPr sz="1200" dirty="0">
                <a:solidFill>
                  <a:srgbClr val="538235"/>
                </a:solidFill>
                <a:latin typeface="Tahoma"/>
                <a:cs typeface="Tahoma"/>
              </a:rPr>
              <a:t> =</a:t>
            </a:r>
            <a:r>
              <a:rPr sz="1200" spc="-5" dirty="0">
                <a:solidFill>
                  <a:srgbClr val="538235"/>
                </a:solidFill>
                <a:latin typeface="Tahoma"/>
                <a:cs typeface="Tahoma"/>
              </a:rPr>
              <a:t> </a:t>
            </a:r>
            <a:r>
              <a:rPr sz="1200" spc="-10" dirty="0">
                <a:solidFill>
                  <a:srgbClr val="538235"/>
                </a:solidFill>
                <a:latin typeface="Tahoma"/>
                <a:cs typeface="Tahoma"/>
              </a:rPr>
              <a:t>ɸ(11)</a:t>
            </a:r>
            <a:r>
              <a:rPr sz="1200" spc="2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10 </a:t>
            </a:r>
            <a:r>
              <a:rPr sz="1200" dirty="0">
                <a:solidFill>
                  <a:srgbClr val="538235"/>
                </a:solidFill>
                <a:latin typeface="Tahoma"/>
                <a:cs typeface="Tahoma"/>
              </a:rPr>
              <a:t>=</a:t>
            </a:r>
            <a:r>
              <a:rPr sz="1200" spc="-5" dirty="0">
                <a:solidFill>
                  <a:srgbClr val="538235"/>
                </a:solidFill>
                <a:latin typeface="Tahoma"/>
                <a:cs typeface="Tahoma"/>
              </a:rPr>
              <a:t> 2.5 (prime</a:t>
            </a:r>
            <a:r>
              <a:rPr sz="1200" spc="20" dirty="0">
                <a:solidFill>
                  <a:srgbClr val="538235"/>
                </a:solidFill>
                <a:latin typeface="Tahoma"/>
                <a:cs typeface="Tahoma"/>
              </a:rPr>
              <a:t> </a:t>
            </a:r>
            <a:r>
              <a:rPr sz="1200" spc="-10" dirty="0">
                <a:solidFill>
                  <a:srgbClr val="538235"/>
                </a:solidFill>
                <a:latin typeface="Tahoma"/>
                <a:cs typeface="Tahoma"/>
              </a:rPr>
              <a:t>factors)</a:t>
            </a:r>
            <a:endParaRPr sz="1200">
              <a:latin typeface="Tahoma"/>
              <a:cs typeface="Tahoma"/>
            </a:endParaRPr>
          </a:p>
          <a:p>
            <a:pPr marL="88900">
              <a:lnSpc>
                <a:spcPct val="100000"/>
              </a:lnSpc>
              <a:spcBef>
                <a:spcPts val="720"/>
              </a:spcBef>
            </a:pPr>
            <a:r>
              <a:rPr sz="1200" spc="-40" dirty="0">
                <a:solidFill>
                  <a:srgbClr val="538235"/>
                </a:solidFill>
                <a:latin typeface="Tahoma"/>
                <a:cs typeface="Tahoma"/>
              </a:rPr>
              <a:t>Test</a:t>
            </a:r>
            <a:r>
              <a:rPr sz="1200" spc="-30" dirty="0">
                <a:solidFill>
                  <a:srgbClr val="538235"/>
                </a:solidFill>
                <a:latin typeface="Tahoma"/>
                <a:cs typeface="Tahoma"/>
              </a:rPr>
              <a:t> </a:t>
            </a:r>
            <a:r>
              <a:rPr sz="1200" spc="-10" dirty="0">
                <a:solidFill>
                  <a:srgbClr val="538235"/>
                </a:solidFill>
                <a:latin typeface="Tahoma"/>
                <a:cs typeface="Tahoma"/>
              </a:rPr>
              <a:t>a=6:</a:t>
            </a:r>
            <a:endParaRPr sz="1200">
              <a:latin typeface="Tahoma"/>
              <a:cs typeface="Tahoma"/>
            </a:endParaRPr>
          </a:p>
          <a:p>
            <a:pPr marL="88900">
              <a:lnSpc>
                <a:spcPct val="100000"/>
              </a:lnSpc>
              <a:spcBef>
                <a:spcPts val="720"/>
              </a:spcBef>
            </a:pPr>
            <a:r>
              <a:rPr sz="1200" spc="-5" dirty="0">
                <a:solidFill>
                  <a:srgbClr val="538235"/>
                </a:solidFill>
                <a:latin typeface="Tahoma"/>
                <a:cs typeface="Tahoma"/>
              </a:rPr>
              <a:t>6</a:t>
            </a:r>
            <a:r>
              <a:rPr sz="1200" spc="-7" baseline="24305" dirty="0">
                <a:solidFill>
                  <a:srgbClr val="538235"/>
                </a:solidFill>
                <a:latin typeface="Tahoma"/>
                <a:cs typeface="Tahoma"/>
              </a:rPr>
              <a:t>10/5</a:t>
            </a:r>
            <a:r>
              <a:rPr sz="1200" spc="179" baseline="2430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6</a:t>
            </a:r>
            <a:r>
              <a:rPr sz="1200" spc="-7" baseline="24305" dirty="0">
                <a:solidFill>
                  <a:srgbClr val="538235"/>
                </a:solidFill>
                <a:latin typeface="Tahoma"/>
                <a:cs typeface="Tahoma"/>
              </a:rPr>
              <a:t>2</a:t>
            </a:r>
            <a:r>
              <a:rPr sz="1200" spc="179" baseline="2430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36</a:t>
            </a:r>
            <a:r>
              <a:rPr sz="1200" spc="-10"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3</a:t>
            </a:r>
            <a:r>
              <a:rPr sz="1200" spc="-5" dirty="0">
                <a:solidFill>
                  <a:srgbClr val="538235"/>
                </a:solidFill>
                <a:latin typeface="Tahoma"/>
                <a:cs typeface="Tahoma"/>
              </a:rPr>
              <a:t> </a:t>
            </a:r>
            <a:r>
              <a:rPr sz="1200" dirty="0">
                <a:solidFill>
                  <a:srgbClr val="538235"/>
                </a:solidFill>
                <a:latin typeface="Cambria Math"/>
                <a:cs typeface="Cambria Math"/>
              </a:rPr>
              <a:t>≢</a:t>
            </a:r>
            <a:r>
              <a:rPr sz="1200" spc="105" dirty="0">
                <a:solidFill>
                  <a:srgbClr val="538235"/>
                </a:solidFill>
                <a:latin typeface="Cambria Math"/>
                <a:cs typeface="Cambria Math"/>
              </a:rPr>
              <a:t> </a:t>
            </a:r>
            <a:r>
              <a:rPr sz="1200" dirty="0">
                <a:solidFill>
                  <a:srgbClr val="538235"/>
                </a:solidFill>
                <a:latin typeface="Tahoma"/>
                <a:cs typeface="Tahoma"/>
              </a:rPr>
              <a:t>1</a:t>
            </a:r>
            <a:r>
              <a:rPr sz="1200" spc="-35" dirty="0">
                <a:solidFill>
                  <a:srgbClr val="538235"/>
                </a:solidFill>
                <a:latin typeface="Tahoma"/>
                <a:cs typeface="Tahoma"/>
              </a:rPr>
              <a:t> </a:t>
            </a:r>
            <a:r>
              <a:rPr sz="1200" dirty="0">
                <a:solidFill>
                  <a:srgbClr val="538235"/>
                </a:solidFill>
                <a:latin typeface="Tahoma"/>
                <a:cs typeface="Tahoma"/>
              </a:rPr>
              <a:t>mod </a:t>
            </a:r>
            <a:r>
              <a:rPr sz="1200" spc="-5" dirty="0">
                <a:solidFill>
                  <a:srgbClr val="538235"/>
                </a:solidFill>
                <a:latin typeface="Tahoma"/>
                <a:cs typeface="Tahoma"/>
              </a:rPr>
              <a:t>11</a:t>
            </a:r>
            <a:endParaRPr sz="1200">
              <a:latin typeface="Tahoma"/>
              <a:cs typeface="Tahoma"/>
            </a:endParaRPr>
          </a:p>
          <a:p>
            <a:pPr marL="88900">
              <a:lnSpc>
                <a:spcPct val="100000"/>
              </a:lnSpc>
              <a:spcBef>
                <a:spcPts val="720"/>
              </a:spcBef>
            </a:pPr>
            <a:r>
              <a:rPr sz="1200" spc="-5" dirty="0">
                <a:solidFill>
                  <a:srgbClr val="538235"/>
                </a:solidFill>
                <a:latin typeface="Tahoma"/>
                <a:cs typeface="Tahoma"/>
              </a:rPr>
              <a:t>6</a:t>
            </a:r>
            <a:r>
              <a:rPr sz="1200" spc="-7" baseline="24305" dirty="0">
                <a:solidFill>
                  <a:srgbClr val="538235"/>
                </a:solidFill>
                <a:latin typeface="Tahoma"/>
                <a:cs typeface="Tahoma"/>
              </a:rPr>
              <a:t>10/2</a:t>
            </a:r>
            <a:r>
              <a:rPr sz="1200" spc="179" baseline="2430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6</a:t>
            </a:r>
            <a:r>
              <a:rPr sz="1200" spc="-7" baseline="24305" dirty="0">
                <a:solidFill>
                  <a:srgbClr val="538235"/>
                </a:solidFill>
                <a:latin typeface="Tahoma"/>
                <a:cs typeface="Tahoma"/>
              </a:rPr>
              <a:t>5</a:t>
            </a:r>
            <a:r>
              <a:rPr sz="1200" spc="187" baseline="2430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3.3.6</a:t>
            </a:r>
            <a:r>
              <a:rPr sz="1200" spc="-1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10 </a:t>
            </a:r>
            <a:r>
              <a:rPr sz="1200" dirty="0">
                <a:solidFill>
                  <a:srgbClr val="538235"/>
                </a:solidFill>
                <a:latin typeface="Cambria Math"/>
                <a:cs typeface="Cambria Math"/>
              </a:rPr>
              <a:t>≢</a:t>
            </a:r>
            <a:r>
              <a:rPr sz="1200" spc="100" dirty="0">
                <a:solidFill>
                  <a:srgbClr val="538235"/>
                </a:solidFill>
                <a:latin typeface="Cambria Math"/>
                <a:cs typeface="Cambria Math"/>
              </a:rPr>
              <a:t> </a:t>
            </a:r>
            <a:r>
              <a:rPr sz="1200" dirty="0">
                <a:solidFill>
                  <a:srgbClr val="538235"/>
                </a:solidFill>
                <a:latin typeface="Tahoma"/>
                <a:cs typeface="Tahoma"/>
              </a:rPr>
              <a:t>1</a:t>
            </a:r>
            <a:r>
              <a:rPr sz="1200" spc="-5"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spc="-5" dirty="0">
                <a:solidFill>
                  <a:srgbClr val="538235"/>
                </a:solidFill>
                <a:latin typeface="Tahoma"/>
                <a:cs typeface="Tahoma"/>
              </a:rPr>
              <a:t>11</a:t>
            </a:r>
            <a:endParaRPr sz="1200">
              <a:latin typeface="Tahoma"/>
              <a:cs typeface="Tahoma"/>
            </a:endParaRPr>
          </a:p>
          <a:p>
            <a:pPr marL="88900">
              <a:lnSpc>
                <a:spcPct val="100000"/>
              </a:lnSpc>
              <a:spcBef>
                <a:spcPts val="725"/>
              </a:spcBef>
            </a:pPr>
            <a:r>
              <a:rPr sz="1200" dirty="0">
                <a:solidFill>
                  <a:srgbClr val="538235"/>
                </a:solidFill>
                <a:latin typeface="Tahoma"/>
                <a:cs typeface="Tahoma"/>
              </a:rPr>
              <a:t>6</a:t>
            </a:r>
            <a:r>
              <a:rPr sz="1200" spc="-15" dirty="0">
                <a:solidFill>
                  <a:srgbClr val="538235"/>
                </a:solidFill>
                <a:latin typeface="Tahoma"/>
                <a:cs typeface="Tahoma"/>
              </a:rPr>
              <a:t> </a:t>
            </a:r>
            <a:r>
              <a:rPr sz="1200" spc="-10" dirty="0">
                <a:solidFill>
                  <a:srgbClr val="538235"/>
                </a:solidFill>
                <a:latin typeface="Tahoma"/>
                <a:cs typeface="Tahoma"/>
              </a:rPr>
              <a:t>is</a:t>
            </a:r>
            <a:r>
              <a:rPr sz="1200" spc="-15" dirty="0">
                <a:solidFill>
                  <a:srgbClr val="538235"/>
                </a:solidFill>
                <a:latin typeface="Tahoma"/>
                <a:cs typeface="Tahoma"/>
              </a:rPr>
              <a:t> </a:t>
            </a:r>
            <a:r>
              <a:rPr sz="1200" spc="-5" dirty="0">
                <a:solidFill>
                  <a:srgbClr val="538235"/>
                </a:solidFill>
                <a:latin typeface="Tahoma"/>
                <a:cs typeface="Tahoma"/>
              </a:rPr>
              <a:t>primitive</a:t>
            </a:r>
            <a:r>
              <a:rPr sz="1200" spc="10" dirty="0">
                <a:solidFill>
                  <a:srgbClr val="538235"/>
                </a:solidFill>
                <a:latin typeface="Tahoma"/>
                <a:cs typeface="Tahoma"/>
              </a:rPr>
              <a:t> </a:t>
            </a:r>
            <a:r>
              <a:rPr sz="1200" spc="-5" dirty="0">
                <a:solidFill>
                  <a:srgbClr val="538235"/>
                </a:solidFill>
                <a:latin typeface="Tahoma"/>
                <a:cs typeface="Tahoma"/>
              </a:rPr>
              <a:t>root </a:t>
            </a:r>
            <a:r>
              <a:rPr sz="1200" dirty="0">
                <a:solidFill>
                  <a:srgbClr val="538235"/>
                </a:solidFill>
                <a:latin typeface="Tahoma"/>
                <a:cs typeface="Tahoma"/>
              </a:rPr>
              <a:t>of</a:t>
            </a:r>
            <a:r>
              <a:rPr sz="1200" spc="-35" dirty="0">
                <a:solidFill>
                  <a:srgbClr val="538235"/>
                </a:solidFill>
                <a:latin typeface="Tahoma"/>
                <a:cs typeface="Tahoma"/>
              </a:rPr>
              <a:t> </a:t>
            </a:r>
            <a:r>
              <a:rPr sz="1200" spc="-5" dirty="0">
                <a:solidFill>
                  <a:srgbClr val="538235"/>
                </a:solidFill>
                <a:latin typeface="Tahoma"/>
                <a:cs typeface="Tahoma"/>
              </a:rPr>
              <a:t>11</a:t>
            </a:r>
            <a:endParaRPr sz="1200">
              <a:latin typeface="Tahoma"/>
              <a:cs typeface="Tahoma"/>
            </a:endParaRPr>
          </a:p>
          <a:p>
            <a:pPr>
              <a:lnSpc>
                <a:spcPct val="100000"/>
              </a:lnSpc>
            </a:pPr>
            <a:endParaRPr sz="1400">
              <a:latin typeface="Tahoma"/>
              <a:cs typeface="Tahoma"/>
            </a:endParaRPr>
          </a:p>
          <a:p>
            <a:pPr marL="259079">
              <a:lnSpc>
                <a:spcPct val="100000"/>
              </a:lnSpc>
              <a:spcBef>
                <a:spcPts val="1190"/>
              </a:spcBef>
            </a:pPr>
            <a:r>
              <a:rPr sz="1200" b="1" spc="-5" dirty="0">
                <a:solidFill>
                  <a:srgbClr val="538235"/>
                </a:solidFill>
                <a:latin typeface="Tahoma"/>
                <a:cs typeface="Tahoma"/>
              </a:rPr>
              <a:t>Discrete</a:t>
            </a:r>
            <a:r>
              <a:rPr sz="1200" b="1" spc="-30" dirty="0">
                <a:solidFill>
                  <a:srgbClr val="538235"/>
                </a:solidFill>
                <a:latin typeface="Tahoma"/>
                <a:cs typeface="Tahoma"/>
              </a:rPr>
              <a:t> </a:t>
            </a:r>
            <a:r>
              <a:rPr sz="1200" b="1" dirty="0">
                <a:solidFill>
                  <a:srgbClr val="538235"/>
                </a:solidFill>
                <a:latin typeface="Tahoma"/>
                <a:cs typeface="Tahoma"/>
              </a:rPr>
              <a:t>Logarithms</a:t>
            </a:r>
            <a:r>
              <a:rPr sz="1200" b="1" spc="-50" dirty="0">
                <a:solidFill>
                  <a:srgbClr val="538235"/>
                </a:solidFill>
                <a:latin typeface="Tahoma"/>
                <a:cs typeface="Tahoma"/>
              </a:rPr>
              <a:t> </a:t>
            </a:r>
            <a:r>
              <a:rPr sz="1200" b="1" spc="-5" dirty="0">
                <a:solidFill>
                  <a:srgbClr val="538235"/>
                </a:solidFill>
                <a:latin typeface="Tahoma"/>
                <a:cs typeface="Tahoma"/>
              </a:rPr>
              <a:t>(Index)</a:t>
            </a:r>
            <a:endParaRPr sz="1200">
              <a:latin typeface="Tahoma"/>
              <a:cs typeface="Tahoma"/>
            </a:endParaRPr>
          </a:p>
          <a:p>
            <a:pPr marL="88900">
              <a:lnSpc>
                <a:spcPct val="100000"/>
              </a:lnSpc>
              <a:spcBef>
                <a:spcPts val="720"/>
              </a:spcBef>
            </a:pPr>
            <a:r>
              <a:rPr sz="1200" dirty="0">
                <a:solidFill>
                  <a:srgbClr val="538235"/>
                </a:solidFill>
                <a:latin typeface="Tahoma"/>
                <a:cs typeface="Tahoma"/>
              </a:rPr>
              <a:t>b</a:t>
            </a:r>
            <a:r>
              <a:rPr sz="1200" spc="-1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a:t>
            </a:r>
            <a:r>
              <a:rPr sz="1200" spc="-15" baseline="24305" dirty="0">
                <a:solidFill>
                  <a:srgbClr val="538235"/>
                </a:solidFill>
                <a:latin typeface="Tahoma"/>
                <a:cs typeface="Tahoma"/>
              </a:rPr>
              <a:t>i</a:t>
            </a:r>
            <a:r>
              <a:rPr sz="1200" spc="209" baseline="24305"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dirty="0">
                <a:solidFill>
                  <a:srgbClr val="538235"/>
                </a:solidFill>
                <a:latin typeface="Tahoma"/>
                <a:cs typeface="Tahoma"/>
              </a:rPr>
              <a:t>p)</a:t>
            </a:r>
            <a:r>
              <a:rPr sz="1200" spc="-25" dirty="0">
                <a:solidFill>
                  <a:srgbClr val="538235"/>
                </a:solidFill>
                <a:latin typeface="Tahoma"/>
                <a:cs typeface="Tahoma"/>
              </a:rPr>
              <a:t> </a:t>
            </a:r>
            <a:r>
              <a:rPr sz="1200" spc="-5" dirty="0">
                <a:solidFill>
                  <a:srgbClr val="538235"/>
                </a:solidFill>
                <a:latin typeface="Tahoma"/>
                <a:cs typeface="Tahoma"/>
              </a:rPr>
              <a:t>where</a:t>
            </a:r>
            <a:r>
              <a:rPr sz="1200" spc="15" dirty="0">
                <a:solidFill>
                  <a:srgbClr val="538235"/>
                </a:solidFill>
                <a:latin typeface="Tahoma"/>
                <a:cs typeface="Tahoma"/>
              </a:rPr>
              <a:t> </a:t>
            </a:r>
            <a:r>
              <a:rPr sz="1200" dirty="0">
                <a:solidFill>
                  <a:srgbClr val="538235"/>
                </a:solidFill>
                <a:latin typeface="Tahoma"/>
                <a:cs typeface="Tahoma"/>
              </a:rPr>
              <a:t>0</a:t>
            </a:r>
            <a:r>
              <a:rPr sz="1200" spc="-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i</a:t>
            </a:r>
            <a:r>
              <a:rPr sz="1200" spc="-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(p</a:t>
            </a:r>
            <a:r>
              <a:rPr sz="1200" spc="-15" dirty="0">
                <a:solidFill>
                  <a:srgbClr val="538235"/>
                </a:solidFill>
                <a:latin typeface="Tahoma"/>
                <a:cs typeface="Tahoma"/>
              </a:rPr>
              <a:t> </a:t>
            </a:r>
            <a:r>
              <a:rPr sz="1200" spc="-5" dirty="0">
                <a:solidFill>
                  <a:srgbClr val="538235"/>
                </a:solidFill>
                <a:latin typeface="Tahoma"/>
                <a:cs typeface="Tahoma"/>
              </a:rPr>
              <a:t>-1)</a:t>
            </a:r>
            <a:endParaRPr sz="1200">
              <a:latin typeface="Tahoma"/>
              <a:cs typeface="Tahoma"/>
            </a:endParaRPr>
          </a:p>
          <a:p>
            <a:pPr marL="88900" marR="68580">
              <a:lnSpc>
                <a:spcPts val="2160"/>
              </a:lnSpc>
              <a:spcBef>
                <a:spcPts val="195"/>
              </a:spcBef>
            </a:pPr>
            <a:r>
              <a:rPr sz="1200" spc="-5" dirty="0">
                <a:solidFill>
                  <a:srgbClr val="538235"/>
                </a:solidFill>
                <a:latin typeface="Tahoma"/>
                <a:cs typeface="Tahoma"/>
              </a:rPr>
              <a:t>This</a:t>
            </a:r>
            <a:r>
              <a:rPr sz="1200" spc="20" dirty="0">
                <a:solidFill>
                  <a:srgbClr val="538235"/>
                </a:solidFill>
                <a:latin typeface="Tahoma"/>
                <a:cs typeface="Tahoma"/>
              </a:rPr>
              <a:t> </a:t>
            </a:r>
            <a:r>
              <a:rPr sz="1200" dirty="0">
                <a:solidFill>
                  <a:srgbClr val="538235"/>
                </a:solidFill>
                <a:latin typeface="Tahoma"/>
                <a:cs typeface="Tahoma"/>
              </a:rPr>
              <a:t>exponent</a:t>
            </a:r>
            <a:r>
              <a:rPr sz="1200" spc="45" dirty="0">
                <a:solidFill>
                  <a:srgbClr val="538235"/>
                </a:solidFill>
                <a:latin typeface="Tahoma"/>
                <a:cs typeface="Tahoma"/>
              </a:rPr>
              <a:t> </a:t>
            </a:r>
            <a:r>
              <a:rPr sz="1250" spc="-15" dirty="0">
                <a:solidFill>
                  <a:srgbClr val="538235"/>
                </a:solidFill>
                <a:latin typeface="Tahoma"/>
                <a:cs typeface="Tahoma"/>
              </a:rPr>
              <a:t>i</a:t>
            </a:r>
            <a:r>
              <a:rPr sz="1250" spc="5"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dirty="0">
                <a:solidFill>
                  <a:srgbClr val="538235"/>
                </a:solidFill>
                <a:latin typeface="Tahoma"/>
                <a:cs typeface="Tahoma"/>
              </a:rPr>
              <a:t>referred</a:t>
            </a:r>
            <a:r>
              <a:rPr sz="1200" spc="45" dirty="0">
                <a:solidFill>
                  <a:srgbClr val="538235"/>
                </a:solidFill>
                <a:latin typeface="Tahoma"/>
                <a:cs typeface="Tahoma"/>
              </a:rPr>
              <a:t> </a:t>
            </a:r>
            <a:r>
              <a:rPr sz="1200" dirty="0">
                <a:solidFill>
                  <a:srgbClr val="538235"/>
                </a:solidFill>
                <a:latin typeface="Tahoma"/>
                <a:cs typeface="Tahoma"/>
              </a:rPr>
              <a:t>to</a:t>
            </a:r>
            <a:r>
              <a:rPr sz="1200" spc="20" dirty="0">
                <a:solidFill>
                  <a:srgbClr val="538235"/>
                </a:solidFill>
                <a:latin typeface="Tahoma"/>
                <a:cs typeface="Tahoma"/>
              </a:rPr>
              <a:t> </a:t>
            </a:r>
            <a:r>
              <a:rPr sz="1200" spc="-5" dirty="0">
                <a:solidFill>
                  <a:srgbClr val="538235"/>
                </a:solidFill>
                <a:latin typeface="Tahoma"/>
                <a:cs typeface="Tahoma"/>
              </a:rPr>
              <a:t>as</a:t>
            </a:r>
            <a:r>
              <a:rPr sz="1200" spc="25" dirty="0">
                <a:solidFill>
                  <a:srgbClr val="538235"/>
                </a:solidFill>
                <a:latin typeface="Tahoma"/>
                <a:cs typeface="Tahoma"/>
              </a:rPr>
              <a:t> </a:t>
            </a:r>
            <a:r>
              <a:rPr sz="1200" dirty="0">
                <a:solidFill>
                  <a:srgbClr val="538235"/>
                </a:solidFill>
                <a:latin typeface="Tahoma"/>
                <a:cs typeface="Tahoma"/>
              </a:rPr>
              <a:t>the</a:t>
            </a:r>
            <a:r>
              <a:rPr sz="1200" spc="30" dirty="0">
                <a:solidFill>
                  <a:srgbClr val="538235"/>
                </a:solidFill>
                <a:latin typeface="Tahoma"/>
                <a:cs typeface="Tahoma"/>
              </a:rPr>
              <a:t> </a:t>
            </a:r>
            <a:r>
              <a:rPr sz="1200" spc="-5" dirty="0">
                <a:solidFill>
                  <a:srgbClr val="538235"/>
                </a:solidFill>
                <a:latin typeface="Tahoma"/>
                <a:cs typeface="Tahoma"/>
              </a:rPr>
              <a:t>discrete</a:t>
            </a:r>
            <a:r>
              <a:rPr sz="1200" spc="25" dirty="0">
                <a:solidFill>
                  <a:srgbClr val="538235"/>
                </a:solidFill>
                <a:latin typeface="Tahoma"/>
                <a:cs typeface="Tahoma"/>
              </a:rPr>
              <a:t> </a:t>
            </a:r>
            <a:r>
              <a:rPr sz="1200" dirty="0">
                <a:solidFill>
                  <a:srgbClr val="538235"/>
                </a:solidFill>
                <a:latin typeface="Tahoma"/>
                <a:cs typeface="Tahoma"/>
              </a:rPr>
              <a:t>logarithm</a:t>
            </a:r>
            <a:r>
              <a:rPr sz="1200" spc="30" dirty="0">
                <a:solidFill>
                  <a:srgbClr val="538235"/>
                </a:solidFill>
                <a:latin typeface="Tahoma"/>
                <a:cs typeface="Tahoma"/>
              </a:rPr>
              <a:t> </a:t>
            </a:r>
            <a:r>
              <a:rPr sz="1200" spc="-5" dirty="0">
                <a:solidFill>
                  <a:srgbClr val="538235"/>
                </a:solidFill>
                <a:latin typeface="Tahoma"/>
                <a:cs typeface="Tahoma"/>
              </a:rPr>
              <a:t>of</a:t>
            </a:r>
            <a:r>
              <a:rPr sz="1200" spc="30" dirty="0">
                <a:solidFill>
                  <a:srgbClr val="538235"/>
                </a:solidFill>
                <a:latin typeface="Tahoma"/>
                <a:cs typeface="Tahoma"/>
              </a:rPr>
              <a:t> </a:t>
            </a:r>
            <a:r>
              <a:rPr sz="1200" dirty="0">
                <a:solidFill>
                  <a:srgbClr val="538235"/>
                </a:solidFill>
                <a:latin typeface="Tahoma"/>
                <a:cs typeface="Tahoma"/>
              </a:rPr>
              <a:t>the</a:t>
            </a:r>
            <a:r>
              <a:rPr sz="1200" spc="25" dirty="0">
                <a:solidFill>
                  <a:srgbClr val="538235"/>
                </a:solidFill>
                <a:latin typeface="Tahoma"/>
                <a:cs typeface="Tahoma"/>
              </a:rPr>
              <a:t> </a:t>
            </a:r>
            <a:r>
              <a:rPr sz="1200" spc="-5" dirty="0">
                <a:solidFill>
                  <a:srgbClr val="538235"/>
                </a:solidFill>
                <a:latin typeface="Tahoma"/>
                <a:cs typeface="Tahoma"/>
              </a:rPr>
              <a:t>number</a:t>
            </a:r>
            <a:r>
              <a:rPr sz="1200" spc="35" dirty="0">
                <a:solidFill>
                  <a:srgbClr val="538235"/>
                </a:solidFill>
                <a:latin typeface="Tahoma"/>
                <a:cs typeface="Tahoma"/>
              </a:rPr>
              <a:t> </a:t>
            </a:r>
            <a:r>
              <a:rPr sz="1200" dirty="0">
                <a:solidFill>
                  <a:srgbClr val="538235"/>
                </a:solidFill>
                <a:latin typeface="Tahoma"/>
                <a:cs typeface="Tahoma"/>
              </a:rPr>
              <a:t>b</a:t>
            </a:r>
            <a:r>
              <a:rPr sz="1200" spc="40" dirty="0">
                <a:solidFill>
                  <a:srgbClr val="538235"/>
                </a:solidFill>
                <a:latin typeface="Tahoma"/>
                <a:cs typeface="Tahoma"/>
              </a:rPr>
              <a:t> </a:t>
            </a:r>
            <a:r>
              <a:rPr sz="1200" spc="-5" dirty="0">
                <a:solidFill>
                  <a:srgbClr val="538235"/>
                </a:solidFill>
                <a:latin typeface="Tahoma"/>
                <a:cs typeface="Tahoma"/>
              </a:rPr>
              <a:t>for</a:t>
            </a:r>
            <a:r>
              <a:rPr sz="1200" spc="30" dirty="0">
                <a:solidFill>
                  <a:srgbClr val="538235"/>
                </a:solidFill>
                <a:latin typeface="Tahoma"/>
                <a:cs typeface="Tahoma"/>
              </a:rPr>
              <a:t> </a:t>
            </a:r>
            <a:r>
              <a:rPr sz="1200" dirty="0">
                <a:solidFill>
                  <a:srgbClr val="538235"/>
                </a:solidFill>
                <a:latin typeface="Tahoma"/>
                <a:cs typeface="Tahoma"/>
              </a:rPr>
              <a:t>the</a:t>
            </a:r>
            <a:r>
              <a:rPr sz="1200" spc="20" dirty="0">
                <a:solidFill>
                  <a:srgbClr val="538235"/>
                </a:solidFill>
                <a:latin typeface="Tahoma"/>
                <a:cs typeface="Tahoma"/>
              </a:rPr>
              <a:t> </a:t>
            </a:r>
            <a:r>
              <a:rPr sz="1200" spc="-5" dirty="0">
                <a:solidFill>
                  <a:srgbClr val="538235"/>
                </a:solidFill>
                <a:latin typeface="Tahoma"/>
                <a:cs typeface="Tahoma"/>
              </a:rPr>
              <a:t>base </a:t>
            </a:r>
            <a:r>
              <a:rPr sz="1200" spc="-360" dirty="0">
                <a:solidFill>
                  <a:srgbClr val="538235"/>
                </a:solidFill>
                <a:latin typeface="Tahoma"/>
                <a:cs typeface="Tahoma"/>
              </a:rPr>
              <a:t> </a:t>
            </a:r>
            <a:r>
              <a:rPr sz="1200" dirty="0">
                <a:solidFill>
                  <a:srgbClr val="538235"/>
                </a:solidFill>
                <a:latin typeface="Tahoma"/>
                <a:cs typeface="Tahoma"/>
              </a:rPr>
              <a:t>a</a:t>
            </a:r>
            <a:r>
              <a:rPr sz="1200" spc="-5" dirty="0">
                <a:solidFill>
                  <a:srgbClr val="538235"/>
                </a:solidFill>
                <a:latin typeface="Tahoma"/>
                <a:cs typeface="Tahoma"/>
              </a:rPr>
              <a:t> (mod </a:t>
            </a:r>
            <a:r>
              <a:rPr sz="1200" dirty="0">
                <a:solidFill>
                  <a:srgbClr val="538235"/>
                </a:solidFill>
                <a:latin typeface="Tahoma"/>
                <a:cs typeface="Tahoma"/>
              </a:rPr>
              <a:t>p).</a:t>
            </a:r>
            <a:r>
              <a:rPr sz="1200" spc="5" dirty="0">
                <a:solidFill>
                  <a:srgbClr val="538235"/>
                </a:solidFill>
                <a:latin typeface="Tahoma"/>
                <a:cs typeface="Tahoma"/>
              </a:rPr>
              <a:t> </a:t>
            </a:r>
            <a:r>
              <a:rPr sz="1200" spc="-5" dirty="0">
                <a:solidFill>
                  <a:srgbClr val="538235"/>
                </a:solidFill>
                <a:latin typeface="Tahoma"/>
                <a:cs typeface="Tahoma"/>
              </a:rPr>
              <a:t>This</a:t>
            </a:r>
            <a:r>
              <a:rPr sz="1200" spc="25" dirty="0">
                <a:solidFill>
                  <a:srgbClr val="538235"/>
                </a:solidFill>
                <a:latin typeface="Tahoma"/>
                <a:cs typeface="Tahoma"/>
              </a:rPr>
              <a:t> </a:t>
            </a:r>
            <a:r>
              <a:rPr sz="1200" spc="-10" dirty="0">
                <a:solidFill>
                  <a:srgbClr val="538235"/>
                </a:solidFill>
                <a:latin typeface="Tahoma"/>
                <a:cs typeface="Tahoma"/>
              </a:rPr>
              <a:t>value</a:t>
            </a:r>
            <a:r>
              <a:rPr sz="1200" spc="20" dirty="0">
                <a:solidFill>
                  <a:srgbClr val="538235"/>
                </a:solidFill>
                <a:latin typeface="Tahoma"/>
                <a:cs typeface="Tahoma"/>
              </a:rPr>
              <a:t> </a:t>
            </a:r>
            <a:r>
              <a:rPr sz="1200" spc="-10" dirty="0">
                <a:solidFill>
                  <a:srgbClr val="538235"/>
                </a:solidFill>
                <a:latin typeface="Tahoma"/>
                <a:cs typeface="Tahoma"/>
              </a:rPr>
              <a:t>is</a:t>
            </a:r>
            <a:r>
              <a:rPr sz="1200" dirty="0">
                <a:solidFill>
                  <a:srgbClr val="538235"/>
                </a:solidFill>
                <a:latin typeface="Tahoma"/>
                <a:cs typeface="Tahoma"/>
              </a:rPr>
              <a:t> </a:t>
            </a:r>
            <a:r>
              <a:rPr sz="1200" spc="-5" dirty="0">
                <a:solidFill>
                  <a:srgbClr val="538235"/>
                </a:solidFill>
                <a:latin typeface="Tahoma"/>
                <a:cs typeface="Tahoma"/>
              </a:rPr>
              <a:t>denoted</a:t>
            </a:r>
            <a:r>
              <a:rPr sz="1200" spc="20" dirty="0">
                <a:solidFill>
                  <a:srgbClr val="538235"/>
                </a:solidFill>
                <a:latin typeface="Tahoma"/>
                <a:cs typeface="Tahoma"/>
              </a:rPr>
              <a:t> </a:t>
            </a:r>
            <a:r>
              <a:rPr sz="1200" spc="-5" dirty="0">
                <a:solidFill>
                  <a:srgbClr val="538235"/>
                </a:solidFill>
                <a:latin typeface="Tahoma"/>
                <a:cs typeface="Tahoma"/>
              </a:rPr>
              <a:t>as</a:t>
            </a:r>
            <a:r>
              <a:rPr sz="1200" dirty="0">
                <a:solidFill>
                  <a:srgbClr val="538235"/>
                </a:solidFill>
                <a:latin typeface="Tahoma"/>
                <a:cs typeface="Tahoma"/>
              </a:rPr>
              <a:t> </a:t>
            </a:r>
            <a:r>
              <a:rPr sz="1200" spc="-5" dirty="0">
                <a:solidFill>
                  <a:srgbClr val="538235"/>
                </a:solidFill>
                <a:latin typeface="Tahoma"/>
                <a:cs typeface="Tahoma"/>
              </a:rPr>
              <a:t>dlog</a:t>
            </a:r>
            <a:r>
              <a:rPr sz="1200" spc="-7" baseline="-20833" dirty="0">
                <a:solidFill>
                  <a:srgbClr val="538235"/>
                </a:solidFill>
                <a:latin typeface="Tahoma"/>
                <a:cs typeface="Tahoma"/>
              </a:rPr>
              <a:t>a,p</a:t>
            </a:r>
            <a:r>
              <a:rPr sz="1200" spc="-5" dirty="0">
                <a:solidFill>
                  <a:srgbClr val="538235"/>
                </a:solidFill>
                <a:latin typeface="Tahoma"/>
                <a:cs typeface="Tahoma"/>
              </a:rPr>
              <a:t>(b).</a:t>
            </a:r>
            <a:endParaRPr sz="1200">
              <a:latin typeface="Tahoma"/>
              <a:cs typeface="Tahoma"/>
            </a:endParaRPr>
          </a:p>
          <a:p>
            <a:pPr marL="88900" marR="2623820">
              <a:lnSpc>
                <a:spcPts val="2160"/>
              </a:lnSpc>
            </a:pPr>
            <a:r>
              <a:rPr sz="1200" spc="-5" dirty="0">
                <a:solidFill>
                  <a:srgbClr val="538235"/>
                </a:solidFill>
                <a:latin typeface="Tahoma"/>
                <a:cs typeface="Tahoma"/>
              </a:rPr>
              <a:t>dlog</a:t>
            </a:r>
            <a:r>
              <a:rPr sz="1200" spc="-7" baseline="-20833" dirty="0">
                <a:solidFill>
                  <a:srgbClr val="538235"/>
                </a:solidFill>
                <a:latin typeface="Tahoma"/>
                <a:cs typeface="Tahoma"/>
              </a:rPr>
              <a:t>a,p</a:t>
            </a:r>
            <a:r>
              <a:rPr sz="1200" spc="-5" dirty="0">
                <a:solidFill>
                  <a:srgbClr val="538235"/>
                </a:solidFill>
                <a:latin typeface="Tahoma"/>
                <a:cs typeface="Tahoma"/>
              </a:rPr>
              <a:t>(1)</a:t>
            </a:r>
            <a:r>
              <a:rPr sz="1200" spc="1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0</a:t>
            </a:r>
            <a:r>
              <a:rPr sz="1200" spc="-10" dirty="0">
                <a:solidFill>
                  <a:srgbClr val="538235"/>
                </a:solidFill>
                <a:latin typeface="Tahoma"/>
                <a:cs typeface="Tahoma"/>
              </a:rPr>
              <a:t> </a:t>
            </a:r>
            <a:r>
              <a:rPr sz="1200" spc="-5" dirty="0">
                <a:solidFill>
                  <a:srgbClr val="538235"/>
                </a:solidFill>
                <a:latin typeface="Tahoma"/>
                <a:cs typeface="Tahoma"/>
              </a:rPr>
              <a:t>because </a:t>
            </a:r>
            <a:r>
              <a:rPr sz="1200" spc="-10" dirty="0">
                <a:solidFill>
                  <a:srgbClr val="538235"/>
                </a:solidFill>
                <a:latin typeface="Tahoma"/>
                <a:cs typeface="Tahoma"/>
              </a:rPr>
              <a:t>a</a:t>
            </a:r>
            <a:r>
              <a:rPr sz="1200" spc="-15" baseline="24305" dirty="0">
                <a:solidFill>
                  <a:srgbClr val="538235"/>
                </a:solidFill>
                <a:latin typeface="Tahoma"/>
                <a:cs typeface="Tahoma"/>
              </a:rPr>
              <a:t>0</a:t>
            </a:r>
            <a:r>
              <a:rPr sz="1200" spc="179" baseline="2430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dirty="0">
                <a:solidFill>
                  <a:srgbClr val="538235"/>
                </a:solidFill>
                <a:latin typeface="Tahoma"/>
                <a:cs typeface="Tahoma"/>
              </a:rPr>
              <a:t>p</a:t>
            </a:r>
            <a:r>
              <a:rPr sz="1200" spc="-20"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1</a:t>
            </a:r>
            <a:r>
              <a:rPr sz="1200" spc="-5" dirty="0">
                <a:solidFill>
                  <a:srgbClr val="538235"/>
                </a:solidFill>
                <a:latin typeface="Tahoma"/>
                <a:cs typeface="Tahoma"/>
              </a:rPr>
              <a:t> </a:t>
            </a:r>
            <a:r>
              <a:rPr sz="1200" dirty="0">
                <a:solidFill>
                  <a:srgbClr val="538235"/>
                </a:solidFill>
                <a:latin typeface="Tahoma"/>
                <a:cs typeface="Tahoma"/>
              </a:rPr>
              <a:t>mod</a:t>
            </a:r>
            <a:r>
              <a:rPr sz="1200" spc="-20" dirty="0">
                <a:solidFill>
                  <a:srgbClr val="538235"/>
                </a:solidFill>
                <a:latin typeface="Tahoma"/>
                <a:cs typeface="Tahoma"/>
              </a:rPr>
              <a:t> </a:t>
            </a:r>
            <a:r>
              <a:rPr sz="1200" dirty="0">
                <a:solidFill>
                  <a:srgbClr val="538235"/>
                </a:solidFill>
                <a:latin typeface="Tahoma"/>
                <a:cs typeface="Tahoma"/>
              </a:rPr>
              <a:t>p</a:t>
            </a:r>
            <a:r>
              <a:rPr sz="1200" spc="10" dirty="0">
                <a:solidFill>
                  <a:srgbClr val="538235"/>
                </a:solidFill>
                <a:latin typeface="Tahoma"/>
                <a:cs typeface="Tahoma"/>
              </a:rPr>
              <a:t> </a:t>
            </a:r>
            <a:r>
              <a:rPr sz="1200" spc="-5" dirty="0">
                <a:solidFill>
                  <a:srgbClr val="538235"/>
                </a:solidFill>
                <a:latin typeface="Tahoma"/>
                <a:cs typeface="Tahoma"/>
              </a:rPr>
              <a:t>=1 </a:t>
            </a:r>
            <a:r>
              <a:rPr sz="1200" spc="-360" dirty="0">
                <a:solidFill>
                  <a:srgbClr val="538235"/>
                </a:solidFill>
                <a:latin typeface="Tahoma"/>
                <a:cs typeface="Tahoma"/>
              </a:rPr>
              <a:t> </a:t>
            </a:r>
            <a:r>
              <a:rPr sz="1200" spc="-5" dirty="0">
                <a:solidFill>
                  <a:srgbClr val="538235"/>
                </a:solidFill>
                <a:latin typeface="Tahoma"/>
                <a:cs typeface="Tahoma"/>
              </a:rPr>
              <a:t>dlog</a:t>
            </a:r>
            <a:r>
              <a:rPr sz="1200" spc="-7" baseline="-20833" dirty="0">
                <a:solidFill>
                  <a:srgbClr val="538235"/>
                </a:solidFill>
                <a:latin typeface="Tahoma"/>
                <a:cs typeface="Tahoma"/>
              </a:rPr>
              <a:t>a,p</a:t>
            </a:r>
            <a:r>
              <a:rPr sz="1200" spc="-5" dirty="0">
                <a:solidFill>
                  <a:srgbClr val="538235"/>
                </a:solidFill>
                <a:latin typeface="Tahoma"/>
                <a:cs typeface="Tahoma"/>
              </a:rPr>
              <a:t>(b)</a:t>
            </a:r>
            <a:r>
              <a:rPr sz="1200" dirty="0">
                <a:solidFill>
                  <a:srgbClr val="538235"/>
                </a:solidFill>
                <a:latin typeface="Tahoma"/>
                <a:cs typeface="Tahoma"/>
              </a:rPr>
              <a:t> =</a:t>
            </a:r>
            <a:r>
              <a:rPr sz="1200" spc="-5" dirty="0">
                <a:solidFill>
                  <a:srgbClr val="538235"/>
                </a:solidFill>
                <a:latin typeface="Tahoma"/>
                <a:cs typeface="Tahoma"/>
              </a:rPr>
              <a:t> </a:t>
            </a:r>
            <a:r>
              <a:rPr sz="1200" dirty="0">
                <a:solidFill>
                  <a:srgbClr val="538235"/>
                </a:solidFill>
                <a:latin typeface="Tahoma"/>
                <a:cs typeface="Tahoma"/>
              </a:rPr>
              <a:t>1 </a:t>
            </a:r>
            <a:r>
              <a:rPr sz="1200" spc="-5" dirty="0">
                <a:solidFill>
                  <a:srgbClr val="538235"/>
                </a:solidFill>
                <a:latin typeface="Tahoma"/>
                <a:cs typeface="Tahoma"/>
              </a:rPr>
              <a:t>because</a:t>
            </a:r>
            <a:r>
              <a:rPr sz="1200" spc="20"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1</a:t>
            </a:r>
            <a:r>
              <a:rPr sz="1200" spc="195" baseline="24305"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dirty="0">
                <a:solidFill>
                  <a:srgbClr val="538235"/>
                </a:solidFill>
                <a:latin typeface="Tahoma"/>
                <a:cs typeface="Tahoma"/>
              </a:rPr>
              <a:t>p</a:t>
            </a:r>
            <a:r>
              <a:rPr sz="1200" spc="1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b</a:t>
            </a:r>
            <a:endParaRPr sz="1200">
              <a:latin typeface="Tahoma"/>
              <a:cs typeface="Tahoma"/>
            </a:endParaRPr>
          </a:p>
          <a:p>
            <a:pPr marL="88900">
              <a:lnSpc>
                <a:spcPct val="100000"/>
              </a:lnSpc>
              <a:spcBef>
                <a:spcPts val="530"/>
              </a:spcBef>
            </a:pPr>
            <a:r>
              <a:rPr sz="1200" b="1" spc="-5" dirty="0">
                <a:solidFill>
                  <a:srgbClr val="538235"/>
                </a:solidFill>
                <a:latin typeface="Tahoma"/>
                <a:cs typeface="Tahoma"/>
              </a:rPr>
              <a:t>Methods</a:t>
            </a:r>
            <a:r>
              <a:rPr sz="1200" b="1" spc="-35" dirty="0">
                <a:solidFill>
                  <a:srgbClr val="538235"/>
                </a:solidFill>
                <a:latin typeface="Tahoma"/>
                <a:cs typeface="Tahoma"/>
              </a:rPr>
              <a:t> </a:t>
            </a:r>
            <a:r>
              <a:rPr sz="1200" b="1" dirty="0">
                <a:solidFill>
                  <a:srgbClr val="538235"/>
                </a:solidFill>
                <a:latin typeface="Tahoma"/>
                <a:cs typeface="Tahoma"/>
              </a:rPr>
              <a:t>to</a:t>
            </a:r>
            <a:r>
              <a:rPr sz="1200" b="1" spc="-20" dirty="0">
                <a:solidFill>
                  <a:srgbClr val="538235"/>
                </a:solidFill>
                <a:latin typeface="Tahoma"/>
                <a:cs typeface="Tahoma"/>
              </a:rPr>
              <a:t> </a:t>
            </a:r>
            <a:r>
              <a:rPr sz="1200" b="1" spc="-5" dirty="0">
                <a:solidFill>
                  <a:srgbClr val="538235"/>
                </a:solidFill>
                <a:latin typeface="Tahoma"/>
                <a:cs typeface="Tahoma"/>
              </a:rPr>
              <a:t>compute</a:t>
            </a:r>
            <a:r>
              <a:rPr sz="1200" b="1" spc="15" dirty="0">
                <a:solidFill>
                  <a:srgbClr val="538235"/>
                </a:solidFill>
                <a:latin typeface="Tahoma"/>
                <a:cs typeface="Tahoma"/>
              </a:rPr>
              <a:t> </a:t>
            </a:r>
            <a:r>
              <a:rPr sz="1200" b="1" spc="-5" dirty="0">
                <a:solidFill>
                  <a:srgbClr val="538235"/>
                </a:solidFill>
                <a:latin typeface="Tahoma"/>
                <a:cs typeface="Tahoma"/>
              </a:rPr>
              <a:t>discrete</a:t>
            </a:r>
            <a:r>
              <a:rPr sz="1200" b="1" spc="-10" dirty="0">
                <a:solidFill>
                  <a:srgbClr val="538235"/>
                </a:solidFill>
                <a:latin typeface="Tahoma"/>
                <a:cs typeface="Tahoma"/>
              </a:rPr>
              <a:t> </a:t>
            </a:r>
            <a:r>
              <a:rPr sz="1200" b="1" dirty="0">
                <a:solidFill>
                  <a:srgbClr val="538235"/>
                </a:solidFill>
                <a:latin typeface="Tahoma"/>
                <a:cs typeface="Tahoma"/>
              </a:rPr>
              <a:t>logarithms:</a:t>
            </a:r>
            <a:endParaRPr sz="1200">
              <a:latin typeface="Tahoma"/>
              <a:cs typeface="Tahoma"/>
            </a:endParaRPr>
          </a:p>
          <a:p>
            <a:pPr marL="259079" indent="-170815">
              <a:lnSpc>
                <a:spcPct val="100000"/>
              </a:lnSpc>
              <a:spcBef>
                <a:spcPts val="720"/>
              </a:spcBef>
              <a:buFont typeface="Wingdings"/>
              <a:buChar char=""/>
              <a:tabLst>
                <a:tab pos="259715" algn="l"/>
              </a:tabLst>
            </a:pPr>
            <a:r>
              <a:rPr sz="1200" spc="-5" dirty="0">
                <a:solidFill>
                  <a:srgbClr val="538235"/>
                </a:solidFill>
                <a:latin typeface="Tahoma"/>
                <a:cs typeface="Tahoma"/>
              </a:rPr>
              <a:t>The </a:t>
            </a:r>
            <a:r>
              <a:rPr sz="1200" spc="-10" dirty="0">
                <a:solidFill>
                  <a:srgbClr val="538235"/>
                </a:solidFill>
                <a:latin typeface="Tahoma"/>
                <a:cs typeface="Tahoma"/>
              </a:rPr>
              <a:t>Pohlig-Hellman</a:t>
            </a:r>
            <a:r>
              <a:rPr sz="1200" spc="55" dirty="0">
                <a:solidFill>
                  <a:srgbClr val="538235"/>
                </a:solidFill>
                <a:latin typeface="Tahoma"/>
                <a:cs typeface="Tahoma"/>
              </a:rPr>
              <a:t> </a:t>
            </a:r>
            <a:r>
              <a:rPr sz="1200" spc="-5" dirty="0">
                <a:solidFill>
                  <a:srgbClr val="538235"/>
                </a:solidFill>
                <a:latin typeface="Tahoma"/>
                <a:cs typeface="Tahoma"/>
              </a:rPr>
              <a:t>Algorithm</a:t>
            </a:r>
            <a:endParaRPr sz="1200">
              <a:latin typeface="Tahoma"/>
              <a:cs typeface="Tahoma"/>
            </a:endParaRPr>
          </a:p>
          <a:p>
            <a:pPr marL="259079" indent="-170815">
              <a:lnSpc>
                <a:spcPct val="100000"/>
              </a:lnSpc>
              <a:spcBef>
                <a:spcPts val="720"/>
              </a:spcBef>
              <a:buFont typeface="Wingdings"/>
              <a:buChar char=""/>
              <a:tabLst>
                <a:tab pos="259715" algn="l"/>
              </a:tabLst>
            </a:pPr>
            <a:r>
              <a:rPr sz="1200" spc="-5" dirty="0">
                <a:solidFill>
                  <a:srgbClr val="538235"/>
                </a:solidFill>
                <a:latin typeface="Tahoma"/>
                <a:cs typeface="Tahoma"/>
              </a:rPr>
              <a:t>Baby</a:t>
            </a:r>
            <a:r>
              <a:rPr sz="1200" spc="-10" dirty="0">
                <a:solidFill>
                  <a:srgbClr val="538235"/>
                </a:solidFill>
                <a:latin typeface="Tahoma"/>
                <a:cs typeface="Tahoma"/>
              </a:rPr>
              <a:t> </a:t>
            </a:r>
            <a:r>
              <a:rPr sz="1200" spc="-5" dirty="0">
                <a:solidFill>
                  <a:srgbClr val="538235"/>
                </a:solidFill>
                <a:latin typeface="Tahoma"/>
                <a:cs typeface="Tahoma"/>
              </a:rPr>
              <a:t>Step,</a:t>
            </a:r>
            <a:r>
              <a:rPr sz="1200" spc="-10" dirty="0">
                <a:solidFill>
                  <a:srgbClr val="538235"/>
                </a:solidFill>
                <a:latin typeface="Tahoma"/>
                <a:cs typeface="Tahoma"/>
              </a:rPr>
              <a:t> Giant</a:t>
            </a:r>
            <a:r>
              <a:rPr sz="1200" dirty="0">
                <a:solidFill>
                  <a:srgbClr val="538235"/>
                </a:solidFill>
                <a:latin typeface="Tahoma"/>
                <a:cs typeface="Tahoma"/>
              </a:rPr>
              <a:t> </a:t>
            </a:r>
            <a:r>
              <a:rPr sz="1200" spc="-5" dirty="0">
                <a:solidFill>
                  <a:srgbClr val="538235"/>
                </a:solidFill>
                <a:latin typeface="Tahoma"/>
                <a:cs typeface="Tahoma"/>
              </a:rPr>
              <a:t>Step</a:t>
            </a:r>
            <a:endParaRPr sz="1200">
              <a:latin typeface="Tahoma"/>
              <a:cs typeface="Tahoma"/>
            </a:endParaRPr>
          </a:p>
          <a:p>
            <a:pPr marL="259079" indent="-170815">
              <a:lnSpc>
                <a:spcPct val="100000"/>
              </a:lnSpc>
              <a:spcBef>
                <a:spcPts val="720"/>
              </a:spcBef>
              <a:buFont typeface="Wingdings"/>
              <a:buChar char=""/>
              <a:tabLst>
                <a:tab pos="259715" algn="l"/>
              </a:tabLst>
            </a:pPr>
            <a:r>
              <a:rPr sz="1200" spc="-5" dirty="0">
                <a:solidFill>
                  <a:srgbClr val="538235"/>
                </a:solidFill>
                <a:latin typeface="Tahoma"/>
                <a:cs typeface="Tahoma"/>
              </a:rPr>
              <a:t>The</a:t>
            </a:r>
            <a:r>
              <a:rPr sz="1200" spc="-20" dirty="0">
                <a:solidFill>
                  <a:srgbClr val="538235"/>
                </a:solidFill>
                <a:latin typeface="Tahoma"/>
                <a:cs typeface="Tahoma"/>
              </a:rPr>
              <a:t> </a:t>
            </a:r>
            <a:r>
              <a:rPr sz="1200" dirty="0">
                <a:solidFill>
                  <a:srgbClr val="538235"/>
                </a:solidFill>
                <a:latin typeface="Tahoma"/>
                <a:cs typeface="Tahoma"/>
              </a:rPr>
              <a:t>Index</a:t>
            </a:r>
            <a:r>
              <a:rPr sz="1200" spc="-10" dirty="0">
                <a:solidFill>
                  <a:srgbClr val="538235"/>
                </a:solidFill>
                <a:latin typeface="Tahoma"/>
                <a:cs typeface="Tahoma"/>
              </a:rPr>
              <a:t> Calculus</a:t>
            </a:r>
            <a:endParaRPr sz="1200">
              <a:latin typeface="Tahoma"/>
              <a:cs typeface="Tahoma"/>
            </a:endParaRPr>
          </a:p>
          <a:p>
            <a:pPr marL="88900">
              <a:lnSpc>
                <a:spcPct val="100000"/>
              </a:lnSpc>
              <a:spcBef>
                <a:spcPts val="720"/>
              </a:spcBef>
            </a:pPr>
            <a:r>
              <a:rPr sz="1200" b="1" spc="-5" dirty="0">
                <a:solidFill>
                  <a:srgbClr val="538235"/>
                </a:solidFill>
                <a:latin typeface="Tahoma"/>
                <a:cs typeface="Tahoma"/>
              </a:rPr>
              <a:t>Example:</a:t>
            </a:r>
            <a:endParaRPr sz="1200">
              <a:latin typeface="Tahoma"/>
              <a:cs typeface="Tahoma"/>
            </a:endParaRPr>
          </a:p>
          <a:p>
            <a:pPr marL="88900">
              <a:lnSpc>
                <a:spcPct val="100000"/>
              </a:lnSpc>
              <a:spcBef>
                <a:spcPts val="720"/>
              </a:spcBef>
              <a:tabLst>
                <a:tab pos="1430020" algn="l"/>
              </a:tabLst>
            </a:pPr>
            <a:r>
              <a:rPr sz="1200" spc="-5" dirty="0">
                <a:solidFill>
                  <a:srgbClr val="538235"/>
                </a:solidFill>
                <a:latin typeface="Tahoma"/>
                <a:cs typeface="Tahoma"/>
              </a:rPr>
              <a:t>dlog</a:t>
            </a:r>
            <a:r>
              <a:rPr sz="1200" spc="-7" baseline="-20833" dirty="0">
                <a:solidFill>
                  <a:srgbClr val="538235"/>
                </a:solidFill>
                <a:latin typeface="Tahoma"/>
                <a:cs typeface="Tahoma"/>
              </a:rPr>
              <a:t>2,11</a:t>
            </a:r>
            <a:r>
              <a:rPr sz="1200" spc="202" baseline="-20833" dirty="0">
                <a:solidFill>
                  <a:srgbClr val="538235"/>
                </a:solidFill>
                <a:latin typeface="Tahoma"/>
                <a:cs typeface="Tahoma"/>
              </a:rPr>
              <a:t> </a:t>
            </a:r>
            <a:r>
              <a:rPr sz="1200" spc="-5" dirty="0">
                <a:solidFill>
                  <a:srgbClr val="538235"/>
                </a:solidFill>
                <a:latin typeface="Tahoma"/>
                <a:cs typeface="Tahoma"/>
              </a:rPr>
              <a:t>(7)</a:t>
            </a:r>
            <a:r>
              <a:rPr sz="1200" spc="5" dirty="0">
                <a:solidFill>
                  <a:srgbClr val="538235"/>
                </a:solidFill>
                <a:latin typeface="Tahoma"/>
                <a:cs typeface="Tahoma"/>
              </a:rPr>
              <a:t> </a:t>
            </a:r>
            <a:r>
              <a:rPr sz="1200" dirty="0">
                <a:solidFill>
                  <a:srgbClr val="538235"/>
                </a:solidFill>
                <a:latin typeface="Tahoma"/>
                <a:cs typeface="Tahoma"/>
              </a:rPr>
              <a:t>=</a:t>
            </a:r>
            <a:r>
              <a:rPr sz="1200" spc="385"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Finding</a:t>
            </a:r>
            <a:r>
              <a:rPr sz="1200" spc="10" dirty="0">
                <a:solidFill>
                  <a:srgbClr val="538235"/>
                </a:solidFill>
                <a:latin typeface="Tahoma"/>
                <a:cs typeface="Tahoma"/>
              </a:rPr>
              <a:t> </a:t>
            </a:r>
            <a:r>
              <a:rPr sz="1200" dirty="0">
                <a:solidFill>
                  <a:srgbClr val="538235"/>
                </a:solidFill>
                <a:latin typeface="Tahoma"/>
                <a:cs typeface="Tahoma"/>
              </a:rPr>
              <a:t>i</a:t>
            </a:r>
            <a:r>
              <a:rPr sz="1200" spc="-10" dirty="0">
                <a:solidFill>
                  <a:srgbClr val="538235"/>
                </a:solidFill>
                <a:latin typeface="Tahoma"/>
                <a:cs typeface="Tahoma"/>
              </a:rPr>
              <a:t> </a:t>
            </a:r>
            <a:r>
              <a:rPr sz="1200" spc="-5" dirty="0">
                <a:solidFill>
                  <a:srgbClr val="538235"/>
                </a:solidFill>
                <a:latin typeface="Tahoma"/>
                <a:cs typeface="Tahoma"/>
              </a:rPr>
              <a:t>such</a:t>
            </a:r>
            <a:r>
              <a:rPr sz="1200" dirty="0">
                <a:solidFill>
                  <a:srgbClr val="538235"/>
                </a:solidFill>
                <a:latin typeface="Tahoma"/>
                <a:cs typeface="Tahoma"/>
              </a:rPr>
              <a:t> that</a:t>
            </a:r>
            <a:r>
              <a:rPr sz="1200" spc="5" dirty="0">
                <a:solidFill>
                  <a:srgbClr val="538235"/>
                </a:solidFill>
                <a:latin typeface="Tahoma"/>
                <a:cs typeface="Tahoma"/>
              </a:rPr>
              <a:t> </a:t>
            </a:r>
            <a:r>
              <a:rPr sz="1200" spc="-10" dirty="0">
                <a:solidFill>
                  <a:srgbClr val="538235"/>
                </a:solidFill>
                <a:latin typeface="Tahoma"/>
                <a:cs typeface="Tahoma"/>
              </a:rPr>
              <a:t>2</a:t>
            </a:r>
            <a:r>
              <a:rPr sz="1200" spc="-15" baseline="24305" dirty="0">
                <a:solidFill>
                  <a:srgbClr val="538235"/>
                </a:solidFill>
                <a:latin typeface="Tahoma"/>
                <a:cs typeface="Tahoma"/>
              </a:rPr>
              <a:t>i</a:t>
            </a:r>
            <a:r>
              <a:rPr sz="1200" spc="172" baseline="24305"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spc="-5" dirty="0">
                <a:solidFill>
                  <a:srgbClr val="538235"/>
                </a:solidFill>
                <a:latin typeface="Tahoma"/>
                <a:cs typeface="Tahoma"/>
              </a:rPr>
              <a:t>11</a:t>
            </a:r>
            <a:r>
              <a:rPr sz="1200" spc="-3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7</a:t>
            </a:r>
            <a:endParaRPr sz="1200">
              <a:latin typeface="Tahoma"/>
              <a:cs typeface="Tahoma"/>
            </a:endParaRPr>
          </a:p>
          <a:p>
            <a:pPr marL="88900">
              <a:lnSpc>
                <a:spcPct val="100000"/>
              </a:lnSpc>
              <a:spcBef>
                <a:spcPts val="720"/>
              </a:spcBef>
            </a:pPr>
            <a:r>
              <a:rPr sz="1200" spc="-5" dirty="0">
                <a:solidFill>
                  <a:srgbClr val="538235"/>
                </a:solidFill>
                <a:latin typeface="Tahoma"/>
                <a:cs typeface="Tahoma"/>
              </a:rPr>
              <a:t>Using</a:t>
            </a:r>
            <a:r>
              <a:rPr sz="1200" dirty="0">
                <a:solidFill>
                  <a:srgbClr val="538235"/>
                </a:solidFill>
                <a:latin typeface="Tahoma"/>
                <a:cs typeface="Tahoma"/>
              </a:rPr>
              <a:t> </a:t>
            </a:r>
            <a:r>
              <a:rPr sz="1200" spc="-5" dirty="0">
                <a:solidFill>
                  <a:srgbClr val="538235"/>
                </a:solidFill>
                <a:latin typeface="Tahoma"/>
                <a:cs typeface="Tahoma"/>
              </a:rPr>
              <a:t>Brute-force</a:t>
            </a:r>
            <a:r>
              <a:rPr sz="1200" spc="30" dirty="0">
                <a:solidFill>
                  <a:srgbClr val="538235"/>
                </a:solidFill>
                <a:latin typeface="Tahoma"/>
                <a:cs typeface="Tahoma"/>
              </a:rPr>
              <a:t> </a:t>
            </a:r>
            <a:r>
              <a:rPr sz="1200" spc="-5" dirty="0">
                <a:solidFill>
                  <a:srgbClr val="538235"/>
                </a:solidFill>
                <a:latin typeface="Tahoma"/>
                <a:cs typeface="Tahoma"/>
              </a:rPr>
              <a:t>method:</a:t>
            </a:r>
            <a:endParaRPr sz="1200">
              <a:latin typeface="Tahoma"/>
              <a:cs typeface="Tahoma"/>
            </a:endParaRPr>
          </a:p>
        </p:txBody>
      </p:sp>
      <p:sp>
        <p:nvSpPr>
          <p:cNvPr id="4" name="object 4"/>
          <p:cNvSpPr txBox="1"/>
          <p:nvPr/>
        </p:nvSpPr>
        <p:spPr>
          <a:xfrm>
            <a:off x="3269615" y="6598678"/>
            <a:ext cx="1059180" cy="218440"/>
          </a:xfrm>
          <a:prstGeom prst="rect">
            <a:avLst/>
          </a:prstGeom>
        </p:spPr>
        <p:txBody>
          <a:bodyPr vert="horz" wrap="square" lIns="0" tIns="14605" rIns="0" bIns="0" rtlCol="0">
            <a:spAutoFit/>
          </a:bodyPr>
          <a:lstStyle/>
          <a:p>
            <a:pPr marL="38100">
              <a:lnSpc>
                <a:spcPct val="100000"/>
              </a:lnSpc>
              <a:spcBef>
                <a:spcPts val="115"/>
              </a:spcBef>
            </a:pPr>
            <a:r>
              <a:rPr sz="1250" spc="-25" dirty="0">
                <a:solidFill>
                  <a:srgbClr val="538235"/>
                </a:solidFill>
                <a:latin typeface="Tahoma"/>
                <a:cs typeface="Tahoma"/>
              </a:rPr>
              <a:t>2</a:t>
            </a:r>
            <a:r>
              <a:rPr sz="1200" spc="-37" baseline="24305" dirty="0">
                <a:solidFill>
                  <a:srgbClr val="538235"/>
                </a:solidFill>
                <a:latin typeface="Tahoma"/>
                <a:cs typeface="Tahoma"/>
              </a:rPr>
              <a:t>7</a:t>
            </a:r>
            <a:r>
              <a:rPr sz="1200" spc="172" baseline="24305" dirty="0">
                <a:solidFill>
                  <a:srgbClr val="538235"/>
                </a:solidFill>
                <a:latin typeface="Tahoma"/>
                <a:cs typeface="Tahoma"/>
              </a:rPr>
              <a:t> </a:t>
            </a:r>
            <a:r>
              <a:rPr sz="1250" spc="-35" dirty="0">
                <a:solidFill>
                  <a:srgbClr val="538235"/>
                </a:solidFill>
                <a:latin typeface="Tahoma"/>
                <a:cs typeface="Tahoma"/>
              </a:rPr>
              <a:t>mod</a:t>
            </a:r>
            <a:r>
              <a:rPr sz="1250" spc="-40" dirty="0">
                <a:solidFill>
                  <a:srgbClr val="538235"/>
                </a:solidFill>
                <a:latin typeface="Tahoma"/>
                <a:cs typeface="Tahoma"/>
              </a:rPr>
              <a:t> </a:t>
            </a:r>
            <a:r>
              <a:rPr sz="1250" spc="-35" dirty="0">
                <a:solidFill>
                  <a:srgbClr val="538235"/>
                </a:solidFill>
                <a:latin typeface="Tahoma"/>
                <a:cs typeface="Tahoma"/>
              </a:rPr>
              <a:t>11</a:t>
            </a:r>
            <a:r>
              <a:rPr sz="1250" spc="-30" dirty="0">
                <a:solidFill>
                  <a:srgbClr val="538235"/>
                </a:solidFill>
                <a:latin typeface="Tahoma"/>
                <a:cs typeface="Tahoma"/>
              </a:rPr>
              <a:t> </a:t>
            </a:r>
            <a:r>
              <a:rPr sz="1250" spc="-40" dirty="0">
                <a:solidFill>
                  <a:srgbClr val="538235"/>
                </a:solidFill>
                <a:latin typeface="Tahoma"/>
                <a:cs typeface="Tahoma"/>
              </a:rPr>
              <a:t>=</a:t>
            </a:r>
            <a:r>
              <a:rPr sz="1250" spc="-35" dirty="0">
                <a:solidFill>
                  <a:srgbClr val="538235"/>
                </a:solidFill>
                <a:latin typeface="Tahoma"/>
                <a:cs typeface="Tahoma"/>
              </a:rPr>
              <a:t> </a:t>
            </a:r>
            <a:r>
              <a:rPr sz="1250" spc="-30" dirty="0">
                <a:solidFill>
                  <a:srgbClr val="538235"/>
                </a:solidFill>
                <a:latin typeface="Tahoma"/>
                <a:cs typeface="Tahoma"/>
              </a:rPr>
              <a:t>7</a:t>
            </a:r>
            <a:endParaRPr sz="1250">
              <a:latin typeface="Tahoma"/>
              <a:cs typeface="Tahoma"/>
            </a:endParaRPr>
          </a:p>
        </p:txBody>
      </p:sp>
      <p:sp>
        <p:nvSpPr>
          <p:cNvPr id="5" name="object 5"/>
          <p:cNvSpPr txBox="1"/>
          <p:nvPr/>
        </p:nvSpPr>
        <p:spPr>
          <a:xfrm>
            <a:off x="525170" y="6515480"/>
            <a:ext cx="1140460" cy="848360"/>
          </a:xfrm>
          <a:prstGeom prst="rect">
            <a:avLst/>
          </a:prstGeom>
        </p:spPr>
        <p:txBody>
          <a:bodyPr vert="horz" wrap="square" lIns="0" tIns="104139" rIns="0" bIns="0" rtlCol="0">
            <a:spAutoFit/>
          </a:bodyPr>
          <a:lstStyle/>
          <a:p>
            <a:pPr marL="38100">
              <a:lnSpc>
                <a:spcPct val="100000"/>
              </a:lnSpc>
              <a:spcBef>
                <a:spcPts val="819"/>
              </a:spcBef>
            </a:pPr>
            <a:r>
              <a:rPr sz="1200" dirty="0">
                <a:solidFill>
                  <a:srgbClr val="538235"/>
                </a:solidFill>
                <a:latin typeface="Tahoma"/>
                <a:cs typeface="Tahoma"/>
              </a:rPr>
              <a:t>2</a:t>
            </a:r>
            <a:r>
              <a:rPr sz="1200" spc="-20"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spc="-5" dirty="0">
                <a:solidFill>
                  <a:srgbClr val="538235"/>
                </a:solidFill>
                <a:latin typeface="Tahoma"/>
                <a:cs typeface="Tahoma"/>
              </a:rPr>
              <a:t>11</a:t>
            </a:r>
            <a:r>
              <a:rPr sz="1200" spc="-20"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2</a:t>
            </a:r>
            <a:endParaRPr sz="1200">
              <a:latin typeface="Tahoma"/>
              <a:cs typeface="Tahoma"/>
            </a:endParaRPr>
          </a:p>
          <a:p>
            <a:pPr marL="38100">
              <a:lnSpc>
                <a:spcPct val="100000"/>
              </a:lnSpc>
              <a:spcBef>
                <a:spcPts val="720"/>
              </a:spcBef>
            </a:pPr>
            <a:r>
              <a:rPr sz="1200" spc="-10" dirty="0">
                <a:solidFill>
                  <a:srgbClr val="538235"/>
                </a:solidFill>
                <a:latin typeface="Tahoma"/>
                <a:cs typeface="Tahoma"/>
              </a:rPr>
              <a:t>2</a:t>
            </a:r>
            <a:r>
              <a:rPr sz="1200" spc="-15" baseline="24305" dirty="0">
                <a:solidFill>
                  <a:srgbClr val="538235"/>
                </a:solidFill>
                <a:latin typeface="Tahoma"/>
                <a:cs typeface="Tahoma"/>
              </a:rPr>
              <a:t>3</a:t>
            </a:r>
            <a:r>
              <a:rPr sz="1200" spc="165" baseline="24305"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spc="-5" dirty="0">
                <a:solidFill>
                  <a:srgbClr val="538235"/>
                </a:solidFill>
                <a:latin typeface="Tahoma"/>
                <a:cs typeface="Tahoma"/>
              </a:rPr>
              <a:t>11</a:t>
            </a:r>
            <a:r>
              <a:rPr sz="1200" spc="-20"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8</a:t>
            </a:r>
            <a:endParaRPr sz="1200">
              <a:latin typeface="Tahoma"/>
              <a:cs typeface="Tahoma"/>
            </a:endParaRPr>
          </a:p>
          <a:p>
            <a:pPr marL="38100">
              <a:lnSpc>
                <a:spcPct val="100000"/>
              </a:lnSpc>
              <a:spcBef>
                <a:spcPts val="720"/>
              </a:spcBef>
            </a:pPr>
            <a:r>
              <a:rPr sz="1200" spc="-10" dirty="0">
                <a:solidFill>
                  <a:srgbClr val="538235"/>
                </a:solidFill>
                <a:latin typeface="Tahoma"/>
                <a:cs typeface="Tahoma"/>
              </a:rPr>
              <a:t>2</a:t>
            </a:r>
            <a:r>
              <a:rPr sz="1200" spc="-15" baseline="24305" dirty="0">
                <a:solidFill>
                  <a:srgbClr val="538235"/>
                </a:solidFill>
                <a:latin typeface="Tahoma"/>
                <a:cs typeface="Tahoma"/>
              </a:rPr>
              <a:t>5</a:t>
            </a:r>
            <a:r>
              <a:rPr sz="1200" spc="165" baseline="24305"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spc="-5" dirty="0">
                <a:solidFill>
                  <a:srgbClr val="538235"/>
                </a:solidFill>
                <a:latin typeface="Tahoma"/>
                <a:cs typeface="Tahoma"/>
              </a:rPr>
              <a:t>11</a:t>
            </a:r>
            <a:r>
              <a:rPr sz="1200" spc="-20"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spc="-10" dirty="0">
                <a:solidFill>
                  <a:srgbClr val="538235"/>
                </a:solidFill>
                <a:latin typeface="Tahoma"/>
                <a:cs typeface="Tahoma"/>
              </a:rPr>
              <a:t>10</a:t>
            </a:r>
            <a:endParaRPr sz="1200">
              <a:latin typeface="Tahoma"/>
              <a:cs typeface="Tahoma"/>
            </a:endParaRPr>
          </a:p>
        </p:txBody>
      </p:sp>
      <p:sp>
        <p:nvSpPr>
          <p:cNvPr id="6" name="object 6"/>
          <p:cNvSpPr txBox="1"/>
          <p:nvPr/>
        </p:nvSpPr>
        <p:spPr>
          <a:xfrm>
            <a:off x="1897379" y="6515480"/>
            <a:ext cx="1059180" cy="848360"/>
          </a:xfrm>
          <a:prstGeom prst="rect">
            <a:avLst/>
          </a:prstGeom>
        </p:spPr>
        <p:txBody>
          <a:bodyPr vert="horz" wrap="square" lIns="0" tIns="104139" rIns="0" bIns="0" rtlCol="0">
            <a:spAutoFit/>
          </a:bodyPr>
          <a:lstStyle/>
          <a:p>
            <a:pPr marL="38100">
              <a:lnSpc>
                <a:spcPct val="100000"/>
              </a:lnSpc>
              <a:spcBef>
                <a:spcPts val="819"/>
              </a:spcBef>
            </a:pPr>
            <a:r>
              <a:rPr sz="1200" spc="-10" dirty="0">
                <a:solidFill>
                  <a:srgbClr val="538235"/>
                </a:solidFill>
                <a:latin typeface="Tahoma"/>
                <a:cs typeface="Tahoma"/>
              </a:rPr>
              <a:t>2</a:t>
            </a:r>
            <a:r>
              <a:rPr sz="1200" spc="-15" baseline="24305" dirty="0">
                <a:solidFill>
                  <a:srgbClr val="538235"/>
                </a:solidFill>
                <a:latin typeface="Tahoma"/>
                <a:cs typeface="Tahoma"/>
              </a:rPr>
              <a:t>2</a:t>
            </a:r>
            <a:r>
              <a:rPr sz="1200" spc="157" baseline="24305" dirty="0">
                <a:solidFill>
                  <a:srgbClr val="538235"/>
                </a:solidFill>
                <a:latin typeface="Tahoma"/>
                <a:cs typeface="Tahoma"/>
              </a:rPr>
              <a:t> </a:t>
            </a:r>
            <a:r>
              <a:rPr sz="1200" dirty="0">
                <a:solidFill>
                  <a:srgbClr val="538235"/>
                </a:solidFill>
                <a:latin typeface="Tahoma"/>
                <a:cs typeface="Tahoma"/>
              </a:rPr>
              <a:t>mod</a:t>
            </a:r>
            <a:r>
              <a:rPr sz="1200" spc="-35" dirty="0">
                <a:solidFill>
                  <a:srgbClr val="538235"/>
                </a:solidFill>
                <a:latin typeface="Tahoma"/>
                <a:cs typeface="Tahoma"/>
              </a:rPr>
              <a:t> </a:t>
            </a:r>
            <a:r>
              <a:rPr sz="1200" spc="-5" dirty="0">
                <a:solidFill>
                  <a:srgbClr val="538235"/>
                </a:solidFill>
                <a:latin typeface="Tahoma"/>
                <a:cs typeface="Tahoma"/>
              </a:rPr>
              <a:t>11</a:t>
            </a:r>
            <a:r>
              <a:rPr sz="1200" spc="-2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4</a:t>
            </a:r>
            <a:endParaRPr sz="1200">
              <a:latin typeface="Tahoma"/>
              <a:cs typeface="Tahoma"/>
            </a:endParaRPr>
          </a:p>
          <a:p>
            <a:pPr marL="38100">
              <a:lnSpc>
                <a:spcPct val="100000"/>
              </a:lnSpc>
              <a:spcBef>
                <a:spcPts val="720"/>
              </a:spcBef>
            </a:pPr>
            <a:r>
              <a:rPr sz="1200" spc="-10" dirty="0">
                <a:solidFill>
                  <a:srgbClr val="538235"/>
                </a:solidFill>
                <a:latin typeface="Tahoma"/>
                <a:cs typeface="Tahoma"/>
              </a:rPr>
              <a:t>2</a:t>
            </a:r>
            <a:r>
              <a:rPr sz="1200" spc="-15" baseline="24305" dirty="0">
                <a:solidFill>
                  <a:srgbClr val="538235"/>
                </a:solidFill>
                <a:latin typeface="Tahoma"/>
                <a:cs typeface="Tahoma"/>
              </a:rPr>
              <a:t>4</a:t>
            </a:r>
            <a:r>
              <a:rPr sz="1200" spc="157" baseline="24305" dirty="0">
                <a:solidFill>
                  <a:srgbClr val="538235"/>
                </a:solidFill>
                <a:latin typeface="Tahoma"/>
                <a:cs typeface="Tahoma"/>
              </a:rPr>
              <a:t> </a:t>
            </a:r>
            <a:r>
              <a:rPr sz="1200" dirty="0">
                <a:solidFill>
                  <a:srgbClr val="538235"/>
                </a:solidFill>
                <a:latin typeface="Tahoma"/>
                <a:cs typeface="Tahoma"/>
              </a:rPr>
              <a:t>mod</a:t>
            </a:r>
            <a:r>
              <a:rPr sz="1200" spc="-35" dirty="0">
                <a:solidFill>
                  <a:srgbClr val="538235"/>
                </a:solidFill>
                <a:latin typeface="Tahoma"/>
                <a:cs typeface="Tahoma"/>
              </a:rPr>
              <a:t> </a:t>
            </a:r>
            <a:r>
              <a:rPr sz="1200" spc="-5" dirty="0">
                <a:solidFill>
                  <a:srgbClr val="538235"/>
                </a:solidFill>
                <a:latin typeface="Tahoma"/>
                <a:cs typeface="Tahoma"/>
              </a:rPr>
              <a:t>11</a:t>
            </a:r>
            <a:r>
              <a:rPr sz="1200" spc="-2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5</a:t>
            </a:r>
            <a:endParaRPr sz="1200">
              <a:latin typeface="Tahoma"/>
              <a:cs typeface="Tahoma"/>
            </a:endParaRPr>
          </a:p>
          <a:p>
            <a:pPr marL="38100">
              <a:lnSpc>
                <a:spcPct val="100000"/>
              </a:lnSpc>
              <a:spcBef>
                <a:spcPts val="720"/>
              </a:spcBef>
            </a:pPr>
            <a:r>
              <a:rPr sz="1200" spc="-10" dirty="0">
                <a:solidFill>
                  <a:srgbClr val="538235"/>
                </a:solidFill>
                <a:latin typeface="Tahoma"/>
                <a:cs typeface="Tahoma"/>
              </a:rPr>
              <a:t>2</a:t>
            </a:r>
            <a:r>
              <a:rPr sz="1200" spc="-15" baseline="24305" dirty="0">
                <a:solidFill>
                  <a:srgbClr val="538235"/>
                </a:solidFill>
                <a:latin typeface="Tahoma"/>
                <a:cs typeface="Tahoma"/>
              </a:rPr>
              <a:t>6</a:t>
            </a:r>
            <a:r>
              <a:rPr sz="1200" spc="157" baseline="24305" dirty="0">
                <a:solidFill>
                  <a:srgbClr val="538235"/>
                </a:solidFill>
                <a:latin typeface="Tahoma"/>
                <a:cs typeface="Tahoma"/>
              </a:rPr>
              <a:t> </a:t>
            </a:r>
            <a:r>
              <a:rPr sz="1200" dirty="0">
                <a:solidFill>
                  <a:srgbClr val="538235"/>
                </a:solidFill>
                <a:latin typeface="Tahoma"/>
                <a:cs typeface="Tahoma"/>
              </a:rPr>
              <a:t>mod</a:t>
            </a:r>
            <a:r>
              <a:rPr sz="1200" spc="-35" dirty="0">
                <a:solidFill>
                  <a:srgbClr val="538235"/>
                </a:solidFill>
                <a:latin typeface="Tahoma"/>
                <a:cs typeface="Tahoma"/>
              </a:rPr>
              <a:t> </a:t>
            </a:r>
            <a:r>
              <a:rPr sz="1200" spc="-5" dirty="0">
                <a:solidFill>
                  <a:srgbClr val="538235"/>
                </a:solidFill>
                <a:latin typeface="Tahoma"/>
                <a:cs typeface="Tahoma"/>
              </a:rPr>
              <a:t>11</a:t>
            </a:r>
            <a:r>
              <a:rPr sz="1200" spc="-2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9</a:t>
            </a:r>
            <a:endParaRPr sz="1200">
              <a:latin typeface="Tahoma"/>
              <a:cs typeface="Tahoma"/>
            </a:endParaRPr>
          </a:p>
        </p:txBody>
      </p:sp>
      <p:sp>
        <p:nvSpPr>
          <p:cNvPr id="7" name="object 7"/>
          <p:cNvSpPr txBox="1"/>
          <p:nvPr/>
        </p:nvSpPr>
        <p:spPr>
          <a:xfrm>
            <a:off x="550570" y="8161528"/>
            <a:ext cx="5441315" cy="574675"/>
          </a:xfrm>
          <a:prstGeom prst="rect">
            <a:avLst/>
          </a:prstGeom>
        </p:spPr>
        <p:txBody>
          <a:bodyPr vert="horz" wrap="square" lIns="0" tIns="12700" rIns="0" bIns="0" rtlCol="0">
            <a:spAutoFit/>
          </a:bodyPr>
          <a:lstStyle/>
          <a:p>
            <a:pPr marL="12700" marR="5080">
              <a:lnSpc>
                <a:spcPct val="150100"/>
              </a:lnSpc>
              <a:spcBef>
                <a:spcPts val="100"/>
              </a:spcBef>
            </a:pPr>
            <a:r>
              <a:rPr sz="1200" spc="-5" dirty="0">
                <a:solidFill>
                  <a:srgbClr val="538235"/>
                </a:solidFill>
                <a:latin typeface="Tahoma"/>
                <a:cs typeface="Tahoma"/>
              </a:rPr>
              <a:t>Even</a:t>
            </a:r>
            <a:r>
              <a:rPr sz="1200" spc="10" dirty="0">
                <a:solidFill>
                  <a:srgbClr val="538235"/>
                </a:solidFill>
                <a:latin typeface="Tahoma"/>
                <a:cs typeface="Tahoma"/>
              </a:rPr>
              <a:t> </a:t>
            </a:r>
            <a:r>
              <a:rPr sz="1200" dirty="0">
                <a:solidFill>
                  <a:srgbClr val="538235"/>
                </a:solidFill>
                <a:latin typeface="Tahoma"/>
                <a:cs typeface="Tahoma"/>
              </a:rPr>
              <a:t>though</a:t>
            </a:r>
            <a:r>
              <a:rPr sz="1200" spc="-10" dirty="0">
                <a:solidFill>
                  <a:srgbClr val="538235"/>
                </a:solidFill>
                <a:latin typeface="Tahoma"/>
                <a:cs typeface="Tahoma"/>
              </a:rPr>
              <a:t> </a:t>
            </a:r>
            <a:r>
              <a:rPr sz="1200" spc="-5" dirty="0">
                <a:solidFill>
                  <a:srgbClr val="538235"/>
                </a:solidFill>
                <a:latin typeface="Tahoma"/>
                <a:cs typeface="Tahoma"/>
              </a:rPr>
              <a:t>discrete</a:t>
            </a:r>
            <a:r>
              <a:rPr sz="1200" spc="25" dirty="0">
                <a:solidFill>
                  <a:srgbClr val="538235"/>
                </a:solidFill>
                <a:latin typeface="Tahoma"/>
                <a:cs typeface="Tahoma"/>
              </a:rPr>
              <a:t> </a:t>
            </a:r>
            <a:r>
              <a:rPr sz="1200" spc="-5" dirty="0">
                <a:solidFill>
                  <a:srgbClr val="538235"/>
                </a:solidFill>
                <a:latin typeface="Tahoma"/>
                <a:cs typeface="Tahoma"/>
              </a:rPr>
              <a:t>logarithms</a:t>
            </a:r>
            <a:r>
              <a:rPr sz="1200" spc="25"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dirty="0">
                <a:solidFill>
                  <a:srgbClr val="538235"/>
                </a:solidFill>
                <a:latin typeface="Tahoma"/>
                <a:cs typeface="Tahoma"/>
              </a:rPr>
              <a:t>not</a:t>
            </a:r>
            <a:r>
              <a:rPr sz="1200" spc="-5" dirty="0">
                <a:solidFill>
                  <a:srgbClr val="538235"/>
                </a:solidFill>
                <a:latin typeface="Tahoma"/>
                <a:cs typeface="Tahoma"/>
              </a:rPr>
              <a:t> </a:t>
            </a:r>
            <a:r>
              <a:rPr sz="1200" dirty="0">
                <a:solidFill>
                  <a:srgbClr val="538235"/>
                </a:solidFill>
                <a:latin typeface="Tahoma"/>
                <a:cs typeface="Tahoma"/>
              </a:rPr>
              <a:t>a </a:t>
            </a:r>
            <a:r>
              <a:rPr sz="1200" spc="-5" dirty="0">
                <a:solidFill>
                  <a:srgbClr val="538235"/>
                </a:solidFill>
                <a:latin typeface="Tahoma"/>
                <a:cs typeface="Tahoma"/>
              </a:rPr>
              <a:t>one-way</a:t>
            </a:r>
            <a:r>
              <a:rPr sz="1200" spc="-10" dirty="0">
                <a:solidFill>
                  <a:srgbClr val="538235"/>
                </a:solidFill>
                <a:latin typeface="Tahoma"/>
                <a:cs typeface="Tahoma"/>
              </a:rPr>
              <a:t> </a:t>
            </a:r>
            <a:r>
              <a:rPr sz="1200" spc="-5" dirty="0">
                <a:solidFill>
                  <a:srgbClr val="538235"/>
                </a:solidFill>
                <a:latin typeface="Tahoma"/>
                <a:cs typeface="Tahoma"/>
              </a:rPr>
              <a:t>trap-door</a:t>
            </a:r>
            <a:r>
              <a:rPr sz="1200" spc="10" dirty="0">
                <a:solidFill>
                  <a:srgbClr val="538235"/>
                </a:solidFill>
                <a:latin typeface="Tahoma"/>
                <a:cs typeface="Tahoma"/>
              </a:rPr>
              <a:t> </a:t>
            </a:r>
            <a:r>
              <a:rPr sz="1200" spc="-5" dirty="0">
                <a:solidFill>
                  <a:srgbClr val="538235"/>
                </a:solidFill>
                <a:latin typeface="Tahoma"/>
                <a:cs typeface="Tahoma"/>
              </a:rPr>
              <a:t>function,</a:t>
            </a:r>
            <a:r>
              <a:rPr sz="1200" spc="5" dirty="0">
                <a:solidFill>
                  <a:srgbClr val="538235"/>
                </a:solidFill>
                <a:latin typeface="Tahoma"/>
                <a:cs typeface="Tahoma"/>
              </a:rPr>
              <a:t> </a:t>
            </a:r>
            <a:r>
              <a:rPr sz="1200" spc="-10" dirty="0">
                <a:solidFill>
                  <a:srgbClr val="538235"/>
                </a:solidFill>
                <a:latin typeface="Tahoma"/>
                <a:cs typeface="Tahoma"/>
              </a:rPr>
              <a:t>it</a:t>
            </a:r>
            <a:r>
              <a:rPr sz="1200" spc="15" dirty="0">
                <a:solidFill>
                  <a:srgbClr val="538235"/>
                </a:solidFill>
                <a:latin typeface="Tahoma"/>
                <a:cs typeface="Tahoma"/>
              </a:rPr>
              <a:t> </a:t>
            </a:r>
            <a:r>
              <a:rPr sz="1200" spc="-10" dirty="0">
                <a:solidFill>
                  <a:srgbClr val="538235"/>
                </a:solidFill>
                <a:latin typeface="Tahoma"/>
                <a:cs typeface="Tahoma"/>
              </a:rPr>
              <a:t>is</a:t>
            </a:r>
            <a:r>
              <a:rPr sz="1200" spc="5" dirty="0">
                <a:solidFill>
                  <a:srgbClr val="538235"/>
                </a:solidFill>
                <a:latin typeface="Tahoma"/>
                <a:cs typeface="Tahoma"/>
              </a:rPr>
              <a:t> </a:t>
            </a:r>
            <a:r>
              <a:rPr sz="1200" dirty="0">
                <a:solidFill>
                  <a:srgbClr val="538235"/>
                </a:solidFill>
                <a:latin typeface="Tahoma"/>
                <a:cs typeface="Tahoma"/>
              </a:rPr>
              <a:t>a </a:t>
            </a:r>
            <a:r>
              <a:rPr sz="1200" spc="-5" dirty="0">
                <a:solidFill>
                  <a:srgbClr val="538235"/>
                </a:solidFill>
                <a:latin typeface="Tahoma"/>
                <a:cs typeface="Tahoma"/>
              </a:rPr>
              <a:t>hard </a:t>
            </a:r>
            <a:r>
              <a:rPr sz="1200" spc="-360" dirty="0">
                <a:solidFill>
                  <a:srgbClr val="538235"/>
                </a:solidFill>
                <a:latin typeface="Tahoma"/>
                <a:cs typeface="Tahoma"/>
              </a:rPr>
              <a:t> </a:t>
            </a:r>
            <a:r>
              <a:rPr sz="1200" spc="-5" dirty="0">
                <a:solidFill>
                  <a:srgbClr val="538235"/>
                </a:solidFill>
                <a:latin typeface="Tahoma"/>
                <a:cs typeface="Tahoma"/>
              </a:rPr>
              <a:t>problem.</a:t>
            </a:r>
            <a:r>
              <a:rPr sz="1200" dirty="0">
                <a:solidFill>
                  <a:srgbClr val="538235"/>
                </a:solidFill>
                <a:latin typeface="Tahoma"/>
                <a:cs typeface="Tahoma"/>
              </a:rPr>
              <a:t> </a:t>
            </a:r>
            <a:r>
              <a:rPr sz="1200" spc="-5" dirty="0">
                <a:solidFill>
                  <a:srgbClr val="538235"/>
                </a:solidFill>
                <a:latin typeface="Tahoma"/>
                <a:cs typeface="Tahoma"/>
              </a:rPr>
              <a:t>That</a:t>
            </a:r>
            <a:r>
              <a:rPr sz="1200" spc="10" dirty="0">
                <a:solidFill>
                  <a:srgbClr val="538235"/>
                </a:solidFill>
                <a:latin typeface="Tahoma"/>
                <a:cs typeface="Tahoma"/>
              </a:rPr>
              <a:t> </a:t>
            </a:r>
            <a:r>
              <a:rPr sz="1200" spc="-10" dirty="0">
                <a:solidFill>
                  <a:srgbClr val="538235"/>
                </a:solidFill>
                <a:latin typeface="Tahoma"/>
                <a:cs typeface="Tahoma"/>
              </a:rPr>
              <a:t>is,</a:t>
            </a:r>
            <a:r>
              <a:rPr sz="1200" dirty="0">
                <a:solidFill>
                  <a:srgbClr val="538235"/>
                </a:solidFill>
                <a:latin typeface="Tahoma"/>
                <a:cs typeface="Tahoma"/>
              </a:rPr>
              <a:t> </a:t>
            </a:r>
            <a:r>
              <a:rPr sz="1200" spc="-10" dirty="0">
                <a:solidFill>
                  <a:srgbClr val="538235"/>
                </a:solidFill>
                <a:latin typeface="Tahoma"/>
                <a:cs typeface="Tahoma"/>
              </a:rPr>
              <a:t>it</a:t>
            </a:r>
            <a:r>
              <a:rPr sz="1200" spc="10" dirty="0">
                <a:solidFill>
                  <a:srgbClr val="538235"/>
                </a:solidFill>
                <a:latin typeface="Tahoma"/>
                <a:cs typeface="Tahoma"/>
              </a:rPr>
              <a:t> </a:t>
            </a:r>
            <a:r>
              <a:rPr sz="1200" spc="-10" dirty="0">
                <a:solidFill>
                  <a:srgbClr val="538235"/>
                </a:solidFill>
                <a:latin typeface="Tahoma"/>
                <a:cs typeface="Tahoma"/>
              </a:rPr>
              <a:t>is</a:t>
            </a:r>
            <a:r>
              <a:rPr sz="1200" spc="20" dirty="0">
                <a:solidFill>
                  <a:srgbClr val="538235"/>
                </a:solidFill>
                <a:latin typeface="Tahoma"/>
                <a:cs typeface="Tahoma"/>
              </a:rPr>
              <a:t> </a:t>
            </a:r>
            <a:r>
              <a:rPr sz="1200" spc="-10" dirty="0">
                <a:solidFill>
                  <a:srgbClr val="538235"/>
                </a:solidFill>
                <a:latin typeface="Tahoma"/>
                <a:cs typeface="Tahoma"/>
              </a:rPr>
              <a:t>infeasible</a:t>
            </a:r>
            <a:r>
              <a:rPr sz="1200" spc="45" dirty="0">
                <a:solidFill>
                  <a:srgbClr val="538235"/>
                </a:solidFill>
                <a:latin typeface="Tahoma"/>
                <a:cs typeface="Tahoma"/>
              </a:rPr>
              <a:t> </a:t>
            </a:r>
            <a:r>
              <a:rPr sz="1200" dirty="0">
                <a:solidFill>
                  <a:srgbClr val="538235"/>
                </a:solidFill>
                <a:latin typeface="Tahoma"/>
                <a:cs typeface="Tahoma"/>
              </a:rPr>
              <a:t>to</a:t>
            </a:r>
            <a:r>
              <a:rPr sz="1200" spc="-20" dirty="0">
                <a:solidFill>
                  <a:srgbClr val="538235"/>
                </a:solidFill>
                <a:latin typeface="Tahoma"/>
                <a:cs typeface="Tahoma"/>
              </a:rPr>
              <a:t> </a:t>
            </a:r>
            <a:r>
              <a:rPr sz="1200" spc="-5" dirty="0">
                <a:solidFill>
                  <a:srgbClr val="538235"/>
                </a:solidFill>
                <a:latin typeface="Tahoma"/>
                <a:cs typeface="Tahoma"/>
              </a:rPr>
              <a:t>compute</a:t>
            </a:r>
            <a:r>
              <a:rPr sz="1200" dirty="0">
                <a:solidFill>
                  <a:srgbClr val="538235"/>
                </a:solidFill>
                <a:latin typeface="Tahoma"/>
                <a:cs typeface="Tahoma"/>
              </a:rPr>
              <a:t> </a:t>
            </a:r>
            <a:r>
              <a:rPr sz="1200" spc="-5" dirty="0">
                <a:solidFill>
                  <a:srgbClr val="538235"/>
                </a:solidFill>
                <a:latin typeface="Tahoma"/>
                <a:cs typeface="Tahoma"/>
              </a:rPr>
              <a:t>discrete</a:t>
            </a:r>
            <a:r>
              <a:rPr sz="1200" spc="25" dirty="0">
                <a:solidFill>
                  <a:srgbClr val="538235"/>
                </a:solidFill>
                <a:latin typeface="Tahoma"/>
                <a:cs typeface="Tahoma"/>
              </a:rPr>
              <a:t> </a:t>
            </a:r>
            <a:r>
              <a:rPr sz="1200" spc="-5" dirty="0">
                <a:solidFill>
                  <a:srgbClr val="538235"/>
                </a:solidFill>
                <a:latin typeface="Tahoma"/>
                <a:cs typeface="Tahoma"/>
              </a:rPr>
              <a:t>logarithms.</a:t>
            </a:r>
            <a:endParaRPr sz="1200">
              <a:latin typeface="Tahoma"/>
              <a:cs typeface="Tahoma"/>
            </a:endParaRPr>
          </a:p>
        </p:txBody>
      </p:sp>
      <p:graphicFrame>
        <p:nvGraphicFramePr>
          <p:cNvPr id="8" name="object 8"/>
          <p:cNvGraphicFramePr>
            <a:graphicFrameLocks noGrp="1"/>
          </p:cNvGraphicFramePr>
          <p:nvPr/>
        </p:nvGraphicFramePr>
        <p:xfrm>
          <a:off x="599440" y="7530718"/>
          <a:ext cx="5281293" cy="548638"/>
        </p:xfrm>
        <a:graphic>
          <a:graphicData uri="http://schemas.openxmlformats.org/drawingml/2006/table">
            <a:tbl>
              <a:tblPr firstRow="1" bandRow="1">
                <a:tableStyleId>{2D5ABB26-0587-4C30-8999-92F81FD0307C}</a:tableStyleId>
              </a:tblPr>
              <a:tblGrid>
                <a:gridCol w="987425">
                  <a:extLst>
                    <a:ext uri="{9D8B030D-6E8A-4147-A177-3AD203B41FA5}">
                      <a16:colId xmlns:a16="http://schemas.microsoft.com/office/drawing/2014/main" val="20000"/>
                    </a:ext>
                  </a:extLst>
                </a:gridCol>
                <a:gridCol w="361315">
                  <a:extLst>
                    <a:ext uri="{9D8B030D-6E8A-4147-A177-3AD203B41FA5}">
                      <a16:colId xmlns:a16="http://schemas.microsoft.com/office/drawing/2014/main" val="20001"/>
                    </a:ext>
                  </a:extLst>
                </a:gridCol>
                <a:gridCol w="659129">
                  <a:extLst>
                    <a:ext uri="{9D8B030D-6E8A-4147-A177-3AD203B41FA5}">
                      <a16:colId xmlns:a16="http://schemas.microsoft.com/office/drawing/2014/main" val="20002"/>
                    </a:ext>
                  </a:extLst>
                </a:gridCol>
                <a:gridCol w="655955">
                  <a:extLst>
                    <a:ext uri="{9D8B030D-6E8A-4147-A177-3AD203B41FA5}">
                      <a16:colId xmlns:a16="http://schemas.microsoft.com/office/drawing/2014/main" val="20003"/>
                    </a:ext>
                  </a:extLst>
                </a:gridCol>
                <a:gridCol w="655954">
                  <a:extLst>
                    <a:ext uri="{9D8B030D-6E8A-4147-A177-3AD203B41FA5}">
                      <a16:colId xmlns:a16="http://schemas.microsoft.com/office/drawing/2014/main" val="20004"/>
                    </a:ext>
                  </a:extLst>
                </a:gridCol>
                <a:gridCol w="663575">
                  <a:extLst>
                    <a:ext uri="{9D8B030D-6E8A-4147-A177-3AD203B41FA5}">
                      <a16:colId xmlns:a16="http://schemas.microsoft.com/office/drawing/2014/main" val="20005"/>
                    </a:ext>
                  </a:extLst>
                </a:gridCol>
                <a:gridCol w="648970">
                  <a:extLst>
                    <a:ext uri="{9D8B030D-6E8A-4147-A177-3AD203B41FA5}">
                      <a16:colId xmlns:a16="http://schemas.microsoft.com/office/drawing/2014/main" val="20006"/>
                    </a:ext>
                  </a:extLst>
                </a:gridCol>
                <a:gridCol w="648970">
                  <a:extLst>
                    <a:ext uri="{9D8B030D-6E8A-4147-A177-3AD203B41FA5}">
                      <a16:colId xmlns:a16="http://schemas.microsoft.com/office/drawing/2014/main" val="20007"/>
                    </a:ext>
                  </a:extLst>
                </a:gridCol>
              </a:tblGrid>
              <a:tr h="274319">
                <a:tc>
                  <a:txBody>
                    <a:bodyPr/>
                    <a:lstStyle/>
                    <a:p>
                      <a:pPr algn="ctr">
                        <a:lnSpc>
                          <a:spcPct val="100000"/>
                        </a:lnSpc>
                        <a:spcBef>
                          <a:spcPts val="450"/>
                        </a:spcBef>
                      </a:pPr>
                      <a:r>
                        <a:rPr sz="1200" dirty="0">
                          <a:solidFill>
                            <a:srgbClr val="538235"/>
                          </a:solidFill>
                          <a:latin typeface="Tahoma"/>
                          <a:cs typeface="Tahoma"/>
                        </a:rPr>
                        <a:t>b</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30175" algn="r">
                        <a:lnSpc>
                          <a:spcPct val="100000"/>
                        </a:lnSpc>
                        <a:spcBef>
                          <a:spcPts val="450"/>
                        </a:spcBef>
                      </a:pPr>
                      <a:r>
                        <a:rPr sz="1200" dirty="0">
                          <a:solidFill>
                            <a:srgbClr val="538235"/>
                          </a:solidFill>
                          <a:latin typeface="Tahoma"/>
                          <a:cs typeface="Tahoma"/>
                        </a:rPr>
                        <a:t>2</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8130" algn="r">
                        <a:lnSpc>
                          <a:spcPct val="100000"/>
                        </a:lnSpc>
                        <a:spcBef>
                          <a:spcPts val="450"/>
                        </a:spcBef>
                      </a:pPr>
                      <a:r>
                        <a:rPr sz="1200" dirty="0">
                          <a:solidFill>
                            <a:srgbClr val="538235"/>
                          </a:solidFill>
                          <a:latin typeface="Tahoma"/>
                          <a:cs typeface="Tahoma"/>
                        </a:rPr>
                        <a:t>4</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7495" algn="r">
                        <a:lnSpc>
                          <a:spcPct val="100000"/>
                        </a:lnSpc>
                        <a:spcBef>
                          <a:spcPts val="450"/>
                        </a:spcBef>
                      </a:pPr>
                      <a:r>
                        <a:rPr sz="1200" dirty="0">
                          <a:solidFill>
                            <a:srgbClr val="538235"/>
                          </a:solidFill>
                          <a:latin typeface="Tahoma"/>
                          <a:cs typeface="Tahoma"/>
                        </a:rPr>
                        <a:t>8</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6860" algn="r">
                        <a:lnSpc>
                          <a:spcPct val="100000"/>
                        </a:lnSpc>
                        <a:spcBef>
                          <a:spcPts val="450"/>
                        </a:spcBef>
                      </a:pPr>
                      <a:r>
                        <a:rPr sz="1200" dirty="0">
                          <a:solidFill>
                            <a:srgbClr val="538235"/>
                          </a:solidFill>
                          <a:latin typeface="Tahoma"/>
                          <a:cs typeface="Tahoma"/>
                        </a:rPr>
                        <a:t>5</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ct val="100000"/>
                        </a:lnSpc>
                        <a:spcBef>
                          <a:spcPts val="450"/>
                        </a:spcBef>
                      </a:pPr>
                      <a:r>
                        <a:rPr sz="1200" spc="-10" dirty="0">
                          <a:solidFill>
                            <a:srgbClr val="538235"/>
                          </a:solidFill>
                          <a:latin typeface="Tahoma"/>
                          <a:cs typeface="Tahoma"/>
                        </a:rPr>
                        <a:t>10</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3050" algn="r">
                        <a:lnSpc>
                          <a:spcPct val="100000"/>
                        </a:lnSpc>
                        <a:spcBef>
                          <a:spcPts val="450"/>
                        </a:spcBef>
                      </a:pPr>
                      <a:r>
                        <a:rPr sz="1200" dirty="0">
                          <a:solidFill>
                            <a:srgbClr val="538235"/>
                          </a:solidFill>
                          <a:latin typeface="Tahoma"/>
                          <a:cs typeface="Tahoma"/>
                        </a:rPr>
                        <a:t>9</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810" algn="ctr">
                        <a:lnSpc>
                          <a:spcPct val="100000"/>
                        </a:lnSpc>
                        <a:spcBef>
                          <a:spcPts val="450"/>
                        </a:spcBef>
                      </a:pPr>
                      <a:r>
                        <a:rPr sz="1200" dirty="0">
                          <a:solidFill>
                            <a:srgbClr val="538235"/>
                          </a:solidFill>
                          <a:latin typeface="Tahoma"/>
                          <a:cs typeface="Tahoma"/>
                        </a:rPr>
                        <a:t>7</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274319">
                <a:tc>
                  <a:txBody>
                    <a:bodyPr/>
                    <a:lstStyle/>
                    <a:p>
                      <a:pPr algn="ctr">
                        <a:lnSpc>
                          <a:spcPct val="100000"/>
                        </a:lnSpc>
                        <a:spcBef>
                          <a:spcPts val="450"/>
                        </a:spcBef>
                      </a:pPr>
                      <a:r>
                        <a:rPr sz="1200" spc="-5" dirty="0">
                          <a:solidFill>
                            <a:srgbClr val="538235"/>
                          </a:solidFill>
                          <a:latin typeface="Tahoma"/>
                          <a:cs typeface="Tahoma"/>
                        </a:rPr>
                        <a:t>dlog</a:t>
                      </a:r>
                      <a:r>
                        <a:rPr sz="1200" spc="-7" baseline="-20833" dirty="0">
                          <a:solidFill>
                            <a:srgbClr val="538235"/>
                          </a:solidFill>
                          <a:latin typeface="Tahoma"/>
                          <a:cs typeface="Tahoma"/>
                        </a:rPr>
                        <a:t>2,11</a:t>
                      </a:r>
                      <a:r>
                        <a:rPr sz="1200" spc="120" baseline="-20833" dirty="0">
                          <a:solidFill>
                            <a:srgbClr val="538235"/>
                          </a:solidFill>
                          <a:latin typeface="Tahoma"/>
                          <a:cs typeface="Tahoma"/>
                        </a:rPr>
                        <a:t> </a:t>
                      </a:r>
                      <a:r>
                        <a:rPr sz="1200" dirty="0">
                          <a:solidFill>
                            <a:srgbClr val="538235"/>
                          </a:solidFill>
                          <a:latin typeface="Tahoma"/>
                          <a:cs typeface="Tahoma"/>
                        </a:rPr>
                        <a:t>(b)</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130810" algn="r">
                        <a:lnSpc>
                          <a:spcPct val="100000"/>
                        </a:lnSpc>
                        <a:spcBef>
                          <a:spcPts val="450"/>
                        </a:spcBef>
                      </a:pPr>
                      <a:r>
                        <a:rPr sz="1200" dirty="0">
                          <a:solidFill>
                            <a:srgbClr val="538235"/>
                          </a:solidFill>
                          <a:latin typeface="Tahoma"/>
                          <a:cs typeface="Tahoma"/>
                        </a:rPr>
                        <a:t>1</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8130" algn="r">
                        <a:lnSpc>
                          <a:spcPct val="100000"/>
                        </a:lnSpc>
                        <a:spcBef>
                          <a:spcPts val="450"/>
                        </a:spcBef>
                      </a:pPr>
                      <a:r>
                        <a:rPr sz="1200" dirty="0">
                          <a:solidFill>
                            <a:srgbClr val="538235"/>
                          </a:solidFill>
                          <a:latin typeface="Tahoma"/>
                          <a:cs typeface="Tahoma"/>
                        </a:rPr>
                        <a:t>2</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7495" algn="r">
                        <a:lnSpc>
                          <a:spcPct val="100000"/>
                        </a:lnSpc>
                        <a:spcBef>
                          <a:spcPts val="450"/>
                        </a:spcBef>
                      </a:pPr>
                      <a:r>
                        <a:rPr sz="1200" dirty="0">
                          <a:solidFill>
                            <a:srgbClr val="538235"/>
                          </a:solidFill>
                          <a:latin typeface="Tahoma"/>
                          <a:cs typeface="Tahoma"/>
                        </a:rPr>
                        <a:t>3</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7495" algn="r">
                        <a:lnSpc>
                          <a:spcPct val="100000"/>
                        </a:lnSpc>
                        <a:spcBef>
                          <a:spcPts val="450"/>
                        </a:spcBef>
                      </a:pPr>
                      <a:r>
                        <a:rPr sz="1200" dirty="0">
                          <a:solidFill>
                            <a:srgbClr val="538235"/>
                          </a:solidFill>
                          <a:latin typeface="Tahoma"/>
                          <a:cs typeface="Tahoma"/>
                        </a:rPr>
                        <a:t>4</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 algn="ctr">
                        <a:lnSpc>
                          <a:spcPct val="100000"/>
                        </a:lnSpc>
                        <a:spcBef>
                          <a:spcPts val="450"/>
                        </a:spcBef>
                      </a:pPr>
                      <a:r>
                        <a:rPr sz="1200" dirty="0">
                          <a:solidFill>
                            <a:srgbClr val="538235"/>
                          </a:solidFill>
                          <a:latin typeface="Tahoma"/>
                          <a:cs typeface="Tahoma"/>
                        </a:rPr>
                        <a:t>5</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273050" algn="r">
                        <a:lnSpc>
                          <a:spcPct val="100000"/>
                        </a:lnSpc>
                        <a:spcBef>
                          <a:spcPts val="450"/>
                        </a:spcBef>
                      </a:pPr>
                      <a:r>
                        <a:rPr sz="1200" dirty="0">
                          <a:solidFill>
                            <a:srgbClr val="538235"/>
                          </a:solidFill>
                          <a:latin typeface="Tahoma"/>
                          <a:cs typeface="Tahoma"/>
                        </a:rPr>
                        <a:t>6</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810" algn="ctr">
                        <a:lnSpc>
                          <a:spcPct val="100000"/>
                        </a:lnSpc>
                        <a:spcBef>
                          <a:spcPts val="400"/>
                        </a:spcBef>
                      </a:pPr>
                      <a:r>
                        <a:rPr sz="1250" dirty="0">
                          <a:solidFill>
                            <a:srgbClr val="538235"/>
                          </a:solidFill>
                          <a:latin typeface="Tahoma"/>
                          <a:cs typeface="Tahoma"/>
                        </a:rPr>
                        <a:t>7</a:t>
                      </a:r>
                      <a:endParaRPr sz="1250">
                        <a:latin typeface="Tahoma"/>
                        <a:cs typeface="Tahoma"/>
                      </a:endParaRPr>
                    </a:p>
                  </a:txBody>
                  <a:tcPr marL="0" marR="0" marT="5080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396697"/>
            <a:ext cx="5756275" cy="3446145"/>
          </a:xfrm>
          <a:prstGeom prst="rect">
            <a:avLst/>
          </a:prstGeom>
        </p:spPr>
        <p:txBody>
          <a:bodyPr vert="horz" wrap="square" lIns="0" tIns="13970" rIns="0" bIns="0" rtlCol="0">
            <a:spAutoFit/>
          </a:bodyPr>
          <a:lstStyle/>
          <a:p>
            <a:pPr marL="12700">
              <a:lnSpc>
                <a:spcPct val="100000"/>
              </a:lnSpc>
              <a:spcBef>
                <a:spcPts val="110"/>
              </a:spcBef>
            </a:pPr>
            <a:r>
              <a:rPr sz="1600" b="1" dirty="0">
                <a:solidFill>
                  <a:srgbClr val="538235"/>
                </a:solidFill>
                <a:latin typeface="Tahoma"/>
                <a:cs typeface="Tahoma"/>
              </a:rPr>
              <a:t>ASYMMETRIC</a:t>
            </a:r>
            <a:r>
              <a:rPr sz="1600" b="1" spc="-70" dirty="0">
                <a:solidFill>
                  <a:srgbClr val="538235"/>
                </a:solidFill>
                <a:latin typeface="Tahoma"/>
                <a:cs typeface="Tahoma"/>
              </a:rPr>
              <a:t> </a:t>
            </a:r>
            <a:r>
              <a:rPr sz="1600" b="1" dirty="0">
                <a:solidFill>
                  <a:srgbClr val="538235"/>
                </a:solidFill>
                <a:latin typeface="Tahoma"/>
                <a:cs typeface="Tahoma"/>
              </a:rPr>
              <a:t>KEY</a:t>
            </a:r>
            <a:r>
              <a:rPr sz="1600" b="1" spc="-40" dirty="0">
                <a:solidFill>
                  <a:srgbClr val="538235"/>
                </a:solidFill>
                <a:latin typeface="Tahoma"/>
                <a:cs typeface="Tahoma"/>
              </a:rPr>
              <a:t> </a:t>
            </a:r>
            <a:r>
              <a:rPr sz="1600" b="1" dirty="0">
                <a:solidFill>
                  <a:srgbClr val="538235"/>
                </a:solidFill>
                <a:latin typeface="Tahoma"/>
                <a:cs typeface="Tahoma"/>
              </a:rPr>
              <a:t>CIPHERS</a:t>
            </a:r>
            <a:endParaRPr sz="1600">
              <a:latin typeface="Tahoma"/>
              <a:cs typeface="Tahoma"/>
            </a:endParaRPr>
          </a:p>
          <a:p>
            <a:pPr>
              <a:lnSpc>
                <a:spcPct val="100000"/>
              </a:lnSpc>
            </a:pPr>
            <a:endParaRPr sz="1900">
              <a:latin typeface="Tahoma"/>
              <a:cs typeface="Tahoma"/>
            </a:endParaRPr>
          </a:p>
          <a:p>
            <a:pPr marL="12700">
              <a:lnSpc>
                <a:spcPct val="100000"/>
              </a:lnSpc>
              <a:spcBef>
                <a:spcPts val="1525"/>
              </a:spcBef>
            </a:pPr>
            <a:r>
              <a:rPr sz="1400" b="1" spc="-10" dirty="0">
                <a:solidFill>
                  <a:srgbClr val="538235"/>
                </a:solidFill>
                <a:latin typeface="Tahoma"/>
                <a:cs typeface="Tahoma"/>
              </a:rPr>
              <a:t>RSA</a:t>
            </a:r>
            <a:endParaRPr sz="1400">
              <a:latin typeface="Tahoma"/>
              <a:cs typeface="Tahoma"/>
            </a:endParaRPr>
          </a:p>
          <a:p>
            <a:pPr marL="12700" marR="316230">
              <a:lnSpc>
                <a:spcPct val="150000"/>
              </a:lnSpc>
              <a:spcBef>
                <a:spcPts val="60"/>
              </a:spcBef>
            </a:pPr>
            <a:r>
              <a:rPr sz="1200" dirty="0">
                <a:solidFill>
                  <a:srgbClr val="538235"/>
                </a:solidFill>
                <a:latin typeface="Tahoma"/>
                <a:cs typeface="Tahoma"/>
              </a:rPr>
              <a:t>RSA</a:t>
            </a:r>
            <a:r>
              <a:rPr sz="1200" spc="-20" dirty="0">
                <a:solidFill>
                  <a:srgbClr val="538235"/>
                </a:solidFill>
                <a:latin typeface="Tahoma"/>
                <a:cs typeface="Tahoma"/>
              </a:rPr>
              <a:t> </a:t>
            </a:r>
            <a:r>
              <a:rPr sz="1200" spc="-5" dirty="0">
                <a:solidFill>
                  <a:srgbClr val="538235"/>
                </a:solidFill>
                <a:latin typeface="Tahoma"/>
                <a:cs typeface="Tahoma"/>
              </a:rPr>
              <a:t>was</a:t>
            </a:r>
            <a:r>
              <a:rPr sz="1200" dirty="0">
                <a:solidFill>
                  <a:srgbClr val="538235"/>
                </a:solidFill>
                <a:latin typeface="Tahoma"/>
                <a:cs typeface="Tahoma"/>
              </a:rPr>
              <a:t> </a:t>
            </a:r>
            <a:r>
              <a:rPr sz="1200" spc="-5" dirty="0">
                <a:solidFill>
                  <a:srgbClr val="538235"/>
                </a:solidFill>
                <a:latin typeface="Tahoma"/>
                <a:cs typeface="Tahoma"/>
              </a:rPr>
              <a:t>developed</a:t>
            </a:r>
            <a:r>
              <a:rPr sz="1200" spc="20" dirty="0">
                <a:solidFill>
                  <a:srgbClr val="538235"/>
                </a:solidFill>
                <a:latin typeface="Tahoma"/>
                <a:cs typeface="Tahoma"/>
              </a:rPr>
              <a:t> </a:t>
            </a:r>
            <a:r>
              <a:rPr sz="1200" dirty="0">
                <a:solidFill>
                  <a:srgbClr val="538235"/>
                </a:solidFill>
                <a:latin typeface="Tahoma"/>
                <a:cs typeface="Tahoma"/>
              </a:rPr>
              <a:t>by</a:t>
            </a:r>
            <a:r>
              <a:rPr sz="1200" spc="-15" dirty="0">
                <a:solidFill>
                  <a:srgbClr val="538235"/>
                </a:solidFill>
                <a:latin typeface="Tahoma"/>
                <a:cs typeface="Tahoma"/>
              </a:rPr>
              <a:t> </a:t>
            </a:r>
            <a:r>
              <a:rPr sz="1200" spc="-10" dirty="0">
                <a:solidFill>
                  <a:srgbClr val="538235"/>
                </a:solidFill>
                <a:latin typeface="Tahoma"/>
                <a:cs typeface="Tahoma"/>
              </a:rPr>
              <a:t>Ron</a:t>
            </a:r>
            <a:r>
              <a:rPr sz="1200" spc="30" dirty="0">
                <a:solidFill>
                  <a:srgbClr val="538235"/>
                </a:solidFill>
                <a:latin typeface="Tahoma"/>
                <a:cs typeface="Tahoma"/>
              </a:rPr>
              <a:t> </a:t>
            </a:r>
            <a:r>
              <a:rPr sz="1200" spc="-5" dirty="0">
                <a:solidFill>
                  <a:srgbClr val="538235"/>
                </a:solidFill>
                <a:latin typeface="Tahoma"/>
                <a:cs typeface="Tahoma"/>
              </a:rPr>
              <a:t>Rivest,</a:t>
            </a:r>
            <a:r>
              <a:rPr sz="1200" spc="5" dirty="0">
                <a:solidFill>
                  <a:srgbClr val="538235"/>
                </a:solidFill>
                <a:latin typeface="Tahoma"/>
                <a:cs typeface="Tahoma"/>
              </a:rPr>
              <a:t> </a:t>
            </a:r>
            <a:r>
              <a:rPr sz="1200" dirty="0">
                <a:solidFill>
                  <a:srgbClr val="538235"/>
                </a:solidFill>
                <a:latin typeface="Tahoma"/>
                <a:cs typeface="Tahoma"/>
              </a:rPr>
              <a:t>Adi </a:t>
            </a:r>
            <a:r>
              <a:rPr sz="1200" spc="-30" dirty="0">
                <a:solidFill>
                  <a:srgbClr val="538235"/>
                </a:solidFill>
                <a:latin typeface="Tahoma"/>
                <a:cs typeface="Tahoma"/>
              </a:rPr>
              <a:t>Shamir,</a:t>
            </a:r>
            <a:r>
              <a:rPr sz="1200" spc="30" dirty="0">
                <a:solidFill>
                  <a:srgbClr val="538235"/>
                </a:solidFill>
                <a:latin typeface="Tahoma"/>
                <a:cs typeface="Tahoma"/>
              </a:rPr>
              <a:t> </a:t>
            </a:r>
            <a:r>
              <a:rPr sz="1200" spc="-5" dirty="0">
                <a:solidFill>
                  <a:srgbClr val="538235"/>
                </a:solidFill>
                <a:latin typeface="Tahoma"/>
                <a:cs typeface="Tahoma"/>
              </a:rPr>
              <a:t>and Len</a:t>
            </a:r>
            <a:r>
              <a:rPr sz="1200" spc="10" dirty="0">
                <a:solidFill>
                  <a:srgbClr val="538235"/>
                </a:solidFill>
                <a:latin typeface="Tahoma"/>
                <a:cs typeface="Tahoma"/>
              </a:rPr>
              <a:t> </a:t>
            </a:r>
            <a:r>
              <a:rPr sz="1200" spc="-5" dirty="0">
                <a:solidFill>
                  <a:srgbClr val="538235"/>
                </a:solidFill>
                <a:latin typeface="Tahoma"/>
                <a:cs typeface="Tahoma"/>
              </a:rPr>
              <a:t>Adleman</a:t>
            </a:r>
            <a:r>
              <a:rPr sz="1200" spc="20" dirty="0">
                <a:solidFill>
                  <a:srgbClr val="538235"/>
                </a:solidFill>
                <a:latin typeface="Tahoma"/>
                <a:cs typeface="Tahoma"/>
              </a:rPr>
              <a:t> </a:t>
            </a:r>
            <a:r>
              <a:rPr sz="1200" spc="-5" dirty="0">
                <a:solidFill>
                  <a:srgbClr val="538235"/>
                </a:solidFill>
                <a:latin typeface="Tahoma"/>
                <a:cs typeface="Tahoma"/>
              </a:rPr>
              <a:t>at</a:t>
            </a:r>
            <a:r>
              <a:rPr sz="1200" spc="15" dirty="0">
                <a:solidFill>
                  <a:srgbClr val="538235"/>
                </a:solidFill>
                <a:latin typeface="Tahoma"/>
                <a:cs typeface="Tahoma"/>
              </a:rPr>
              <a:t> </a:t>
            </a:r>
            <a:r>
              <a:rPr sz="1200" spc="5" dirty="0">
                <a:solidFill>
                  <a:srgbClr val="538235"/>
                </a:solidFill>
                <a:latin typeface="Tahoma"/>
                <a:cs typeface="Tahoma"/>
              </a:rPr>
              <a:t>MIT</a:t>
            </a:r>
            <a:r>
              <a:rPr sz="1200" spc="-20" dirty="0">
                <a:solidFill>
                  <a:srgbClr val="538235"/>
                </a:solidFill>
                <a:latin typeface="Tahoma"/>
                <a:cs typeface="Tahoma"/>
              </a:rPr>
              <a:t> </a:t>
            </a:r>
            <a:r>
              <a:rPr sz="1200" spc="-10" dirty="0">
                <a:solidFill>
                  <a:srgbClr val="538235"/>
                </a:solidFill>
                <a:latin typeface="Tahoma"/>
                <a:cs typeface="Tahoma"/>
              </a:rPr>
              <a:t>in</a:t>
            </a:r>
            <a:r>
              <a:rPr sz="1200" spc="10" dirty="0">
                <a:solidFill>
                  <a:srgbClr val="538235"/>
                </a:solidFill>
                <a:latin typeface="Tahoma"/>
                <a:cs typeface="Tahoma"/>
              </a:rPr>
              <a:t> </a:t>
            </a:r>
            <a:r>
              <a:rPr sz="1200" spc="-25" dirty="0">
                <a:solidFill>
                  <a:srgbClr val="538235"/>
                </a:solidFill>
                <a:latin typeface="Tahoma"/>
                <a:cs typeface="Tahoma"/>
              </a:rPr>
              <a:t>1977. </a:t>
            </a:r>
            <a:r>
              <a:rPr sz="1200" spc="-360" dirty="0">
                <a:solidFill>
                  <a:srgbClr val="538235"/>
                </a:solidFill>
                <a:latin typeface="Tahoma"/>
                <a:cs typeface="Tahoma"/>
              </a:rPr>
              <a:t> </a:t>
            </a:r>
            <a:r>
              <a:rPr sz="1200" dirty="0">
                <a:solidFill>
                  <a:srgbClr val="538235"/>
                </a:solidFill>
                <a:latin typeface="Tahoma"/>
                <a:cs typeface="Tahoma"/>
              </a:rPr>
              <a:t>It</a:t>
            </a:r>
            <a:r>
              <a:rPr sz="1200" spc="-15"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dirty="0">
                <a:solidFill>
                  <a:srgbClr val="538235"/>
                </a:solidFill>
                <a:latin typeface="Tahoma"/>
                <a:cs typeface="Tahoma"/>
              </a:rPr>
              <a:t>a</a:t>
            </a:r>
            <a:r>
              <a:rPr sz="1200" spc="-25" dirty="0">
                <a:solidFill>
                  <a:srgbClr val="538235"/>
                </a:solidFill>
                <a:latin typeface="Tahoma"/>
                <a:cs typeface="Tahoma"/>
              </a:rPr>
              <a:t> </a:t>
            </a:r>
            <a:r>
              <a:rPr sz="1200" spc="-5" dirty="0">
                <a:solidFill>
                  <a:srgbClr val="538235"/>
                </a:solidFill>
                <a:latin typeface="Tahoma"/>
                <a:cs typeface="Tahoma"/>
              </a:rPr>
              <a:t>public-key</a:t>
            </a:r>
            <a:r>
              <a:rPr sz="1200" spc="10" dirty="0">
                <a:solidFill>
                  <a:srgbClr val="538235"/>
                </a:solidFill>
                <a:latin typeface="Tahoma"/>
                <a:cs typeface="Tahoma"/>
              </a:rPr>
              <a:t> </a:t>
            </a:r>
            <a:r>
              <a:rPr sz="1200" spc="-5" dirty="0">
                <a:solidFill>
                  <a:srgbClr val="538235"/>
                </a:solidFill>
                <a:latin typeface="Tahoma"/>
                <a:cs typeface="Tahoma"/>
              </a:rPr>
              <a:t>cryptographic</a:t>
            </a:r>
            <a:r>
              <a:rPr sz="1200" spc="-10" dirty="0">
                <a:solidFill>
                  <a:srgbClr val="538235"/>
                </a:solidFill>
                <a:latin typeface="Tahoma"/>
                <a:cs typeface="Tahoma"/>
              </a:rPr>
              <a:t> </a:t>
            </a:r>
            <a:r>
              <a:rPr sz="1200" spc="-5" dirty="0">
                <a:solidFill>
                  <a:srgbClr val="538235"/>
                </a:solidFill>
                <a:latin typeface="Tahoma"/>
                <a:cs typeface="Tahoma"/>
              </a:rPr>
              <a:t>algorithm.</a:t>
            </a:r>
            <a:endParaRPr sz="1200">
              <a:latin typeface="Tahoma"/>
              <a:cs typeface="Tahoma"/>
            </a:endParaRPr>
          </a:p>
          <a:p>
            <a:pPr marL="12700">
              <a:lnSpc>
                <a:spcPct val="100000"/>
              </a:lnSpc>
              <a:spcBef>
                <a:spcPts val="720"/>
              </a:spcBef>
            </a:pPr>
            <a:r>
              <a:rPr sz="1200" spc="-5" dirty="0">
                <a:solidFill>
                  <a:srgbClr val="538235"/>
                </a:solidFill>
                <a:latin typeface="Tahoma"/>
                <a:cs typeface="Tahoma"/>
              </a:rPr>
              <a:t>The</a:t>
            </a:r>
            <a:r>
              <a:rPr sz="1200" spc="55" dirty="0">
                <a:solidFill>
                  <a:srgbClr val="538235"/>
                </a:solidFill>
                <a:latin typeface="Tahoma"/>
                <a:cs typeface="Tahoma"/>
              </a:rPr>
              <a:t> </a:t>
            </a:r>
            <a:r>
              <a:rPr sz="1200" dirty="0">
                <a:solidFill>
                  <a:srgbClr val="538235"/>
                </a:solidFill>
                <a:latin typeface="Tahoma"/>
                <a:cs typeface="Tahoma"/>
              </a:rPr>
              <a:t>RSA</a:t>
            </a:r>
            <a:r>
              <a:rPr sz="1200" spc="65" dirty="0">
                <a:solidFill>
                  <a:srgbClr val="538235"/>
                </a:solidFill>
                <a:latin typeface="Tahoma"/>
                <a:cs typeface="Tahoma"/>
              </a:rPr>
              <a:t> </a:t>
            </a:r>
            <a:r>
              <a:rPr sz="1200" spc="-5" dirty="0">
                <a:solidFill>
                  <a:srgbClr val="538235"/>
                </a:solidFill>
                <a:latin typeface="Tahoma"/>
                <a:cs typeface="Tahoma"/>
              </a:rPr>
              <a:t>scheme</a:t>
            </a:r>
            <a:r>
              <a:rPr sz="1200" spc="80" dirty="0">
                <a:solidFill>
                  <a:srgbClr val="538235"/>
                </a:solidFill>
                <a:latin typeface="Tahoma"/>
                <a:cs typeface="Tahoma"/>
              </a:rPr>
              <a:t> </a:t>
            </a:r>
            <a:r>
              <a:rPr sz="1200" spc="-10" dirty="0">
                <a:solidFill>
                  <a:srgbClr val="538235"/>
                </a:solidFill>
                <a:latin typeface="Tahoma"/>
                <a:cs typeface="Tahoma"/>
              </a:rPr>
              <a:t>is</a:t>
            </a:r>
            <a:r>
              <a:rPr sz="1200" spc="50" dirty="0">
                <a:solidFill>
                  <a:srgbClr val="538235"/>
                </a:solidFill>
                <a:latin typeface="Tahoma"/>
                <a:cs typeface="Tahoma"/>
              </a:rPr>
              <a:t> </a:t>
            </a:r>
            <a:r>
              <a:rPr sz="1200" dirty="0">
                <a:solidFill>
                  <a:srgbClr val="538235"/>
                </a:solidFill>
                <a:latin typeface="Tahoma"/>
                <a:cs typeface="Tahoma"/>
              </a:rPr>
              <a:t>a</a:t>
            </a:r>
            <a:r>
              <a:rPr sz="1200" spc="55" dirty="0">
                <a:solidFill>
                  <a:srgbClr val="538235"/>
                </a:solidFill>
                <a:latin typeface="Tahoma"/>
                <a:cs typeface="Tahoma"/>
              </a:rPr>
              <a:t> </a:t>
            </a:r>
            <a:r>
              <a:rPr sz="1200" spc="-5" dirty="0">
                <a:solidFill>
                  <a:srgbClr val="538235"/>
                </a:solidFill>
                <a:latin typeface="Tahoma"/>
                <a:cs typeface="Tahoma"/>
              </a:rPr>
              <a:t>block</a:t>
            </a:r>
            <a:r>
              <a:rPr sz="1200" spc="65" dirty="0">
                <a:solidFill>
                  <a:srgbClr val="538235"/>
                </a:solidFill>
                <a:latin typeface="Tahoma"/>
                <a:cs typeface="Tahoma"/>
              </a:rPr>
              <a:t> </a:t>
            </a:r>
            <a:r>
              <a:rPr sz="1200" dirty="0">
                <a:solidFill>
                  <a:srgbClr val="538235"/>
                </a:solidFill>
                <a:latin typeface="Tahoma"/>
                <a:cs typeface="Tahoma"/>
              </a:rPr>
              <a:t>cipher</a:t>
            </a:r>
            <a:r>
              <a:rPr sz="1200" spc="90" dirty="0">
                <a:solidFill>
                  <a:srgbClr val="538235"/>
                </a:solidFill>
                <a:latin typeface="Tahoma"/>
                <a:cs typeface="Tahoma"/>
              </a:rPr>
              <a:t> </a:t>
            </a:r>
            <a:r>
              <a:rPr sz="1200" spc="-10" dirty="0">
                <a:solidFill>
                  <a:srgbClr val="538235"/>
                </a:solidFill>
                <a:latin typeface="Tahoma"/>
                <a:cs typeface="Tahoma"/>
              </a:rPr>
              <a:t>in</a:t>
            </a:r>
            <a:r>
              <a:rPr sz="1200" spc="65" dirty="0">
                <a:solidFill>
                  <a:srgbClr val="538235"/>
                </a:solidFill>
                <a:latin typeface="Tahoma"/>
                <a:cs typeface="Tahoma"/>
              </a:rPr>
              <a:t> </a:t>
            </a:r>
            <a:r>
              <a:rPr sz="1200" spc="-10" dirty="0">
                <a:solidFill>
                  <a:srgbClr val="538235"/>
                </a:solidFill>
                <a:latin typeface="Tahoma"/>
                <a:cs typeface="Tahoma"/>
              </a:rPr>
              <a:t>which</a:t>
            </a:r>
            <a:r>
              <a:rPr sz="1200" spc="65" dirty="0">
                <a:solidFill>
                  <a:srgbClr val="538235"/>
                </a:solidFill>
                <a:latin typeface="Tahoma"/>
                <a:cs typeface="Tahoma"/>
              </a:rPr>
              <a:t> </a:t>
            </a:r>
            <a:r>
              <a:rPr sz="1200" spc="5" dirty="0">
                <a:solidFill>
                  <a:srgbClr val="538235"/>
                </a:solidFill>
                <a:latin typeface="Tahoma"/>
                <a:cs typeface="Tahoma"/>
              </a:rPr>
              <a:t>the</a:t>
            </a:r>
            <a:r>
              <a:rPr sz="1200" spc="60" dirty="0">
                <a:solidFill>
                  <a:srgbClr val="538235"/>
                </a:solidFill>
                <a:latin typeface="Tahoma"/>
                <a:cs typeface="Tahoma"/>
              </a:rPr>
              <a:t> </a:t>
            </a:r>
            <a:r>
              <a:rPr sz="1200" spc="-5" dirty="0">
                <a:solidFill>
                  <a:srgbClr val="538235"/>
                </a:solidFill>
                <a:latin typeface="Tahoma"/>
                <a:cs typeface="Tahoma"/>
              </a:rPr>
              <a:t>plaintext</a:t>
            </a:r>
            <a:r>
              <a:rPr sz="1200" spc="70" dirty="0">
                <a:solidFill>
                  <a:srgbClr val="538235"/>
                </a:solidFill>
                <a:latin typeface="Tahoma"/>
                <a:cs typeface="Tahoma"/>
              </a:rPr>
              <a:t> </a:t>
            </a:r>
            <a:r>
              <a:rPr sz="1200" spc="-5" dirty="0">
                <a:solidFill>
                  <a:srgbClr val="538235"/>
                </a:solidFill>
                <a:latin typeface="Tahoma"/>
                <a:cs typeface="Tahoma"/>
              </a:rPr>
              <a:t>and</a:t>
            </a:r>
            <a:r>
              <a:rPr sz="1200" spc="70" dirty="0">
                <a:solidFill>
                  <a:srgbClr val="538235"/>
                </a:solidFill>
                <a:latin typeface="Tahoma"/>
                <a:cs typeface="Tahoma"/>
              </a:rPr>
              <a:t> </a:t>
            </a:r>
            <a:r>
              <a:rPr sz="1200" spc="-5" dirty="0">
                <a:solidFill>
                  <a:srgbClr val="538235"/>
                </a:solidFill>
                <a:latin typeface="Tahoma"/>
                <a:cs typeface="Tahoma"/>
              </a:rPr>
              <a:t>ciphertext</a:t>
            </a:r>
            <a:r>
              <a:rPr sz="1200" spc="75" dirty="0">
                <a:solidFill>
                  <a:srgbClr val="538235"/>
                </a:solidFill>
                <a:latin typeface="Tahoma"/>
                <a:cs typeface="Tahoma"/>
              </a:rPr>
              <a:t> </a:t>
            </a:r>
            <a:r>
              <a:rPr sz="1200" dirty="0">
                <a:solidFill>
                  <a:srgbClr val="538235"/>
                </a:solidFill>
                <a:latin typeface="Tahoma"/>
                <a:cs typeface="Tahoma"/>
              </a:rPr>
              <a:t>are</a:t>
            </a:r>
            <a:r>
              <a:rPr sz="1200" spc="55" dirty="0">
                <a:solidFill>
                  <a:srgbClr val="538235"/>
                </a:solidFill>
                <a:latin typeface="Tahoma"/>
                <a:cs typeface="Tahoma"/>
              </a:rPr>
              <a:t> </a:t>
            </a:r>
            <a:r>
              <a:rPr sz="1200" spc="-5" dirty="0">
                <a:solidFill>
                  <a:srgbClr val="538235"/>
                </a:solidFill>
                <a:latin typeface="Tahoma"/>
                <a:cs typeface="Tahoma"/>
              </a:rPr>
              <a:t>integers</a:t>
            </a:r>
            <a:endParaRPr sz="1200">
              <a:latin typeface="Tahoma"/>
              <a:cs typeface="Tahoma"/>
            </a:endParaRPr>
          </a:p>
          <a:p>
            <a:pPr marL="12700">
              <a:lnSpc>
                <a:spcPct val="100000"/>
              </a:lnSpc>
              <a:spcBef>
                <a:spcPts val="720"/>
              </a:spcBef>
            </a:pPr>
            <a:r>
              <a:rPr sz="1200" spc="-5" dirty="0">
                <a:solidFill>
                  <a:srgbClr val="538235"/>
                </a:solidFill>
                <a:latin typeface="Tahoma"/>
                <a:cs typeface="Tahoma"/>
              </a:rPr>
              <a:t>between</a:t>
            </a:r>
            <a:r>
              <a:rPr sz="1200" spc="25" dirty="0">
                <a:solidFill>
                  <a:srgbClr val="538235"/>
                </a:solidFill>
                <a:latin typeface="Tahoma"/>
                <a:cs typeface="Tahoma"/>
              </a:rPr>
              <a:t> </a:t>
            </a:r>
            <a:r>
              <a:rPr sz="1200" dirty="0">
                <a:solidFill>
                  <a:srgbClr val="538235"/>
                </a:solidFill>
                <a:latin typeface="Tahoma"/>
                <a:cs typeface="Tahoma"/>
              </a:rPr>
              <a:t>0</a:t>
            </a:r>
            <a:r>
              <a:rPr sz="1200" spc="-30" dirty="0">
                <a:solidFill>
                  <a:srgbClr val="538235"/>
                </a:solidFill>
                <a:latin typeface="Tahoma"/>
                <a:cs typeface="Tahoma"/>
              </a:rPr>
              <a:t> </a:t>
            </a:r>
            <a:r>
              <a:rPr sz="1200" spc="-5" dirty="0">
                <a:solidFill>
                  <a:srgbClr val="538235"/>
                </a:solidFill>
                <a:latin typeface="Tahoma"/>
                <a:cs typeface="Tahoma"/>
              </a:rPr>
              <a:t>and</a:t>
            </a:r>
            <a:r>
              <a:rPr sz="1200" spc="10" dirty="0">
                <a:solidFill>
                  <a:srgbClr val="538235"/>
                </a:solidFill>
                <a:latin typeface="Tahoma"/>
                <a:cs typeface="Tahoma"/>
              </a:rPr>
              <a:t> </a:t>
            </a:r>
            <a:r>
              <a:rPr sz="1200" dirty="0">
                <a:solidFill>
                  <a:srgbClr val="538235"/>
                </a:solidFill>
                <a:latin typeface="Tahoma"/>
                <a:cs typeface="Tahoma"/>
              </a:rPr>
              <a:t>n</a:t>
            </a:r>
            <a:r>
              <a:rPr sz="1200" spc="5" dirty="0">
                <a:solidFill>
                  <a:srgbClr val="538235"/>
                </a:solidFill>
                <a:latin typeface="Tahoma"/>
                <a:cs typeface="Tahoma"/>
              </a:rPr>
              <a:t> </a:t>
            </a:r>
            <a:r>
              <a:rPr sz="1200" dirty="0">
                <a:solidFill>
                  <a:srgbClr val="538235"/>
                </a:solidFill>
                <a:latin typeface="Tahoma"/>
                <a:cs typeface="Tahoma"/>
              </a:rPr>
              <a:t>-</a:t>
            </a:r>
            <a:r>
              <a:rPr sz="1200" spc="-25" dirty="0">
                <a:solidFill>
                  <a:srgbClr val="538235"/>
                </a:solidFill>
                <a:latin typeface="Tahoma"/>
                <a:cs typeface="Tahoma"/>
              </a:rPr>
              <a:t> </a:t>
            </a:r>
            <a:r>
              <a:rPr sz="1200" dirty="0">
                <a:solidFill>
                  <a:srgbClr val="538235"/>
                </a:solidFill>
                <a:latin typeface="Tahoma"/>
                <a:cs typeface="Tahoma"/>
              </a:rPr>
              <a:t>1</a:t>
            </a:r>
            <a:r>
              <a:rPr sz="1200" spc="-5" dirty="0">
                <a:solidFill>
                  <a:srgbClr val="538235"/>
                </a:solidFill>
                <a:latin typeface="Tahoma"/>
                <a:cs typeface="Tahoma"/>
              </a:rPr>
              <a:t> for some</a:t>
            </a:r>
            <a:r>
              <a:rPr sz="1200" spc="10" dirty="0">
                <a:solidFill>
                  <a:srgbClr val="538235"/>
                </a:solidFill>
                <a:latin typeface="Tahoma"/>
                <a:cs typeface="Tahoma"/>
              </a:rPr>
              <a:t> </a:t>
            </a:r>
            <a:r>
              <a:rPr sz="1200" dirty="0">
                <a:solidFill>
                  <a:srgbClr val="538235"/>
                </a:solidFill>
                <a:latin typeface="Tahoma"/>
                <a:cs typeface="Tahoma"/>
              </a:rPr>
              <a:t>n.</a:t>
            </a:r>
            <a:endParaRPr sz="1200">
              <a:latin typeface="Tahoma"/>
              <a:cs typeface="Tahoma"/>
            </a:endParaRPr>
          </a:p>
          <a:p>
            <a:pPr marL="12700">
              <a:lnSpc>
                <a:spcPct val="100000"/>
              </a:lnSpc>
              <a:spcBef>
                <a:spcPts val="720"/>
              </a:spcBef>
            </a:pPr>
            <a:r>
              <a:rPr sz="1200" dirty="0">
                <a:solidFill>
                  <a:srgbClr val="538235"/>
                </a:solidFill>
                <a:latin typeface="Tahoma"/>
                <a:cs typeface="Tahoma"/>
              </a:rPr>
              <a:t>A </a:t>
            </a:r>
            <a:r>
              <a:rPr sz="1200" spc="-5" dirty="0">
                <a:solidFill>
                  <a:srgbClr val="538235"/>
                </a:solidFill>
                <a:latin typeface="Tahoma"/>
                <a:cs typeface="Tahoma"/>
              </a:rPr>
              <a:t>typical</a:t>
            </a:r>
            <a:r>
              <a:rPr sz="1200" spc="-20" dirty="0">
                <a:solidFill>
                  <a:srgbClr val="538235"/>
                </a:solidFill>
                <a:latin typeface="Tahoma"/>
                <a:cs typeface="Tahoma"/>
              </a:rPr>
              <a:t> </a:t>
            </a:r>
            <a:r>
              <a:rPr sz="1200" spc="-10" dirty="0">
                <a:solidFill>
                  <a:srgbClr val="538235"/>
                </a:solidFill>
                <a:latin typeface="Tahoma"/>
                <a:cs typeface="Tahoma"/>
              </a:rPr>
              <a:t>size</a:t>
            </a:r>
            <a:r>
              <a:rPr sz="1200" spc="20" dirty="0">
                <a:solidFill>
                  <a:srgbClr val="538235"/>
                </a:solidFill>
                <a:latin typeface="Tahoma"/>
                <a:cs typeface="Tahoma"/>
              </a:rPr>
              <a:t> </a:t>
            </a:r>
            <a:r>
              <a:rPr sz="1200" spc="-5" dirty="0">
                <a:solidFill>
                  <a:srgbClr val="538235"/>
                </a:solidFill>
                <a:latin typeface="Tahoma"/>
                <a:cs typeface="Tahoma"/>
              </a:rPr>
              <a:t>for</a:t>
            </a:r>
            <a:r>
              <a:rPr sz="1200" spc="5" dirty="0">
                <a:solidFill>
                  <a:srgbClr val="538235"/>
                </a:solidFill>
                <a:latin typeface="Tahoma"/>
                <a:cs typeface="Tahoma"/>
              </a:rPr>
              <a:t> </a:t>
            </a:r>
            <a:r>
              <a:rPr sz="1200" dirty="0">
                <a:solidFill>
                  <a:srgbClr val="538235"/>
                </a:solidFill>
                <a:latin typeface="Tahoma"/>
                <a:cs typeface="Tahoma"/>
              </a:rPr>
              <a:t>n</a:t>
            </a:r>
            <a:r>
              <a:rPr sz="1200" spc="5" dirty="0">
                <a:solidFill>
                  <a:srgbClr val="538235"/>
                </a:solidFill>
                <a:latin typeface="Tahoma"/>
                <a:cs typeface="Tahoma"/>
              </a:rPr>
              <a:t> </a:t>
            </a:r>
            <a:r>
              <a:rPr sz="1200" spc="-10" dirty="0">
                <a:solidFill>
                  <a:srgbClr val="538235"/>
                </a:solidFill>
                <a:latin typeface="Tahoma"/>
                <a:cs typeface="Tahoma"/>
              </a:rPr>
              <a:t>is</a:t>
            </a:r>
            <a:r>
              <a:rPr sz="1200" dirty="0">
                <a:solidFill>
                  <a:srgbClr val="538235"/>
                </a:solidFill>
                <a:latin typeface="Tahoma"/>
                <a:cs typeface="Tahoma"/>
              </a:rPr>
              <a:t> </a:t>
            </a:r>
            <a:r>
              <a:rPr sz="1200" spc="-10" dirty="0">
                <a:solidFill>
                  <a:srgbClr val="538235"/>
                </a:solidFill>
                <a:latin typeface="Tahoma"/>
                <a:cs typeface="Tahoma"/>
              </a:rPr>
              <a:t>1024</a:t>
            </a:r>
            <a:r>
              <a:rPr sz="1200" dirty="0">
                <a:solidFill>
                  <a:srgbClr val="538235"/>
                </a:solidFill>
                <a:latin typeface="Tahoma"/>
                <a:cs typeface="Tahoma"/>
              </a:rPr>
              <a:t> </a:t>
            </a:r>
            <a:r>
              <a:rPr sz="1200" spc="-5" dirty="0">
                <a:solidFill>
                  <a:srgbClr val="538235"/>
                </a:solidFill>
                <a:latin typeface="Tahoma"/>
                <a:cs typeface="Tahoma"/>
              </a:rPr>
              <a:t>bits,</a:t>
            </a:r>
            <a:r>
              <a:rPr sz="1200" dirty="0">
                <a:solidFill>
                  <a:srgbClr val="538235"/>
                </a:solidFill>
                <a:latin typeface="Tahoma"/>
                <a:cs typeface="Tahoma"/>
              </a:rPr>
              <a:t> </a:t>
            </a:r>
            <a:r>
              <a:rPr sz="1200" spc="-5" dirty="0">
                <a:solidFill>
                  <a:srgbClr val="538235"/>
                </a:solidFill>
                <a:latin typeface="Tahoma"/>
                <a:cs typeface="Tahoma"/>
              </a:rPr>
              <a:t>or</a:t>
            </a:r>
            <a:r>
              <a:rPr sz="1200" spc="5" dirty="0">
                <a:solidFill>
                  <a:srgbClr val="538235"/>
                </a:solidFill>
                <a:latin typeface="Tahoma"/>
                <a:cs typeface="Tahoma"/>
              </a:rPr>
              <a:t> </a:t>
            </a:r>
            <a:r>
              <a:rPr sz="1200" spc="-10" dirty="0">
                <a:solidFill>
                  <a:srgbClr val="538235"/>
                </a:solidFill>
                <a:latin typeface="Tahoma"/>
                <a:cs typeface="Tahoma"/>
              </a:rPr>
              <a:t>309</a:t>
            </a:r>
            <a:r>
              <a:rPr sz="1200" spc="-5" dirty="0">
                <a:solidFill>
                  <a:srgbClr val="538235"/>
                </a:solidFill>
                <a:latin typeface="Tahoma"/>
                <a:cs typeface="Tahoma"/>
              </a:rPr>
              <a:t> decimal</a:t>
            </a:r>
            <a:r>
              <a:rPr sz="1200" spc="25" dirty="0">
                <a:solidFill>
                  <a:srgbClr val="538235"/>
                </a:solidFill>
                <a:latin typeface="Tahoma"/>
                <a:cs typeface="Tahoma"/>
              </a:rPr>
              <a:t> </a:t>
            </a:r>
            <a:r>
              <a:rPr sz="1200" spc="-5" dirty="0">
                <a:solidFill>
                  <a:srgbClr val="538235"/>
                </a:solidFill>
                <a:latin typeface="Tahoma"/>
                <a:cs typeface="Tahoma"/>
              </a:rPr>
              <a:t>digits.</a:t>
            </a:r>
            <a:endParaRPr sz="1200">
              <a:latin typeface="Tahoma"/>
              <a:cs typeface="Tahoma"/>
            </a:endParaRPr>
          </a:p>
          <a:p>
            <a:pPr marL="12700">
              <a:lnSpc>
                <a:spcPct val="100000"/>
              </a:lnSpc>
              <a:spcBef>
                <a:spcPts val="720"/>
              </a:spcBef>
            </a:pPr>
            <a:r>
              <a:rPr sz="1200" b="1" spc="-5" dirty="0">
                <a:solidFill>
                  <a:srgbClr val="538235"/>
                </a:solidFill>
                <a:latin typeface="Tahoma"/>
                <a:cs typeface="Tahoma"/>
              </a:rPr>
              <a:t>Applications</a:t>
            </a:r>
            <a:r>
              <a:rPr sz="1200" b="1" spc="-15" dirty="0">
                <a:solidFill>
                  <a:srgbClr val="538235"/>
                </a:solidFill>
                <a:latin typeface="Tahoma"/>
                <a:cs typeface="Tahoma"/>
              </a:rPr>
              <a:t> </a:t>
            </a:r>
            <a:r>
              <a:rPr sz="1200" b="1" dirty="0">
                <a:solidFill>
                  <a:srgbClr val="538235"/>
                </a:solidFill>
                <a:latin typeface="Tahoma"/>
                <a:cs typeface="Tahoma"/>
              </a:rPr>
              <a:t>of</a:t>
            </a:r>
            <a:r>
              <a:rPr sz="1200" b="1" spc="-45" dirty="0">
                <a:solidFill>
                  <a:srgbClr val="538235"/>
                </a:solidFill>
                <a:latin typeface="Tahoma"/>
                <a:cs typeface="Tahoma"/>
              </a:rPr>
              <a:t> </a:t>
            </a:r>
            <a:r>
              <a:rPr sz="1200" b="1" spc="-5" dirty="0">
                <a:solidFill>
                  <a:srgbClr val="538235"/>
                </a:solidFill>
                <a:latin typeface="Tahoma"/>
                <a:cs typeface="Tahoma"/>
              </a:rPr>
              <a:t>RSA</a:t>
            </a:r>
            <a:endParaRPr sz="1200">
              <a:latin typeface="Tahoma"/>
              <a:cs typeface="Tahoma"/>
            </a:endParaRPr>
          </a:p>
          <a:p>
            <a:pPr marL="12700">
              <a:lnSpc>
                <a:spcPct val="100000"/>
              </a:lnSpc>
              <a:spcBef>
                <a:spcPts val="720"/>
              </a:spcBef>
            </a:pPr>
            <a:r>
              <a:rPr sz="1200" spc="-15" dirty="0">
                <a:solidFill>
                  <a:srgbClr val="538235"/>
                </a:solidFill>
                <a:latin typeface="Tahoma"/>
                <a:cs typeface="Tahoma"/>
              </a:rPr>
              <a:t>Key</a:t>
            </a:r>
            <a:r>
              <a:rPr sz="1200" dirty="0">
                <a:solidFill>
                  <a:srgbClr val="538235"/>
                </a:solidFill>
                <a:latin typeface="Tahoma"/>
                <a:cs typeface="Tahoma"/>
              </a:rPr>
              <a:t> </a:t>
            </a:r>
            <a:r>
              <a:rPr sz="1200" spc="-5" dirty="0">
                <a:solidFill>
                  <a:srgbClr val="538235"/>
                </a:solidFill>
                <a:latin typeface="Tahoma"/>
                <a:cs typeface="Tahoma"/>
              </a:rPr>
              <a:t>Exchange</a:t>
            </a:r>
            <a:r>
              <a:rPr sz="1200" dirty="0">
                <a:solidFill>
                  <a:srgbClr val="538235"/>
                </a:solidFill>
                <a:latin typeface="Tahoma"/>
                <a:cs typeface="Tahoma"/>
              </a:rPr>
              <a:t> </a:t>
            </a:r>
            <a:r>
              <a:rPr sz="1200" spc="-10" dirty="0">
                <a:solidFill>
                  <a:srgbClr val="538235"/>
                </a:solidFill>
                <a:latin typeface="Tahoma"/>
                <a:cs typeface="Tahoma"/>
              </a:rPr>
              <a:t>in</a:t>
            </a:r>
            <a:r>
              <a:rPr sz="1200" dirty="0">
                <a:solidFill>
                  <a:srgbClr val="538235"/>
                </a:solidFill>
                <a:latin typeface="Tahoma"/>
                <a:cs typeface="Tahoma"/>
              </a:rPr>
              <a:t> TLS,</a:t>
            </a:r>
            <a:r>
              <a:rPr sz="1200" spc="-25" dirty="0">
                <a:solidFill>
                  <a:srgbClr val="538235"/>
                </a:solidFill>
                <a:latin typeface="Tahoma"/>
                <a:cs typeface="Tahoma"/>
              </a:rPr>
              <a:t> </a:t>
            </a:r>
            <a:r>
              <a:rPr sz="1200" spc="-5" dirty="0">
                <a:solidFill>
                  <a:srgbClr val="538235"/>
                </a:solidFill>
                <a:latin typeface="Tahoma"/>
                <a:cs typeface="Tahoma"/>
              </a:rPr>
              <a:t>WTLS</a:t>
            </a:r>
            <a:r>
              <a:rPr sz="1200" spc="5" dirty="0">
                <a:solidFill>
                  <a:srgbClr val="538235"/>
                </a:solidFill>
                <a:latin typeface="Tahoma"/>
                <a:cs typeface="Tahoma"/>
              </a:rPr>
              <a:t> </a:t>
            </a:r>
            <a:r>
              <a:rPr sz="1200" spc="-5" dirty="0">
                <a:solidFill>
                  <a:srgbClr val="538235"/>
                </a:solidFill>
                <a:latin typeface="Tahoma"/>
                <a:cs typeface="Tahoma"/>
              </a:rPr>
              <a:t>etc.</a:t>
            </a:r>
            <a:endParaRPr sz="1200">
              <a:latin typeface="Tahoma"/>
              <a:cs typeface="Tahoma"/>
            </a:endParaRPr>
          </a:p>
          <a:p>
            <a:pPr marL="12700">
              <a:lnSpc>
                <a:spcPct val="100000"/>
              </a:lnSpc>
              <a:spcBef>
                <a:spcPts val="720"/>
              </a:spcBef>
            </a:pPr>
            <a:r>
              <a:rPr sz="1200" spc="-5" dirty="0">
                <a:solidFill>
                  <a:srgbClr val="538235"/>
                </a:solidFill>
                <a:latin typeface="Tahoma"/>
                <a:cs typeface="Tahoma"/>
              </a:rPr>
              <a:t>Producing</a:t>
            </a:r>
            <a:r>
              <a:rPr sz="1200" dirty="0">
                <a:solidFill>
                  <a:srgbClr val="538235"/>
                </a:solidFill>
                <a:latin typeface="Tahoma"/>
                <a:cs typeface="Tahoma"/>
              </a:rPr>
              <a:t> </a:t>
            </a:r>
            <a:r>
              <a:rPr sz="1200" spc="-5" dirty="0">
                <a:solidFill>
                  <a:srgbClr val="538235"/>
                </a:solidFill>
                <a:latin typeface="Tahoma"/>
                <a:cs typeface="Tahoma"/>
              </a:rPr>
              <a:t>Digital</a:t>
            </a:r>
            <a:r>
              <a:rPr sz="1200" spc="10" dirty="0">
                <a:solidFill>
                  <a:srgbClr val="538235"/>
                </a:solidFill>
                <a:latin typeface="Tahoma"/>
                <a:cs typeface="Tahoma"/>
              </a:rPr>
              <a:t> </a:t>
            </a:r>
            <a:r>
              <a:rPr sz="1200" spc="-5" dirty="0">
                <a:solidFill>
                  <a:srgbClr val="538235"/>
                </a:solidFill>
                <a:latin typeface="Tahoma"/>
                <a:cs typeface="Tahoma"/>
              </a:rPr>
              <a:t>Signatures</a:t>
            </a:r>
            <a:r>
              <a:rPr sz="1200" spc="30" dirty="0">
                <a:solidFill>
                  <a:srgbClr val="538235"/>
                </a:solidFill>
                <a:latin typeface="Tahoma"/>
                <a:cs typeface="Tahoma"/>
              </a:rPr>
              <a:t> </a:t>
            </a:r>
            <a:r>
              <a:rPr sz="1200" spc="-10" dirty="0">
                <a:solidFill>
                  <a:srgbClr val="538235"/>
                </a:solidFill>
                <a:latin typeface="Tahoma"/>
                <a:cs typeface="Tahoma"/>
              </a:rPr>
              <a:t>in</a:t>
            </a:r>
            <a:r>
              <a:rPr sz="1200" spc="20" dirty="0">
                <a:solidFill>
                  <a:srgbClr val="538235"/>
                </a:solidFill>
                <a:latin typeface="Tahoma"/>
                <a:cs typeface="Tahoma"/>
              </a:rPr>
              <a:t> </a:t>
            </a:r>
            <a:r>
              <a:rPr sz="1200" spc="-10" dirty="0">
                <a:solidFill>
                  <a:srgbClr val="538235"/>
                </a:solidFill>
                <a:latin typeface="Tahoma"/>
                <a:cs typeface="Tahoma"/>
              </a:rPr>
              <a:t>SSL</a:t>
            </a:r>
            <a:r>
              <a:rPr sz="1200" spc="-5" dirty="0">
                <a:solidFill>
                  <a:srgbClr val="538235"/>
                </a:solidFill>
                <a:latin typeface="Tahoma"/>
                <a:cs typeface="Tahoma"/>
              </a:rPr>
              <a:t> </a:t>
            </a:r>
            <a:r>
              <a:rPr sz="1200" spc="-10" dirty="0">
                <a:solidFill>
                  <a:srgbClr val="538235"/>
                </a:solidFill>
                <a:latin typeface="Tahoma"/>
                <a:cs typeface="Tahoma"/>
              </a:rPr>
              <a:t>Certificate,</a:t>
            </a:r>
            <a:r>
              <a:rPr sz="1200" spc="50" dirty="0">
                <a:solidFill>
                  <a:srgbClr val="538235"/>
                </a:solidFill>
                <a:latin typeface="Tahoma"/>
                <a:cs typeface="Tahoma"/>
              </a:rPr>
              <a:t> </a:t>
            </a:r>
            <a:r>
              <a:rPr sz="1200" spc="-45" dirty="0">
                <a:solidFill>
                  <a:srgbClr val="538235"/>
                </a:solidFill>
                <a:latin typeface="Tahoma"/>
                <a:cs typeface="Tahoma"/>
              </a:rPr>
              <a:t>PGP,</a:t>
            </a:r>
            <a:r>
              <a:rPr sz="1200" spc="-10" dirty="0">
                <a:solidFill>
                  <a:srgbClr val="538235"/>
                </a:solidFill>
                <a:latin typeface="Tahoma"/>
                <a:cs typeface="Tahoma"/>
              </a:rPr>
              <a:t> </a:t>
            </a:r>
            <a:r>
              <a:rPr sz="1200" dirty="0">
                <a:solidFill>
                  <a:srgbClr val="538235"/>
                </a:solidFill>
                <a:latin typeface="Tahoma"/>
                <a:cs typeface="Tahoma"/>
              </a:rPr>
              <a:t>S/MIME</a:t>
            </a:r>
            <a:r>
              <a:rPr sz="1200" spc="-10" dirty="0">
                <a:solidFill>
                  <a:srgbClr val="538235"/>
                </a:solidFill>
                <a:latin typeface="Tahoma"/>
                <a:cs typeface="Tahoma"/>
              </a:rPr>
              <a:t> </a:t>
            </a:r>
            <a:r>
              <a:rPr sz="1200" spc="-5" dirty="0">
                <a:solidFill>
                  <a:srgbClr val="538235"/>
                </a:solidFill>
                <a:latin typeface="Tahoma"/>
                <a:cs typeface="Tahoma"/>
              </a:rPr>
              <a:t>etc.</a:t>
            </a:r>
            <a:endParaRPr sz="1200">
              <a:latin typeface="Tahoma"/>
              <a:cs typeface="Tahoma"/>
            </a:endParaRPr>
          </a:p>
          <a:p>
            <a:pPr marL="12700">
              <a:lnSpc>
                <a:spcPct val="100000"/>
              </a:lnSpc>
              <a:spcBef>
                <a:spcPts val="725"/>
              </a:spcBef>
            </a:pPr>
            <a:r>
              <a:rPr sz="1200" spc="-5" dirty="0">
                <a:solidFill>
                  <a:srgbClr val="538235"/>
                </a:solidFill>
                <a:latin typeface="Tahoma"/>
                <a:cs typeface="Tahoma"/>
              </a:rPr>
              <a:t>Encrypting</a:t>
            </a:r>
            <a:r>
              <a:rPr sz="1200" dirty="0">
                <a:solidFill>
                  <a:srgbClr val="538235"/>
                </a:solidFill>
                <a:latin typeface="Tahoma"/>
                <a:cs typeface="Tahoma"/>
              </a:rPr>
              <a:t> </a:t>
            </a:r>
            <a:r>
              <a:rPr sz="1200" spc="-10" dirty="0">
                <a:solidFill>
                  <a:srgbClr val="538235"/>
                </a:solidFill>
                <a:latin typeface="Tahoma"/>
                <a:cs typeface="Tahoma"/>
              </a:rPr>
              <a:t>Symmetric</a:t>
            </a:r>
            <a:r>
              <a:rPr sz="1200" spc="45" dirty="0">
                <a:solidFill>
                  <a:srgbClr val="538235"/>
                </a:solidFill>
                <a:latin typeface="Tahoma"/>
                <a:cs typeface="Tahoma"/>
              </a:rPr>
              <a:t> </a:t>
            </a:r>
            <a:r>
              <a:rPr sz="1200" spc="-15" dirty="0">
                <a:solidFill>
                  <a:srgbClr val="538235"/>
                </a:solidFill>
                <a:latin typeface="Tahoma"/>
                <a:cs typeface="Tahoma"/>
              </a:rPr>
              <a:t>Keys</a:t>
            </a:r>
            <a:r>
              <a:rPr sz="1200" spc="30" dirty="0">
                <a:solidFill>
                  <a:srgbClr val="538235"/>
                </a:solidFill>
                <a:latin typeface="Tahoma"/>
                <a:cs typeface="Tahoma"/>
              </a:rPr>
              <a:t> </a:t>
            </a:r>
            <a:r>
              <a:rPr sz="1200" spc="-10" dirty="0">
                <a:solidFill>
                  <a:srgbClr val="538235"/>
                </a:solidFill>
                <a:latin typeface="Tahoma"/>
                <a:cs typeface="Tahoma"/>
              </a:rPr>
              <a:t>in</a:t>
            </a:r>
            <a:r>
              <a:rPr sz="1200" spc="15" dirty="0">
                <a:solidFill>
                  <a:srgbClr val="538235"/>
                </a:solidFill>
                <a:latin typeface="Tahoma"/>
                <a:cs typeface="Tahoma"/>
              </a:rPr>
              <a:t> </a:t>
            </a:r>
            <a:r>
              <a:rPr sz="1200" spc="-45" dirty="0">
                <a:solidFill>
                  <a:srgbClr val="538235"/>
                </a:solidFill>
                <a:latin typeface="Tahoma"/>
                <a:cs typeface="Tahoma"/>
              </a:rPr>
              <a:t>PGP,</a:t>
            </a:r>
            <a:r>
              <a:rPr sz="1200" spc="-15" dirty="0">
                <a:solidFill>
                  <a:srgbClr val="538235"/>
                </a:solidFill>
                <a:latin typeface="Tahoma"/>
                <a:cs typeface="Tahoma"/>
              </a:rPr>
              <a:t> </a:t>
            </a:r>
            <a:r>
              <a:rPr sz="1200" dirty="0">
                <a:solidFill>
                  <a:srgbClr val="538235"/>
                </a:solidFill>
                <a:latin typeface="Tahoma"/>
                <a:cs typeface="Tahoma"/>
              </a:rPr>
              <a:t>S/MIME</a:t>
            </a:r>
            <a:r>
              <a:rPr sz="1200" spc="-15" dirty="0">
                <a:solidFill>
                  <a:srgbClr val="538235"/>
                </a:solidFill>
                <a:latin typeface="Tahoma"/>
                <a:cs typeface="Tahoma"/>
              </a:rPr>
              <a:t> </a:t>
            </a:r>
            <a:r>
              <a:rPr sz="1200" spc="-5" dirty="0">
                <a:solidFill>
                  <a:srgbClr val="538235"/>
                </a:solidFill>
                <a:latin typeface="Tahoma"/>
                <a:cs typeface="Tahoma"/>
              </a:rPr>
              <a:t>etc.</a:t>
            </a:r>
            <a:endParaRPr sz="1200">
              <a:latin typeface="Tahoma"/>
              <a:cs typeface="Tahoma"/>
            </a:endParaRPr>
          </a:p>
        </p:txBody>
      </p:sp>
      <p:sp>
        <p:nvSpPr>
          <p:cNvPr id="3" name="object 3"/>
          <p:cNvSpPr txBox="1"/>
          <p:nvPr/>
        </p:nvSpPr>
        <p:spPr>
          <a:xfrm>
            <a:off x="5353303" y="6377762"/>
            <a:ext cx="954405" cy="208915"/>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538235"/>
                </a:solidFill>
                <a:latin typeface="Tahoma"/>
                <a:cs typeface="Tahoma"/>
              </a:rPr>
              <a:t>the</a:t>
            </a:r>
            <a:r>
              <a:rPr sz="1200" spc="475" dirty="0">
                <a:solidFill>
                  <a:srgbClr val="538235"/>
                </a:solidFill>
                <a:latin typeface="Tahoma"/>
                <a:cs typeface="Tahoma"/>
              </a:rPr>
              <a:t> </a:t>
            </a:r>
            <a:r>
              <a:rPr sz="1200" spc="-10" dirty="0">
                <a:solidFill>
                  <a:srgbClr val="538235"/>
                </a:solidFill>
                <a:latin typeface="Tahoma"/>
                <a:cs typeface="Tahoma"/>
              </a:rPr>
              <a:t>following</a:t>
            </a:r>
            <a:endParaRPr sz="1200">
              <a:latin typeface="Tahoma"/>
              <a:cs typeface="Tahoma"/>
            </a:endParaRPr>
          </a:p>
        </p:txBody>
      </p:sp>
      <p:sp>
        <p:nvSpPr>
          <p:cNvPr id="4" name="object 4"/>
          <p:cNvSpPr txBox="1"/>
          <p:nvPr/>
        </p:nvSpPr>
        <p:spPr>
          <a:xfrm>
            <a:off x="525170" y="4091177"/>
            <a:ext cx="4763770" cy="2769870"/>
          </a:xfrm>
          <a:prstGeom prst="rect">
            <a:avLst/>
          </a:prstGeom>
        </p:spPr>
        <p:txBody>
          <a:bodyPr vert="horz" wrap="square" lIns="0" tIns="104139" rIns="0" bIns="0" rtlCol="0">
            <a:spAutoFit/>
          </a:bodyPr>
          <a:lstStyle/>
          <a:p>
            <a:pPr marL="38100">
              <a:lnSpc>
                <a:spcPct val="100000"/>
              </a:lnSpc>
              <a:spcBef>
                <a:spcPts val="819"/>
              </a:spcBef>
            </a:pPr>
            <a:r>
              <a:rPr sz="1200" b="1" spc="-5" dirty="0">
                <a:solidFill>
                  <a:srgbClr val="538235"/>
                </a:solidFill>
                <a:latin typeface="Tahoma"/>
                <a:cs typeface="Tahoma"/>
              </a:rPr>
              <a:t>Algorithm</a:t>
            </a:r>
            <a:r>
              <a:rPr sz="1200" b="1" dirty="0">
                <a:solidFill>
                  <a:srgbClr val="538235"/>
                </a:solidFill>
                <a:latin typeface="Tahoma"/>
                <a:cs typeface="Tahoma"/>
              </a:rPr>
              <a:t> </a:t>
            </a:r>
            <a:r>
              <a:rPr sz="1200" b="1" spc="-5" dirty="0">
                <a:solidFill>
                  <a:srgbClr val="538235"/>
                </a:solidFill>
                <a:latin typeface="Tahoma"/>
                <a:cs typeface="Tahoma"/>
              </a:rPr>
              <a:t>Description</a:t>
            </a:r>
            <a:endParaRPr sz="1200">
              <a:latin typeface="Tahoma"/>
              <a:cs typeface="Tahoma"/>
            </a:endParaRPr>
          </a:p>
          <a:p>
            <a:pPr marL="38100" marR="1795780">
              <a:lnSpc>
                <a:spcPct val="150000"/>
              </a:lnSpc>
              <a:spcBef>
                <a:spcPts val="5"/>
              </a:spcBef>
            </a:pPr>
            <a:r>
              <a:rPr sz="1200" spc="-5" dirty="0">
                <a:solidFill>
                  <a:srgbClr val="538235"/>
                </a:solidFill>
                <a:latin typeface="Tahoma"/>
                <a:cs typeface="Tahoma"/>
              </a:rPr>
              <a:t>Let</a:t>
            </a:r>
            <a:r>
              <a:rPr sz="1200" spc="5" dirty="0">
                <a:solidFill>
                  <a:srgbClr val="538235"/>
                </a:solidFill>
                <a:latin typeface="Tahoma"/>
                <a:cs typeface="Tahoma"/>
              </a:rPr>
              <a:t> </a:t>
            </a:r>
            <a:r>
              <a:rPr sz="1200" spc="-5" dirty="0">
                <a:solidFill>
                  <a:srgbClr val="538235"/>
                </a:solidFill>
                <a:latin typeface="Tahoma"/>
                <a:cs typeface="Tahoma"/>
              </a:rPr>
              <a:t>Plaintext</a:t>
            </a:r>
            <a:r>
              <a:rPr sz="1200" spc="15" dirty="0">
                <a:solidFill>
                  <a:srgbClr val="538235"/>
                </a:solidFill>
                <a:latin typeface="Tahoma"/>
                <a:cs typeface="Tahoma"/>
              </a:rPr>
              <a:t> </a:t>
            </a:r>
            <a:r>
              <a:rPr sz="1200" spc="-5" dirty="0">
                <a:solidFill>
                  <a:srgbClr val="538235"/>
                </a:solidFill>
                <a:latin typeface="Tahoma"/>
                <a:cs typeface="Tahoma"/>
              </a:rPr>
              <a:t>block</a:t>
            </a:r>
            <a:r>
              <a:rPr sz="1200" spc="5"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M,</a:t>
            </a:r>
            <a:r>
              <a:rPr sz="1200" spc="-25" dirty="0">
                <a:solidFill>
                  <a:srgbClr val="538235"/>
                </a:solidFill>
                <a:latin typeface="Tahoma"/>
                <a:cs typeface="Tahoma"/>
              </a:rPr>
              <a:t> </a:t>
            </a:r>
            <a:r>
              <a:rPr sz="1200" spc="-5" dirty="0">
                <a:solidFill>
                  <a:srgbClr val="538235"/>
                </a:solidFill>
                <a:latin typeface="Tahoma"/>
                <a:cs typeface="Tahoma"/>
              </a:rPr>
              <a:t>Ciphertext</a:t>
            </a:r>
            <a:r>
              <a:rPr sz="1200" spc="35" dirty="0">
                <a:solidFill>
                  <a:srgbClr val="538235"/>
                </a:solidFill>
                <a:latin typeface="Tahoma"/>
                <a:cs typeface="Tahoma"/>
              </a:rPr>
              <a:t> </a:t>
            </a:r>
            <a:r>
              <a:rPr sz="1200" spc="-5" dirty="0">
                <a:solidFill>
                  <a:srgbClr val="538235"/>
                </a:solidFill>
                <a:latin typeface="Tahoma"/>
                <a:cs typeface="Tahoma"/>
              </a:rPr>
              <a:t>block</a:t>
            </a:r>
            <a:r>
              <a:rPr sz="1200" spc="-15" dirty="0">
                <a:solidFill>
                  <a:srgbClr val="538235"/>
                </a:solidFill>
                <a:latin typeface="Tahoma"/>
                <a:cs typeface="Tahoma"/>
              </a:rPr>
              <a:t> </a:t>
            </a:r>
            <a:r>
              <a:rPr sz="1200" dirty="0">
                <a:solidFill>
                  <a:srgbClr val="538235"/>
                </a:solidFill>
                <a:latin typeface="Tahoma"/>
                <a:cs typeface="Tahoma"/>
              </a:rPr>
              <a:t>- C </a:t>
            </a:r>
            <a:r>
              <a:rPr sz="1200" spc="-360" dirty="0">
                <a:solidFill>
                  <a:srgbClr val="538235"/>
                </a:solidFill>
                <a:latin typeface="Tahoma"/>
                <a:cs typeface="Tahoma"/>
              </a:rPr>
              <a:t> </a:t>
            </a:r>
            <a:r>
              <a:rPr sz="1200" dirty="0">
                <a:solidFill>
                  <a:srgbClr val="538235"/>
                </a:solidFill>
                <a:latin typeface="Tahoma"/>
                <a:cs typeface="Tahoma"/>
              </a:rPr>
              <a:t>C = M</a:t>
            </a:r>
            <a:r>
              <a:rPr sz="1200" baseline="24305" dirty="0">
                <a:solidFill>
                  <a:srgbClr val="538235"/>
                </a:solidFill>
                <a:latin typeface="Tahoma"/>
                <a:cs typeface="Tahoma"/>
              </a:rPr>
              <a:t>e</a:t>
            </a:r>
            <a:r>
              <a:rPr sz="1200" spc="179" baseline="2430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dirty="0">
                <a:solidFill>
                  <a:srgbClr val="538235"/>
                </a:solidFill>
                <a:latin typeface="Tahoma"/>
                <a:cs typeface="Tahoma"/>
              </a:rPr>
              <a:t>n</a:t>
            </a:r>
            <a:endParaRPr sz="1200">
              <a:latin typeface="Tahoma"/>
              <a:cs typeface="Tahoma"/>
            </a:endParaRPr>
          </a:p>
          <a:p>
            <a:pPr marL="38100">
              <a:lnSpc>
                <a:spcPct val="100000"/>
              </a:lnSpc>
              <a:spcBef>
                <a:spcPts val="720"/>
              </a:spcBef>
            </a:pPr>
            <a:r>
              <a:rPr sz="1200" dirty="0">
                <a:solidFill>
                  <a:srgbClr val="538235"/>
                </a:solidFill>
                <a:latin typeface="Tahoma"/>
                <a:cs typeface="Tahoma"/>
              </a:rPr>
              <a:t>M</a:t>
            </a:r>
            <a:r>
              <a:rPr sz="1200" spc="-1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C</a:t>
            </a:r>
            <a:r>
              <a:rPr sz="1200" spc="-7" baseline="24305" dirty="0">
                <a:solidFill>
                  <a:srgbClr val="538235"/>
                </a:solidFill>
                <a:latin typeface="Tahoma"/>
                <a:cs typeface="Tahoma"/>
              </a:rPr>
              <a:t>d</a:t>
            </a:r>
            <a:r>
              <a:rPr sz="1200" spc="187" baseline="24305" dirty="0">
                <a:solidFill>
                  <a:srgbClr val="538235"/>
                </a:solidFill>
                <a:latin typeface="Tahoma"/>
                <a:cs typeface="Tahoma"/>
              </a:rPr>
              <a:t> </a:t>
            </a:r>
            <a:r>
              <a:rPr sz="1200" dirty="0">
                <a:solidFill>
                  <a:srgbClr val="538235"/>
                </a:solidFill>
                <a:latin typeface="Tahoma"/>
                <a:cs typeface="Tahoma"/>
              </a:rPr>
              <a:t>mod n</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(M</a:t>
            </a:r>
            <a:r>
              <a:rPr sz="1200" spc="-7" baseline="24305" dirty="0">
                <a:solidFill>
                  <a:srgbClr val="538235"/>
                </a:solidFill>
                <a:latin typeface="Tahoma"/>
                <a:cs typeface="Tahoma"/>
              </a:rPr>
              <a:t>e</a:t>
            </a:r>
            <a:r>
              <a:rPr sz="1200" spc="-5" dirty="0">
                <a:solidFill>
                  <a:srgbClr val="538235"/>
                </a:solidFill>
                <a:latin typeface="Tahoma"/>
                <a:cs typeface="Tahoma"/>
              </a:rPr>
              <a:t>)</a:t>
            </a:r>
            <a:r>
              <a:rPr sz="1200" spc="-7" baseline="24305" dirty="0">
                <a:solidFill>
                  <a:srgbClr val="538235"/>
                </a:solidFill>
                <a:latin typeface="Tahoma"/>
                <a:cs typeface="Tahoma"/>
              </a:rPr>
              <a:t>d</a:t>
            </a:r>
            <a:r>
              <a:rPr sz="1200" spc="172" baseline="2430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dirty="0">
                <a:solidFill>
                  <a:srgbClr val="538235"/>
                </a:solidFill>
                <a:latin typeface="Tahoma"/>
                <a:cs typeface="Tahoma"/>
              </a:rPr>
              <a:t>n =</a:t>
            </a:r>
            <a:r>
              <a:rPr sz="1200" spc="-5" dirty="0">
                <a:solidFill>
                  <a:srgbClr val="538235"/>
                </a:solidFill>
                <a:latin typeface="Tahoma"/>
                <a:cs typeface="Tahoma"/>
              </a:rPr>
              <a:t> M</a:t>
            </a:r>
            <a:r>
              <a:rPr sz="1200" spc="-7" baseline="24305" dirty="0">
                <a:solidFill>
                  <a:srgbClr val="538235"/>
                </a:solidFill>
                <a:latin typeface="Tahoma"/>
                <a:cs typeface="Tahoma"/>
              </a:rPr>
              <a:t>ed</a:t>
            </a:r>
            <a:r>
              <a:rPr sz="1200" spc="179" baseline="24305"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dirty="0">
                <a:solidFill>
                  <a:srgbClr val="538235"/>
                </a:solidFill>
                <a:latin typeface="Tahoma"/>
                <a:cs typeface="Tahoma"/>
              </a:rPr>
              <a:t>n</a:t>
            </a:r>
            <a:endParaRPr sz="1200">
              <a:latin typeface="Tahoma"/>
              <a:cs typeface="Tahoma"/>
            </a:endParaRPr>
          </a:p>
          <a:p>
            <a:pPr marL="38100">
              <a:lnSpc>
                <a:spcPct val="100000"/>
              </a:lnSpc>
              <a:spcBef>
                <a:spcPts val="720"/>
              </a:spcBef>
            </a:pPr>
            <a:r>
              <a:rPr sz="1200" spc="-5" dirty="0">
                <a:solidFill>
                  <a:srgbClr val="538235"/>
                </a:solidFill>
                <a:latin typeface="Tahoma"/>
                <a:cs typeface="Tahoma"/>
              </a:rPr>
              <a:t>Both</a:t>
            </a:r>
            <a:r>
              <a:rPr sz="1200" spc="5" dirty="0">
                <a:solidFill>
                  <a:srgbClr val="538235"/>
                </a:solidFill>
                <a:latin typeface="Tahoma"/>
                <a:cs typeface="Tahoma"/>
              </a:rPr>
              <a:t> </a:t>
            </a:r>
            <a:r>
              <a:rPr sz="1200" spc="-5" dirty="0">
                <a:solidFill>
                  <a:srgbClr val="538235"/>
                </a:solidFill>
                <a:latin typeface="Tahoma"/>
                <a:cs typeface="Tahoma"/>
              </a:rPr>
              <a:t>sender</a:t>
            </a:r>
            <a:r>
              <a:rPr sz="1200" spc="60" dirty="0">
                <a:solidFill>
                  <a:srgbClr val="538235"/>
                </a:solidFill>
                <a:latin typeface="Tahoma"/>
                <a:cs typeface="Tahoma"/>
              </a:rPr>
              <a:t> </a:t>
            </a:r>
            <a:r>
              <a:rPr sz="1200" spc="-5" dirty="0">
                <a:solidFill>
                  <a:srgbClr val="538235"/>
                </a:solidFill>
                <a:latin typeface="Tahoma"/>
                <a:cs typeface="Tahoma"/>
              </a:rPr>
              <a:t>and </a:t>
            </a:r>
            <a:r>
              <a:rPr sz="1200" spc="-10" dirty="0">
                <a:solidFill>
                  <a:srgbClr val="538235"/>
                </a:solidFill>
                <a:latin typeface="Tahoma"/>
                <a:cs typeface="Tahoma"/>
              </a:rPr>
              <a:t>receiver</a:t>
            </a:r>
            <a:r>
              <a:rPr sz="1200" spc="25" dirty="0">
                <a:solidFill>
                  <a:srgbClr val="538235"/>
                </a:solidFill>
                <a:latin typeface="Tahoma"/>
                <a:cs typeface="Tahoma"/>
              </a:rPr>
              <a:t> </a:t>
            </a:r>
            <a:r>
              <a:rPr sz="1200" spc="-5" dirty="0">
                <a:solidFill>
                  <a:srgbClr val="538235"/>
                </a:solidFill>
                <a:latin typeface="Tahoma"/>
                <a:cs typeface="Tahoma"/>
              </a:rPr>
              <a:t>must</a:t>
            </a:r>
            <a:r>
              <a:rPr sz="1200" spc="10" dirty="0">
                <a:solidFill>
                  <a:srgbClr val="538235"/>
                </a:solidFill>
                <a:latin typeface="Tahoma"/>
                <a:cs typeface="Tahoma"/>
              </a:rPr>
              <a:t> </a:t>
            </a:r>
            <a:r>
              <a:rPr sz="1200" spc="-5" dirty="0">
                <a:solidFill>
                  <a:srgbClr val="538235"/>
                </a:solidFill>
                <a:latin typeface="Tahoma"/>
                <a:cs typeface="Tahoma"/>
              </a:rPr>
              <a:t>know</a:t>
            </a:r>
            <a:r>
              <a:rPr sz="1200" spc="5" dirty="0">
                <a:solidFill>
                  <a:srgbClr val="538235"/>
                </a:solidFill>
                <a:latin typeface="Tahoma"/>
                <a:cs typeface="Tahoma"/>
              </a:rPr>
              <a:t> </a:t>
            </a:r>
            <a:r>
              <a:rPr sz="1200" dirty="0">
                <a:solidFill>
                  <a:srgbClr val="538235"/>
                </a:solidFill>
                <a:latin typeface="Tahoma"/>
                <a:cs typeface="Tahoma"/>
              </a:rPr>
              <a:t>the </a:t>
            </a:r>
            <a:r>
              <a:rPr sz="1200" spc="-10" dirty="0">
                <a:solidFill>
                  <a:srgbClr val="538235"/>
                </a:solidFill>
                <a:latin typeface="Tahoma"/>
                <a:cs typeface="Tahoma"/>
              </a:rPr>
              <a:t>value</a:t>
            </a:r>
            <a:r>
              <a:rPr sz="1200" spc="25"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00" dirty="0">
                <a:solidFill>
                  <a:srgbClr val="538235"/>
                </a:solidFill>
                <a:latin typeface="Tahoma"/>
                <a:cs typeface="Tahoma"/>
              </a:rPr>
              <a:t>n.</a:t>
            </a:r>
            <a:endParaRPr sz="1200">
              <a:latin typeface="Tahoma"/>
              <a:cs typeface="Tahoma"/>
            </a:endParaRPr>
          </a:p>
          <a:p>
            <a:pPr marL="38100" marR="90805">
              <a:lnSpc>
                <a:spcPct val="150000"/>
              </a:lnSpc>
            </a:pPr>
            <a:r>
              <a:rPr sz="1200" spc="-5" dirty="0">
                <a:solidFill>
                  <a:srgbClr val="538235"/>
                </a:solidFill>
                <a:latin typeface="Tahoma"/>
                <a:cs typeface="Tahoma"/>
              </a:rPr>
              <a:t>Sender</a:t>
            </a:r>
            <a:r>
              <a:rPr sz="1200" spc="10" dirty="0">
                <a:solidFill>
                  <a:srgbClr val="538235"/>
                </a:solidFill>
                <a:latin typeface="Tahoma"/>
                <a:cs typeface="Tahoma"/>
              </a:rPr>
              <a:t> </a:t>
            </a:r>
            <a:r>
              <a:rPr sz="1200" spc="-5" dirty="0">
                <a:solidFill>
                  <a:srgbClr val="538235"/>
                </a:solidFill>
                <a:latin typeface="Tahoma"/>
                <a:cs typeface="Tahoma"/>
              </a:rPr>
              <a:t>knows</a:t>
            </a:r>
            <a:r>
              <a:rPr sz="1200" spc="25"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10" dirty="0">
                <a:solidFill>
                  <a:srgbClr val="538235"/>
                </a:solidFill>
                <a:latin typeface="Tahoma"/>
                <a:cs typeface="Tahoma"/>
              </a:rPr>
              <a:t>value</a:t>
            </a:r>
            <a:r>
              <a:rPr sz="1200"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00" dirty="0">
                <a:solidFill>
                  <a:srgbClr val="538235"/>
                </a:solidFill>
                <a:latin typeface="Tahoma"/>
                <a:cs typeface="Tahoma"/>
              </a:rPr>
              <a:t>e</a:t>
            </a:r>
            <a:r>
              <a:rPr sz="1200" spc="25" dirty="0">
                <a:solidFill>
                  <a:srgbClr val="538235"/>
                </a:solidFill>
                <a:latin typeface="Tahoma"/>
                <a:cs typeface="Tahoma"/>
              </a:rPr>
              <a:t> </a:t>
            </a:r>
            <a:r>
              <a:rPr sz="1200" spc="-5" dirty="0">
                <a:solidFill>
                  <a:srgbClr val="538235"/>
                </a:solidFill>
                <a:latin typeface="Tahoma"/>
                <a:cs typeface="Tahoma"/>
              </a:rPr>
              <a:t>and only</a:t>
            </a:r>
            <a:r>
              <a:rPr sz="1200" spc="15" dirty="0">
                <a:solidFill>
                  <a:srgbClr val="538235"/>
                </a:solidFill>
                <a:latin typeface="Tahoma"/>
                <a:cs typeface="Tahoma"/>
              </a:rPr>
              <a:t> </a:t>
            </a:r>
            <a:r>
              <a:rPr sz="1200" spc="-10" dirty="0">
                <a:solidFill>
                  <a:srgbClr val="538235"/>
                </a:solidFill>
                <a:latin typeface="Tahoma"/>
                <a:cs typeface="Tahoma"/>
              </a:rPr>
              <a:t>receiver</a:t>
            </a:r>
            <a:r>
              <a:rPr sz="1200" spc="55" dirty="0">
                <a:solidFill>
                  <a:srgbClr val="538235"/>
                </a:solidFill>
                <a:latin typeface="Tahoma"/>
                <a:cs typeface="Tahoma"/>
              </a:rPr>
              <a:t> </a:t>
            </a:r>
            <a:r>
              <a:rPr sz="1200" spc="-5" dirty="0">
                <a:solidFill>
                  <a:srgbClr val="538235"/>
                </a:solidFill>
                <a:latin typeface="Tahoma"/>
                <a:cs typeface="Tahoma"/>
              </a:rPr>
              <a:t>knows</a:t>
            </a:r>
            <a:r>
              <a:rPr sz="1200" dirty="0">
                <a:solidFill>
                  <a:srgbClr val="538235"/>
                </a:solidFill>
                <a:latin typeface="Tahoma"/>
                <a:cs typeface="Tahoma"/>
              </a:rPr>
              <a:t> the</a:t>
            </a:r>
            <a:r>
              <a:rPr sz="1200" spc="5" dirty="0">
                <a:solidFill>
                  <a:srgbClr val="538235"/>
                </a:solidFill>
                <a:latin typeface="Tahoma"/>
                <a:cs typeface="Tahoma"/>
              </a:rPr>
              <a:t> </a:t>
            </a:r>
            <a:r>
              <a:rPr sz="1200" spc="-10" dirty="0">
                <a:solidFill>
                  <a:srgbClr val="538235"/>
                </a:solidFill>
                <a:latin typeface="Tahoma"/>
                <a:cs typeface="Tahoma"/>
              </a:rPr>
              <a:t>value</a:t>
            </a:r>
            <a:r>
              <a:rPr sz="1200" spc="25"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00" dirty="0">
                <a:solidFill>
                  <a:srgbClr val="538235"/>
                </a:solidFill>
                <a:latin typeface="Tahoma"/>
                <a:cs typeface="Tahoma"/>
              </a:rPr>
              <a:t>d. </a:t>
            </a:r>
            <a:r>
              <a:rPr sz="1200" spc="-360" dirty="0">
                <a:solidFill>
                  <a:srgbClr val="538235"/>
                </a:solidFill>
                <a:latin typeface="Tahoma"/>
                <a:cs typeface="Tahoma"/>
              </a:rPr>
              <a:t> </a:t>
            </a:r>
            <a:r>
              <a:rPr sz="1200" spc="-5" dirty="0">
                <a:solidFill>
                  <a:srgbClr val="538235"/>
                </a:solidFill>
                <a:latin typeface="Tahoma"/>
                <a:cs typeface="Tahoma"/>
              </a:rPr>
              <a:t>Public</a:t>
            </a:r>
            <a:r>
              <a:rPr sz="1200" dirty="0">
                <a:solidFill>
                  <a:srgbClr val="538235"/>
                </a:solidFill>
                <a:latin typeface="Tahoma"/>
                <a:cs typeface="Tahoma"/>
              </a:rPr>
              <a:t> </a:t>
            </a:r>
            <a:r>
              <a:rPr sz="1200" spc="-15" dirty="0">
                <a:solidFill>
                  <a:srgbClr val="538235"/>
                </a:solidFill>
                <a:latin typeface="Tahoma"/>
                <a:cs typeface="Tahoma"/>
              </a:rPr>
              <a:t>Key</a:t>
            </a:r>
            <a:r>
              <a:rPr sz="1200" spc="5" dirty="0">
                <a:solidFill>
                  <a:srgbClr val="538235"/>
                </a:solidFill>
                <a:latin typeface="Tahoma"/>
                <a:cs typeface="Tahoma"/>
              </a:rPr>
              <a:t> PU</a:t>
            </a:r>
            <a:r>
              <a:rPr sz="1200" spc="-10"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{e, </a:t>
            </a:r>
            <a:r>
              <a:rPr sz="1200" dirty="0">
                <a:solidFill>
                  <a:srgbClr val="538235"/>
                </a:solidFill>
                <a:latin typeface="Tahoma"/>
                <a:cs typeface="Tahoma"/>
              </a:rPr>
              <a:t>n}</a:t>
            </a:r>
            <a:endParaRPr sz="1200">
              <a:latin typeface="Tahoma"/>
              <a:cs typeface="Tahoma"/>
            </a:endParaRPr>
          </a:p>
          <a:p>
            <a:pPr marL="38100">
              <a:lnSpc>
                <a:spcPct val="100000"/>
              </a:lnSpc>
              <a:spcBef>
                <a:spcPts val="720"/>
              </a:spcBef>
            </a:pPr>
            <a:r>
              <a:rPr sz="1200" spc="-10" dirty="0">
                <a:solidFill>
                  <a:srgbClr val="538235"/>
                </a:solidFill>
                <a:latin typeface="Tahoma"/>
                <a:cs typeface="Tahoma"/>
              </a:rPr>
              <a:t>Private </a:t>
            </a:r>
            <a:r>
              <a:rPr sz="1200" spc="-15" dirty="0">
                <a:solidFill>
                  <a:srgbClr val="538235"/>
                </a:solidFill>
                <a:latin typeface="Tahoma"/>
                <a:cs typeface="Tahoma"/>
              </a:rPr>
              <a:t>Key</a:t>
            </a:r>
            <a:r>
              <a:rPr sz="1200" spc="-5" dirty="0">
                <a:solidFill>
                  <a:srgbClr val="538235"/>
                </a:solidFill>
                <a:latin typeface="Tahoma"/>
                <a:cs typeface="Tahoma"/>
              </a:rPr>
              <a:t> </a:t>
            </a:r>
            <a:r>
              <a:rPr sz="1200" spc="5" dirty="0">
                <a:solidFill>
                  <a:srgbClr val="538235"/>
                </a:solidFill>
                <a:latin typeface="Tahoma"/>
                <a:cs typeface="Tahoma"/>
              </a:rPr>
              <a:t>PR</a:t>
            </a:r>
            <a:r>
              <a:rPr sz="1200" spc="-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{d,</a:t>
            </a:r>
            <a:r>
              <a:rPr sz="1200" spc="-30" dirty="0">
                <a:solidFill>
                  <a:srgbClr val="538235"/>
                </a:solidFill>
                <a:latin typeface="Tahoma"/>
                <a:cs typeface="Tahoma"/>
              </a:rPr>
              <a:t> </a:t>
            </a:r>
            <a:r>
              <a:rPr sz="1200" dirty="0">
                <a:solidFill>
                  <a:srgbClr val="538235"/>
                </a:solidFill>
                <a:latin typeface="Tahoma"/>
                <a:cs typeface="Tahoma"/>
              </a:rPr>
              <a:t>n}</a:t>
            </a:r>
            <a:endParaRPr sz="1200">
              <a:latin typeface="Tahoma"/>
              <a:cs typeface="Tahoma"/>
            </a:endParaRPr>
          </a:p>
          <a:p>
            <a:pPr marL="38100">
              <a:lnSpc>
                <a:spcPct val="100000"/>
              </a:lnSpc>
              <a:spcBef>
                <a:spcPts val="720"/>
              </a:spcBef>
            </a:pPr>
            <a:r>
              <a:rPr sz="1200" spc="-15" dirty="0">
                <a:solidFill>
                  <a:srgbClr val="538235"/>
                </a:solidFill>
                <a:latin typeface="Tahoma"/>
                <a:cs typeface="Tahoma"/>
              </a:rPr>
              <a:t>For</a:t>
            </a:r>
            <a:r>
              <a:rPr sz="1200" spc="540" dirty="0">
                <a:solidFill>
                  <a:srgbClr val="538235"/>
                </a:solidFill>
                <a:latin typeface="Tahoma"/>
                <a:cs typeface="Tahoma"/>
              </a:rPr>
              <a:t> </a:t>
            </a:r>
            <a:r>
              <a:rPr sz="1200" spc="-5" dirty="0">
                <a:solidFill>
                  <a:srgbClr val="538235"/>
                </a:solidFill>
                <a:latin typeface="Tahoma"/>
                <a:cs typeface="Tahoma"/>
              </a:rPr>
              <a:t>this</a:t>
            </a:r>
            <a:r>
              <a:rPr sz="1200" spc="535" dirty="0">
                <a:solidFill>
                  <a:srgbClr val="538235"/>
                </a:solidFill>
                <a:latin typeface="Tahoma"/>
                <a:cs typeface="Tahoma"/>
              </a:rPr>
              <a:t> </a:t>
            </a:r>
            <a:r>
              <a:rPr sz="1200" spc="-5" dirty="0">
                <a:solidFill>
                  <a:srgbClr val="538235"/>
                </a:solidFill>
                <a:latin typeface="Tahoma"/>
                <a:cs typeface="Tahoma"/>
              </a:rPr>
              <a:t>algorithm</a:t>
            </a:r>
            <a:r>
              <a:rPr sz="1200" spc="545" dirty="0">
                <a:solidFill>
                  <a:srgbClr val="538235"/>
                </a:solidFill>
                <a:latin typeface="Tahoma"/>
                <a:cs typeface="Tahoma"/>
              </a:rPr>
              <a:t> </a:t>
            </a:r>
            <a:r>
              <a:rPr sz="1200" dirty="0">
                <a:solidFill>
                  <a:srgbClr val="538235"/>
                </a:solidFill>
                <a:latin typeface="Tahoma"/>
                <a:cs typeface="Tahoma"/>
              </a:rPr>
              <a:t>to</a:t>
            </a:r>
            <a:r>
              <a:rPr sz="1200" spc="535" dirty="0">
                <a:solidFill>
                  <a:srgbClr val="538235"/>
                </a:solidFill>
                <a:latin typeface="Tahoma"/>
                <a:cs typeface="Tahoma"/>
              </a:rPr>
              <a:t> </a:t>
            </a:r>
            <a:r>
              <a:rPr sz="1200" dirty="0">
                <a:solidFill>
                  <a:srgbClr val="538235"/>
                </a:solidFill>
                <a:latin typeface="Tahoma"/>
                <a:cs typeface="Tahoma"/>
              </a:rPr>
              <a:t>be</a:t>
            </a:r>
            <a:r>
              <a:rPr sz="1200" spc="535" dirty="0">
                <a:solidFill>
                  <a:srgbClr val="538235"/>
                </a:solidFill>
                <a:latin typeface="Tahoma"/>
                <a:cs typeface="Tahoma"/>
              </a:rPr>
              <a:t> </a:t>
            </a:r>
            <a:r>
              <a:rPr sz="1200" spc="-10" dirty="0">
                <a:solidFill>
                  <a:srgbClr val="538235"/>
                </a:solidFill>
                <a:latin typeface="Tahoma"/>
                <a:cs typeface="Tahoma"/>
              </a:rPr>
              <a:t>satisfactory</a:t>
            </a:r>
            <a:r>
              <a:rPr sz="1200" spc="550" dirty="0">
                <a:solidFill>
                  <a:srgbClr val="538235"/>
                </a:solidFill>
                <a:latin typeface="Tahoma"/>
                <a:cs typeface="Tahoma"/>
              </a:rPr>
              <a:t> </a:t>
            </a:r>
            <a:r>
              <a:rPr sz="1200" spc="-5" dirty="0">
                <a:solidFill>
                  <a:srgbClr val="538235"/>
                </a:solidFill>
                <a:latin typeface="Tahoma"/>
                <a:cs typeface="Tahoma"/>
              </a:rPr>
              <a:t>for</a:t>
            </a:r>
            <a:r>
              <a:rPr sz="1200" spc="535" dirty="0">
                <a:solidFill>
                  <a:srgbClr val="538235"/>
                </a:solidFill>
                <a:latin typeface="Tahoma"/>
                <a:cs typeface="Tahoma"/>
              </a:rPr>
              <a:t> </a:t>
            </a:r>
            <a:r>
              <a:rPr sz="1200" spc="-5" dirty="0">
                <a:solidFill>
                  <a:srgbClr val="538235"/>
                </a:solidFill>
                <a:latin typeface="Tahoma"/>
                <a:cs typeface="Tahoma"/>
              </a:rPr>
              <a:t>public-key</a:t>
            </a:r>
            <a:r>
              <a:rPr sz="1200" spc="545" dirty="0">
                <a:solidFill>
                  <a:srgbClr val="538235"/>
                </a:solidFill>
                <a:latin typeface="Tahoma"/>
                <a:cs typeface="Tahoma"/>
              </a:rPr>
              <a:t> </a:t>
            </a:r>
            <a:r>
              <a:rPr sz="1200" spc="-5" dirty="0">
                <a:solidFill>
                  <a:srgbClr val="538235"/>
                </a:solidFill>
                <a:latin typeface="Tahoma"/>
                <a:cs typeface="Tahoma"/>
              </a:rPr>
              <a:t>encryption,</a:t>
            </a:r>
            <a:endParaRPr sz="1200">
              <a:latin typeface="Tahoma"/>
              <a:cs typeface="Tahoma"/>
            </a:endParaRPr>
          </a:p>
          <a:p>
            <a:pPr marL="38100">
              <a:lnSpc>
                <a:spcPct val="100000"/>
              </a:lnSpc>
              <a:spcBef>
                <a:spcPts val="725"/>
              </a:spcBef>
            </a:pPr>
            <a:r>
              <a:rPr sz="1200" spc="-5" dirty="0">
                <a:solidFill>
                  <a:srgbClr val="538235"/>
                </a:solidFill>
                <a:latin typeface="Tahoma"/>
                <a:cs typeface="Tahoma"/>
              </a:rPr>
              <a:t>requirements</a:t>
            </a:r>
            <a:r>
              <a:rPr sz="1200" spc="35" dirty="0">
                <a:solidFill>
                  <a:srgbClr val="538235"/>
                </a:solidFill>
                <a:latin typeface="Tahoma"/>
                <a:cs typeface="Tahoma"/>
              </a:rPr>
              <a:t> </a:t>
            </a:r>
            <a:r>
              <a:rPr sz="1200" spc="-5" dirty="0">
                <a:solidFill>
                  <a:srgbClr val="538235"/>
                </a:solidFill>
                <a:latin typeface="Tahoma"/>
                <a:cs typeface="Tahoma"/>
              </a:rPr>
              <a:t>must</a:t>
            </a:r>
            <a:r>
              <a:rPr sz="1200" spc="5" dirty="0">
                <a:solidFill>
                  <a:srgbClr val="538235"/>
                </a:solidFill>
                <a:latin typeface="Tahoma"/>
                <a:cs typeface="Tahoma"/>
              </a:rPr>
              <a:t> </a:t>
            </a:r>
            <a:r>
              <a:rPr sz="1200" dirty="0">
                <a:solidFill>
                  <a:srgbClr val="538235"/>
                </a:solidFill>
                <a:latin typeface="Tahoma"/>
                <a:cs typeface="Tahoma"/>
              </a:rPr>
              <a:t>be</a:t>
            </a:r>
            <a:r>
              <a:rPr sz="1200" spc="-10" dirty="0">
                <a:solidFill>
                  <a:srgbClr val="538235"/>
                </a:solidFill>
                <a:latin typeface="Tahoma"/>
                <a:cs typeface="Tahoma"/>
              </a:rPr>
              <a:t> </a:t>
            </a:r>
            <a:r>
              <a:rPr sz="1200" spc="-5" dirty="0">
                <a:solidFill>
                  <a:srgbClr val="538235"/>
                </a:solidFill>
                <a:latin typeface="Tahoma"/>
                <a:cs typeface="Tahoma"/>
              </a:rPr>
              <a:t>met.</a:t>
            </a:r>
            <a:endParaRPr sz="1200">
              <a:latin typeface="Tahoma"/>
              <a:cs typeface="Tahoma"/>
            </a:endParaRPr>
          </a:p>
        </p:txBody>
      </p:sp>
      <p:sp>
        <p:nvSpPr>
          <p:cNvPr id="5" name="object 5"/>
          <p:cNvSpPr txBox="1"/>
          <p:nvPr/>
        </p:nvSpPr>
        <p:spPr>
          <a:xfrm>
            <a:off x="525170" y="6824071"/>
            <a:ext cx="5629910" cy="1958339"/>
          </a:xfrm>
          <a:prstGeom prst="rect">
            <a:avLst/>
          </a:prstGeom>
        </p:spPr>
        <p:txBody>
          <a:bodyPr vert="horz" wrap="square" lIns="0" tIns="109220" rIns="0" bIns="0" rtlCol="0">
            <a:spAutoFit/>
          </a:bodyPr>
          <a:lstStyle/>
          <a:p>
            <a:pPr marL="266700" indent="-228600">
              <a:lnSpc>
                <a:spcPct val="100000"/>
              </a:lnSpc>
              <a:spcBef>
                <a:spcPts val="860"/>
              </a:spcBef>
              <a:buAutoNum type="arabicPeriod"/>
              <a:tabLst>
                <a:tab pos="266700" algn="l"/>
              </a:tabLst>
            </a:pPr>
            <a:r>
              <a:rPr sz="1200" dirty="0">
                <a:solidFill>
                  <a:srgbClr val="538235"/>
                </a:solidFill>
                <a:latin typeface="Tahoma"/>
                <a:cs typeface="Tahoma"/>
              </a:rPr>
              <a:t>It</a:t>
            </a:r>
            <a:r>
              <a:rPr sz="1200" spc="-10" dirty="0">
                <a:solidFill>
                  <a:srgbClr val="538235"/>
                </a:solidFill>
                <a:latin typeface="Tahoma"/>
                <a:cs typeface="Tahoma"/>
              </a:rPr>
              <a:t> is</a:t>
            </a:r>
            <a:r>
              <a:rPr sz="1200" spc="25" dirty="0">
                <a:solidFill>
                  <a:srgbClr val="538235"/>
                </a:solidFill>
                <a:latin typeface="Tahoma"/>
                <a:cs typeface="Tahoma"/>
              </a:rPr>
              <a:t> </a:t>
            </a:r>
            <a:r>
              <a:rPr sz="1200" spc="-10" dirty="0">
                <a:solidFill>
                  <a:srgbClr val="538235"/>
                </a:solidFill>
                <a:latin typeface="Tahoma"/>
                <a:cs typeface="Tahoma"/>
              </a:rPr>
              <a:t>possible</a:t>
            </a:r>
            <a:r>
              <a:rPr sz="1200" spc="25" dirty="0">
                <a:solidFill>
                  <a:srgbClr val="538235"/>
                </a:solidFill>
                <a:latin typeface="Tahoma"/>
                <a:cs typeface="Tahoma"/>
              </a:rPr>
              <a:t> </a:t>
            </a:r>
            <a:r>
              <a:rPr sz="1200" dirty="0">
                <a:solidFill>
                  <a:srgbClr val="538235"/>
                </a:solidFill>
                <a:latin typeface="Tahoma"/>
                <a:cs typeface="Tahoma"/>
              </a:rPr>
              <a:t>to</a:t>
            </a:r>
            <a:r>
              <a:rPr sz="1200" spc="-20" dirty="0">
                <a:solidFill>
                  <a:srgbClr val="538235"/>
                </a:solidFill>
                <a:latin typeface="Tahoma"/>
                <a:cs typeface="Tahoma"/>
              </a:rPr>
              <a:t> </a:t>
            </a:r>
            <a:r>
              <a:rPr sz="1200" spc="-5" dirty="0">
                <a:solidFill>
                  <a:srgbClr val="538235"/>
                </a:solidFill>
                <a:latin typeface="Tahoma"/>
                <a:cs typeface="Tahoma"/>
              </a:rPr>
              <a:t>find</a:t>
            </a:r>
            <a:r>
              <a:rPr sz="1200" spc="20" dirty="0">
                <a:solidFill>
                  <a:srgbClr val="538235"/>
                </a:solidFill>
                <a:latin typeface="Tahoma"/>
                <a:cs typeface="Tahoma"/>
              </a:rPr>
              <a:t> </a:t>
            </a:r>
            <a:r>
              <a:rPr sz="1200" spc="-10" dirty="0">
                <a:solidFill>
                  <a:srgbClr val="538235"/>
                </a:solidFill>
                <a:latin typeface="Tahoma"/>
                <a:cs typeface="Tahoma"/>
              </a:rPr>
              <a:t>values</a:t>
            </a:r>
            <a:r>
              <a:rPr sz="1200" spc="25"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50" spc="-20" dirty="0">
                <a:solidFill>
                  <a:srgbClr val="538235"/>
                </a:solidFill>
                <a:latin typeface="Tahoma"/>
                <a:cs typeface="Tahoma"/>
              </a:rPr>
              <a:t>e</a:t>
            </a:r>
            <a:r>
              <a:rPr sz="1200" spc="-20" dirty="0">
                <a:solidFill>
                  <a:srgbClr val="538235"/>
                </a:solidFill>
                <a:latin typeface="Tahoma"/>
                <a:cs typeface="Tahoma"/>
              </a:rPr>
              <a:t>,</a:t>
            </a:r>
            <a:r>
              <a:rPr sz="1200" spc="5" dirty="0">
                <a:solidFill>
                  <a:srgbClr val="538235"/>
                </a:solidFill>
                <a:latin typeface="Tahoma"/>
                <a:cs typeface="Tahoma"/>
              </a:rPr>
              <a:t> </a:t>
            </a:r>
            <a:r>
              <a:rPr sz="1250" spc="-10" dirty="0">
                <a:solidFill>
                  <a:srgbClr val="538235"/>
                </a:solidFill>
                <a:latin typeface="Tahoma"/>
                <a:cs typeface="Tahoma"/>
              </a:rPr>
              <a:t>d</a:t>
            </a:r>
            <a:r>
              <a:rPr sz="1200" spc="-10" dirty="0">
                <a:solidFill>
                  <a:srgbClr val="538235"/>
                </a:solidFill>
                <a:latin typeface="Tahoma"/>
                <a:cs typeface="Tahoma"/>
              </a:rPr>
              <a:t>,</a:t>
            </a:r>
            <a:r>
              <a:rPr sz="1200" spc="5" dirty="0">
                <a:solidFill>
                  <a:srgbClr val="538235"/>
                </a:solidFill>
                <a:latin typeface="Tahoma"/>
                <a:cs typeface="Tahoma"/>
              </a:rPr>
              <a:t> </a:t>
            </a:r>
            <a:r>
              <a:rPr sz="1250" spc="-30" dirty="0">
                <a:solidFill>
                  <a:srgbClr val="538235"/>
                </a:solidFill>
                <a:latin typeface="Tahoma"/>
                <a:cs typeface="Tahoma"/>
              </a:rPr>
              <a:t>n</a:t>
            </a:r>
            <a:r>
              <a:rPr sz="1250" spc="-5" dirty="0">
                <a:solidFill>
                  <a:srgbClr val="538235"/>
                </a:solidFill>
                <a:latin typeface="Tahoma"/>
                <a:cs typeface="Tahoma"/>
              </a:rPr>
              <a:t> </a:t>
            </a:r>
            <a:r>
              <a:rPr sz="1200" spc="-5" dirty="0">
                <a:solidFill>
                  <a:srgbClr val="538235"/>
                </a:solidFill>
                <a:latin typeface="Tahoma"/>
                <a:cs typeface="Tahoma"/>
              </a:rPr>
              <a:t>such</a:t>
            </a:r>
            <a:r>
              <a:rPr sz="1200" spc="10" dirty="0">
                <a:solidFill>
                  <a:srgbClr val="538235"/>
                </a:solidFill>
                <a:latin typeface="Tahoma"/>
                <a:cs typeface="Tahoma"/>
              </a:rPr>
              <a:t> </a:t>
            </a:r>
            <a:r>
              <a:rPr sz="1200" dirty="0">
                <a:solidFill>
                  <a:srgbClr val="538235"/>
                </a:solidFill>
                <a:latin typeface="Tahoma"/>
                <a:cs typeface="Tahoma"/>
              </a:rPr>
              <a:t>that</a:t>
            </a:r>
            <a:r>
              <a:rPr sz="1200" spc="-15" dirty="0">
                <a:solidFill>
                  <a:srgbClr val="538235"/>
                </a:solidFill>
                <a:latin typeface="Tahoma"/>
                <a:cs typeface="Tahoma"/>
              </a:rPr>
              <a:t> </a:t>
            </a:r>
            <a:r>
              <a:rPr sz="1200" spc="-5" dirty="0">
                <a:solidFill>
                  <a:srgbClr val="538235"/>
                </a:solidFill>
                <a:latin typeface="Tahoma"/>
                <a:cs typeface="Tahoma"/>
              </a:rPr>
              <a:t>M</a:t>
            </a:r>
            <a:r>
              <a:rPr sz="1200" spc="-7" baseline="24305" dirty="0">
                <a:solidFill>
                  <a:srgbClr val="538235"/>
                </a:solidFill>
                <a:latin typeface="Tahoma"/>
                <a:cs typeface="Tahoma"/>
              </a:rPr>
              <a:t>ed</a:t>
            </a:r>
            <a:r>
              <a:rPr sz="1200" spc="187" baseline="2430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dirty="0">
                <a:solidFill>
                  <a:srgbClr val="538235"/>
                </a:solidFill>
                <a:latin typeface="Tahoma"/>
                <a:cs typeface="Tahoma"/>
              </a:rPr>
              <a:t>n</a:t>
            </a:r>
            <a:r>
              <a:rPr sz="1200" spc="10" dirty="0">
                <a:solidFill>
                  <a:srgbClr val="538235"/>
                </a:solidFill>
                <a:latin typeface="Tahoma"/>
                <a:cs typeface="Tahoma"/>
              </a:rPr>
              <a:t> </a:t>
            </a:r>
            <a:r>
              <a:rPr sz="1200" dirty="0">
                <a:solidFill>
                  <a:srgbClr val="538235"/>
                </a:solidFill>
                <a:latin typeface="Tahoma"/>
                <a:cs typeface="Tahoma"/>
              </a:rPr>
              <a:t>= M</a:t>
            </a:r>
            <a:r>
              <a:rPr sz="1200" spc="-5" dirty="0">
                <a:solidFill>
                  <a:srgbClr val="538235"/>
                </a:solidFill>
                <a:latin typeface="Tahoma"/>
                <a:cs typeface="Tahoma"/>
              </a:rPr>
              <a:t> for</a:t>
            </a:r>
            <a:r>
              <a:rPr sz="1200" spc="5" dirty="0">
                <a:solidFill>
                  <a:srgbClr val="538235"/>
                </a:solidFill>
                <a:latin typeface="Tahoma"/>
                <a:cs typeface="Tahoma"/>
              </a:rPr>
              <a:t> </a:t>
            </a:r>
            <a:r>
              <a:rPr sz="1200" spc="-10" dirty="0">
                <a:solidFill>
                  <a:srgbClr val="538235"/>
                </a:solidFill>
                <a:latin typeface="Tahoma"/>
                <a:cs typeface="Tahoma"/>
              </a:rPr>
              <a:t>all</a:t>
            </a:r>
            <a:r>
              <a:rPr sz="1200" spc="20" dirty="0">
                <a:solidFill>
                  <a:srgbClr val="538235"/>
                </a:solidFill>
                <a:latin typeface="Tahoma"/>
                <a:cs typeface="Tahoma"/>
              </a:rPr>
              <a:t> </a:t>
            </a:r>
            <a:r>
              <a:rPr sz="1200" dirty="0">
                <a:solidFill>
                  <a:srgbClr val="538235"/>
                </a:solidFill>
                <a:latin typeface="Tahoma"/>
                <a:cs typeface="Tahoma"/>
              </a:rPr>
              <a:t>M</a:t>
            </a:r>
            <a:r>
              <a:rPr sz="1200" spc="-5" dirty="0">
                <a:solidFill>
                  <a:srgbClr val="538235"/>
                </a:solidFill>
                <a:latin typeface="Tahoma"/>
                <a:cs typeface="Tahoma"/>
              </a:rPr>
              <a:t> </a:t>
            </a:r>
            <a:r>
              <a:rPr sz="1200" dirty="0">
                <a:solidFill>
                  <a:srgbClr val="538235"/>
                </a:solidFill>
                <a:latin typeface="Tahoma"/>
                <a:cs typeface="Tahoma"/>
              </a:rPr>
              <a:t>&lt; n.</a:t>
            </a:r>
            <a:endParaRPr sz="1200">
              <a:latin typeface="Tahoma"/>
              <a:cs typeface="Tahoma"/>
            </a:endParaRPr>
          </a:p>
          <a:p>
            <a:pPr marL="266700" indent="-228600">
              <a:lnSpc>
                <a:spcPct val="100000"/>
              </a:lnSpc>
              <a:spcBef>
                <a:spcPts val="710"/>
              </a:spcBef>
              <a:buAutoNum type="arabicPeriod"/>
              <a:tabLst>
                <a:tab pos="266700" algn="l"/>
              </a:tabLst>
            </a:pPr>
            <a:r>
              <a:rPr sz="1200" dirty="0">
                <a:solidFill>
                  <a:srgbClr val="538235"/>
                </a:solidFill>
                <a:latin typeface="Tahoma"/>
                <a:cs typeface="Tahoma"/>
              </a:rPr>
              <a:t>It</a:t>
            </a:r>
            <a:r>
              <a:rPr sz="1200" spc="-15"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spc="-10" dirty="0">
                <a:solidFill>
                  <a:srgbClr val="538235"/>
                </a:solidFill>
                <a:latin typeface="Tahoma"/>
                <a:cs typeface="Tahoma"/>
              </a:rPr>
              <a:t>relatively</a:t>
            </a:r>
            <a:r>
              <a:rPr sz="1200" spc="35" dirty="0">
                <a:solidFill>
                  <a:srgbClr val="538235"/>
                </a:solidFill>
                <a:latin typeface="Tahoma"/>
                <a:cs typeface="Tahoma"/>
              </a:rPr>
              <a:t> </a:t>
            </a:r>
            <a:r>
              <a:rPr sz="1200" spc="-10" dirty="0">
                <a:solidFill>
                  <a:srgbClr val="538235"/>
                </a:solidFill>
                <a:latin typeface="Tahoma"/>
                <a:cs typeface="Tahoma"/>
              </a:rPr>
              <a:t>easy</a:t>
            </a:r>
            <a:r>
              <a:rPr sz="1200" spc="35" dirty="0">
                <a:solidFill>
                  <a:srgbClr val="538235"/>
                </a:solidFill>
                <a:latin typeface="Tahoma"/>
                <a:cs typeface="Tahoma"/>
              </a:rPr>
              <a:t> </a:t>
            </a:r>
            <a:r>
              <a:rPr sz="1200" dirty="0">
                <a:solidFill>
                  <a:srgbClr val="538235"/>
                </a:solidFill>
                <a:latin typeface="Tahoma"/>
                <a:cs typeface="Tahoma"/>
              </a:rPr>
              <a:t>to</a:t>
            </a:r>
            <a:r>
              <a:rPr sz="1200" spc="-25" dirty="0">
                <a:solidFill>
                  <a:srgbClr val="538235"/>
                </a:solidFill>
                <a:latin typeface="Tahoma"/>
                <a:cs typeface="Tahoma"/>
              </a:rPr>
              <a:t> </a:t>
            </a:r>
            <a:r>
              <a:rPr sz="1200" spc="-5" dirty="0">
                <a:solidFill>
                  <a:srgbClr val="538235"/>
                </a:solidFill>
                <a:latin typeface="Tahoma"/>
                <a:cs typeface="Tahoma"/>
              </a:rPr>
              <a:t>calculate</a:t>
            </a:r>
            <a:r>
              <a:rPr sz="1200" spc="15" dirty="0">
                <a:solidFill>
                  <a:srgbClr val="538235"/>
                </a:solidFill>
                <a:latin typeface="Tahoma"/>
                <a:cs typeface="Tahoma"/>
              </a:rPr>
              <a:t> </a:t>
            </a:r>
            <a:r>
              <a:rPr sz="1200" dirty="0">
                <a:solidFill>
                  <a:srgbClr val="538235"/>
                </a:solidFill>
                <a:latin typeface="Tahoma"/>
                <a:cs typeface="Tahoma"/>
              </a:rPr>
              <a:t>M</a:t>
            </a:r>
            <a:r>
              <a:rPr sz="1200" baseline="24305" dirty="0">
                <a:solidFill>
                  <a:srgbClr val="538235"/>
                </a:solidFill>
                <a:latin typeface="Tahoma"/>
                <a:cs typeface="Tahoma"/>
              </a:rPr>
              <a:t>e</a:t>
            </a:r>
            <a:r>
              <a:rPr sz="1200" spc="187" baseline="2430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dirty="0">
                <a:solidFill>
                  <a:srgbClr val="538235"/>
                </a:solidFill>
                <a:latin typeface="Tahoma"/>
                <a:cs typeface="Tahoma"/>
              </a:rPr>
              <a:t>n</a:t>
            </a:r>
            <a:r>
              <a:rPr sz="1200" spc="5" dirty="0">
                <a:solidFill>
                  <a:srgbClr val="538235"/>
                </a:solidFill>
                <a:latin typeface="Tahoma"/>
                <a:cs typeface="Tahoma"/>
              </a:rPr>
              <a:t> </a:t>
            </a:r>
            <a:r>
              <a:rPr sz="1200" dirty="0">
                <a:solidFill>
                  <a:srgbClr val="538235"/>
                </a:solidFill>
                <a:latin typeface="Tahoma"/>
                <a:cs typeface="Tahoma"/>
              </a:rPr>
              <a:t>and</a:t>
            </a:r>
            <a:r>
              <a:rPr sz="1200" spc="-10" dirty="0">
                <a:solidFill>
                  <a:srgbClr val="538235"/>
                </a:solidFill>
                <a:latin typeface="Tahoma"/>
                <a:cs typeface="Tahoma"/>
              </a:rPr>
              <a:t> </a:t>
            </a:r>
            <a:r>
              <a:rPr sz="1200" spc="-5" dirty="0">
                <a:solidFill>
                  <a:srgbClr val="538235"/>
                </a:solidFill>
                <a:latin typeface="Tahoma"/>
                <a:cs typeface="Tahoma"/>
              </a:rPr>
              <a:t>C</a:t>
            </a:r>
            <a:r>
              <a:rPr sz="1200" spc="-7" baseline="24305" dirty="0">
                <a:solidFill>
                  <a:srgbClr val="538235"/>
                </a:solidFill>
                <a:latin typeface="Tahoma"/>
                <a:cs typeface="Tahoma"/>
              </a:rPr>
              <a:t>d</a:t>
            </a:r>
            <a:r>
              <a:rPr sz="1200" spc="187" baseline="24305"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dirty="0">
                <a:solidFill>
                  <a:srgbClr val="538235"/>
                </a:solidFill>
                <a:latin typeface="Tahoma"/>
                <a:cs typeface="Tahoma"/>
              </a:rPr>
              <a:t>n</a:t>
            </a:r>
            <a:r>
              <a:rPr sz="1200" spc="5" dirty="0">
                <a:solidFill>
                  <a:srgbClr val="538235"/>
                </a:solidFill>
                <a:latin typeface="Tahoma"/>
                <a:cs typeface="Tahoma"/>
              </a:rPr>
              <a:t> </a:t>
            </a:r>
            <a:r>
              <a:rPr sz="1200" spc="-5" dirty="0">
                <a:solidFill>
                  <a:srgbClr val="538235"/>
                </a:solidFill>
                <a:latin typeface="Tahoma"/>
                <a:cs typeface="Tahoma"/>
              </a:rPr>
              <a:t>for</a:t>
            </a:r>
            <a:r>
              <a:rPr sz="1200" spc="-20" dirty="0">
                <a:solidFill>
                  <a:srgbClr val="538235"/>
                </a:solidFill>
                <a:latin typeface="Tahoma"/>
                <a:cs typeface="Tahoma"/>
              </a:rPr>
              <a:t> </a:t>
            </a:r>
            <a:r>
              <a:rPr sz="1200" spc="-10" dirty="0">
                <a:solidFill>
                  <a:srgbClr val="538235"/>
                </a:solidFill>
                <a:latin typeface="Tahoma"/>
                <a:cs typeface="Tahoma"/>
              </a:rPr>
              <a:t>all</a:t>
            </a:r>
            <a:r>
              <a:rPr sz="1200" spc="20" dirty="0">
                <a:solidFill>
                  <a:srgbClr val="538235"/>
                </a:solidFill>
                <a:latin typeface="Tahoma"/>
                <a:cs typeface="Tahoma"/>
              </a:rPr>
              <a:t> </a:t>
            </a:r>
            <a:r>
              <a:rPr sz="1200" spc="-10" dirty="0">
                <a:solidFill>
                  <a:srgbClr val="538235"/>
                </a:solidFill>
                <a:latin typeface="Tahoma"/>
                <a:cs typeface="Tahoma"/>
              </a:rPr>
              <a:t>values</a:t>
            </a:r>
            <a:r>
              <a:rPr sz="1200" spc="20" dirty="0">
                <a:solidFill>
                  <a:srgbClr val="538235"/>
                </a:solidFill>
                <a:latin typeface="Tahoma"/>
                <a:cs typeface="Tahoma"/>
              </a:rPr>
              <a:t> </a:t>
            </a:r>
            <a:r>
              <a:rPr sz="1200" spc="-5" dirty="0">
                <a:solidFill>
                  <a:srgbClr val="538235"/>
                </a:solidFill>
                <a:latin typeface="Tahoma"/>
                <a:cs typeface="Tahoma"/>
              </a:rPr>
              <a:t>of</a:t>
            </a:r>
            <a:r>
              <a:rPr sz="1200" spc="5" dirty="0">
                <a:solidFill>
                  <a:srgbClr val="538235"/>
                </a:solidFill>
                <a:latin typeface="Tahoma"/>
                <a:cs typeface="Tahoma"/>
              </a:rPr>
              <a:t> </a:t>
            </a:r>
            <a:r>
              <a:rPr sz="1200" dirty="0">
                <a:solidFill>
                  <a:srgbClr val="538235"/>
                </a:solidFill>
                <a:latin typeface="Tahoma"/>
                <a:cs typeface="Tahoma"/>
              </a:rPr>
              <a:t>M</a:t>
            </a:r>
            <a:r>
              <a:rPr sz="1200" spc="-5" dirty="0">
                <a:solidFill>
                  <a:srgbClr val="538235"/>
                </a:solidFill>
                <a:latin typeface="Tahoma"/>
                <a:cs typeface="Tahoma"/>
              </a:rPr>
              <a:t> </a:t>
            </a:r>
            <a:r>
              <a:rPr sz="1200" dirty="0">
                <a:solidFill>
                  <a:srgbClr val="538235"/>
                </a:solidFill>
                <a:latin typeface="Tahoma"/>
                <a:cs typeface="Tahoma"/>
              </a:rPr>
              <a:t>&lt; n.</a:t>
            </a:r>
            <a:endParaRPr sz="1200">
              <a:latin typeface="Tahoma"/>
              <a:cs typeface="Tahoma"/>
            </a:endParaRPr>
          </a:p>
          <a:p>
            <a:pPr marL="38100" marR="2359660">
              <a:lnSpc>
                <a:spcPts val="2160"/>
              </a:lnSpc>
              <a:spcBef>
                <a:spcPts val="195"/>
              </a:spcBef>
              <a:buAutoNum type="arabicPeriod"/>
              <a:tabLst>
                <a:tab pos="266700" algn="l"/>
              </a:tabLst>
            </a:pPr>
            <a:r>
              <a:rPr sz="1200" dirty="0">
                <a:solidFill>
                  <a:srgbClr val="538235"/>
                </a:solidFill>
                <a:latin typeface="Tahoma"/>
                <a:cs typeface="Tahoma"/>
              </a:rPr>
              <a:t>It</a:t>
            </a:r>
            <a:r>
              <a:rPr sz="1200" spc="-15" dirty="0">
                <a:solidFill>
                  <a:srgbClr val="538235"/>
                </a:solidFill>
                <a:latin typeface="Tahoma"/>
                <a:cs typeface="Tahoma"/>
              </a:rPr>
              <a:t> </a:t>
            </a:r>
            <a:r>
              <a:rPr sz="1200" spc="-10" dirty="0">
                <a:solidFill>
                  <a:srgbClr val="538235"/>
                </a:solidFill>
                <a:latin typeface="Tahoma"/>
                <a:cs typeface="Tahoma"/>
              </a:rPr>
              <a:t>is</a:t>
            </a:r>
            <a:r>
              <a:rPr sz="1200" spc="20" dirty="0">
                <a:solidFill>
                  <a:srgbClr val="538235"/>
                </a:solidFill>
                <a:latin typeface="Tahoma"/>
                <a:cs typeface="Tahoma"/>
              </a:rPr>
              <a:t> </a:t>
            </a:r>
            <a:r>
              <a:rPr sz="1200" spc="-10" dirty="0">
                <a:solidFill>
                  <a:srgbClr val="538235"/>
                </a:solidFill>
                <a:latin typeface="Tahoma"/>
                <a:cs typeface="Tahoma"/>
              </a:rPr>
              <a:t>infeasible</a:t>
            </a:r>
            <a:r>
              <a:rPr sz="1200" spc="25" dirty="0">
                <a:solidFill>
                  <a:srgbClr val="538235"/>
                </a:solidFill>
                <a:latin typeface="Tahoma"/>
                <a:cs typeface="Tahoma"/>
              </a:rPr>
              <a:t> </a:t>
            </a:r>
            <a:r>
              <a:rPr sz="1200" dirty="0">
                <a:solidFill>
                  <a:srgbClr val="538235"/>
                </a:solidFill>
                <a:latin typeface="Tahoma"/>
                <a:cs typeface="Tahoma"/>
              </a:rPr>
              <a:t>to </a:t>
            </a:r>
            <a:r>
              <a:rPr sz="1200" spc="-5" dirty="0">
                <a:solidFill>
                  <a:srgbClr val="538235"/>
                </a:solidFill>
                <a:latin typeface="Tahoma"/>
                <a:cs typeface="Tahoma"/>
              </a:rPr>
              <a:t>determine</a:t>
            </a:r>
            <a:r>
              <a:rPr sz="1200" spc="30" dirty="0">
                <a:solidFill>
                  <a:srgbClr val="538235"/>
                </a:solidFill>
                <a:latin typeface="Tahoma"/>
                <a:cs typeface="Tahoma"/>
              </a:rPr>
              <a:t> </a:t>
            </a:r>
            <a:r>
              <a:rPr sz="1250" spc="-30" dirty="0">
                <a:solidFill>
                  <a:srgbClr val="538235"/>
                </a:solidFill>
                <a:latin typeface="Tahoma"/>
                <a:cs typeface="Tahoma"/>
              </a:rPr>
              <a:t>d</a:t>
            </a:r>
            <a:r>
              <a:rPr sz="1250" spc="-5" dirty="0">
                <a:solidFill>
                  <a:srgbClr val="538235"/>
                </a:solidFill>
                <a:latin typeface="Tahoma"/>
                <a:cs typeface="Tahoma"/>
              </a:rPr>
              <a:t> </a:t>
            </a:r>
            <a:r>
              <a:rPr sz="1200" spc="-5" dirty="0">
                <a:solidFill>
                  <a:srgbClr val="538235"/>
                </a:solidFill>
                <a:latin typeface="Tahoma"/>
                <a:cs typeface="Tahoma"/>
              </a:rPr>
              <a:t>given</a:t>
            </a:r>
            <a:r>
              <a:rPr sz="1200" spc="10" dirty="0">
                <a:solidFill>
                  <a:srgbClr val="538235"/>
                </a:solidFill>
                <a:latin typeface="Tahoma"/>
                <a:cs typeface="Tahoma"/>
              </a:rPr>
              <a:t> </a:t>
            </a:r>
            <a:r>
              <a:rPr sz="1250" spc="-30" dirty="0">
                <a:solidFill>
                  <a:srgbClr val="538235"/>
                </a:solidFill>
                <a:latin typeface="Tahoma"/>
                <a:cs typeface="Tahoma"/>
              </a:rPr>
              <a:t>e</a:t>
            </a:r>
            <a:r>
              <a:rPr sz="1250" spc="-15" dirty="0">
                <a:solidFill>
                  <a:srgbClr val="538235"/>
                </a:solidFill>
                <a:latin typeface="Tahoma"/>
                <a:cs typeface="Tahoma"/>
              </a:rPr>
              <a:t> </a:t>
            </a:r>
            <a:r>
              <a:rPr sz="1200" spc="-5" dirty="0">
                <a:solidFill>
                  <a:srgbClr val="538235"/>
                </a:solidFill>
                <a:latin typeface="Tahoma"/>
                <a:cs typeface="Tahoma"/>
              </a:rPr>
              <a:t>and</a:t>
            </a:r>
            <a:r>
              <a:rPr sz="1200" spc="-10" dirty="0">
                <a:solidFill>
                  <a:srgbClr val="538235"/>
                </a:solidFill>
                <a:latin typeface="Tahoma"/>
                <a:cs typeface="Tahoma"/>
              </a:rPr>
              <a:t> </a:t>
            </a:r>
            <a:r>
              <a:rPr sz="1250" spc="-15" dirty="0">
                <a:solidFill>
                  <a:srgbClr val="538235"/>
                </a:solidFill>
                <a:latin typeface="Tahoma"/>
                <a:cs typeface="Tahoma"/>
              </a:rPr>
              <a:t>n</a:t>
            </a:r>
            <a:r>
              <a:rPr sz="1200" spc="-15" dirty="0">
                <a:solidFill>
                  <a:srgbClr val="538235"/>
                </a:solidFill>
                <a:latin typeface="Tahoma"/>
                <a:cs typeface="Tahoma"/>
              </a:rPr>
              <a:t>. </a:t>
            </a:r>
            <a:r>
              <a:rPr sz="1200" spc="-360" dirty="0">
                <a:solidFill>
                  <a:srgbClr val="538235"/>
                </a:solidFill>
                <a:latin typeface="Tahoma"/>
                <a:cs typeface="Tahoma"/>
              </a:rPr>
              <a:t> </a:t>
            </a:r>
            <a:r>
              <a:rPr sz="1200" spc="-5" dirty="0">
                <a:solidFill>
                  <a:srgbClr val="538235"/>
                </a:solidFill>
                <a:latin typeface="Tahoma"/>
                <a:cs typeface="Tahoma"/>
              </a:rPr>
              <a:t>ɸ(n)</a:t>
            </a:r>
            <a:r>
              <a:rPr sz="1200" dirty="0">
                <a:solidFill>
                  <a:srgbClr val="538235"/>
                </a:solidFill>
                <a:latin typeface="Tahoma"/>
                <a:cs typeface="Tahoma"/>
              </a:rPr>
              <a:t> =</a:t>
            </a:r>
            <a:r>
              <a:rPr sz="1200" spc="-5" dirty="0">
                <a:solidFill>
                  <a:srgbClr val="538235"/>
                </a:solidFill>
                <a:latin typeface="Tahoma"/>
                <a:cs typeface="Tahoma"/>
              </a:rPr>
              <a:t> </a:t>
            </a:r>
            <a:r>
              <a:rPr sz="1200" dirty="0">
                <a:solidFill>
                  <a:srgbClr val="538235"/>
                </a:solidFill>
                <a:latin typeface="Tahoma"/>
                <a:cs typeface="Tahoma"/>
              </a:rPr>
              <a:t>ɸ(pq)</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ɸ(p) </a:t>
            </a:r>
            <a:r>
              <a:rPr sz="1200" spc="-5" dirty="0">
                <a:solidFill>
                  <a:srgbClr val="538235"/>
                </a:solidFill>
                <a:latin typeface="Tahoma"/>
                <a:cs typeface="Tahoma"/>
              </a:rPr>
              <a:t>ɸ(q)</a:t>
            </a:r>
            <a:r>
              <a:rPr sz="1200" dirty="0">
                <a:solidFill>
                  <a:srgbClr val="538235"/>
                </a:solidFill>
                <a:latin typeface="Tahoma"/>
                <a:cs typeface="Tahoma"/>
              </a:rPr>
              <a:t> = </a:t>
            </a:r>
            <a:r>
              <a:rPr sz="1200" spc="-5" dirty="0">
                <a:solidFill>
                  <a:srgbClr val="538235"/>
                </a:solidFill>
                <a:latin typeface="Tahoma"/>
                <a:cs typeface="Tahoma"/>
              </a:rPr>
              <a:t>(p-1)</a:t>
            </a:r>
            <a:r>
              <a:rPr sz="1200" dirty="0">
                <a:solidFill>
                  <a:srgbClr val="538235"/>
                </a:solidFill>
                <a:latin typeface="Tahoma"/>
                <a:cs typeface="Tahoma"/>
              </a:rPr>
              <a:t> </a:t>
            </a:r>
            <a:r>
              <a:rPr sz="1200" spc="-5" dirty="0">
                <a:solidFill>
                  <a:srgbClr val="538235"/>
                </a:solidFill>
                <a:latin typeface="Tahoma"/>
                <a:cs typeface="Tahoma"/>
              </a:rPr>
              <a:t>(q-1)</a:t>
            </a:r>
            <a:endParaRPr sz="1200">
              <a:latin typeface="Tahoma"/>
              <a:cs typeface="Tahoma"/>
            </a:endParaRPr>
          </a:p>
          <a:p>
            <a:pPr marL="38100" marR="4451350">
              <a:lnSpc>
                <a:spcPts val="2160"/>
              </a:lnSpc>
            </a:pPr>
            <a:r>
              <a:rPr sz="1200" spc="-5" dirty="0">
                <a:solidFill>
                  <a:srgbClr val="538235"/>
                </a:solidFill>
                <a:latin typeface="Tahoma"/>
                <a:cs typeface="Tahoma"/>
              </a:rPr>
              <a:t>ed</a:t>
            </a:r>
            <a:r>
              <a:rPr sz="1200" spc="-10"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spc="-5" dirty="0">
                <a:solidFill>
                  <a:srgbClr val="538235"/>
                </a:solidFill>
                <a:latin typeface="Tahoma"/>
                <a:cs typeface="Tahoma"/>
              </a:rPr>
              <a:t>ɸ(n)</a:t>
            </a:r>
            <a:r>
              <a:rPr sz="1200" spc="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1 </a:t>
            </a:r>
            <a:r>
              <a:rPr sz="1200" spc="-360" dirty="0">
                <a:solidFill>
                  <a:srgbClr val="538235"/>
                </a:solidFill>
                <a:latin typeface="Tahoma"/>
                <a:cs typeface="Tahoma"/>
              </a:rPr>
              <a:t> </a:t>
            </a:r>
            <a:r>
              <a:rPr sz="1200" spc="-5" dirty="0">
                <a:solidFill>
                  <a:srgbClr val="538235"/>
                </a:solidFill>
                <a:latin typeface="Tahoma"/>
                <a:cs typeface="Tahoma"/>
              </a:rPr>
              <a:t>ed</a:t>
            </a:r>
            <a:r>
              <a:rPr sz="1200" spc="-10" dirty="0">
                <a:solidFill>
                  <a:srgbClr val="538235"/>
                </a:solidFill>
                <a:latin typeface="Tahoma"/>
                <a:cs typeface="Tahoma"/>
              </a:rPr>
              <a:t> </a:t>
            </a:r>
            <a:r>
              <a:rPr sz="1200" dirty="0">
                <a:solidFill>
                  <a:srgbClr val="538235"/>
                </a:solidFill>
                <a:latin typeface="Tahoma"/>
                <a:cs typeface="Tahoma"/>
              </a:rPr>
              <a:t>≡</a:t>
            </a:r>
            <a:r>
              <a:rPr sz="1200" spc="-25" dirty="0">
                <a:solidFill>
                  <a:srgbClr val="538235"/>
                </a:solidFill>
                <a:latin typeface="Tahoma"/>
                <a:cs typeface="Tahoma"/>
              </a:rPr>
              <a:t> </a:t>
            </a:r>
            <a:r>
              <a:rPr sz="1200" dirty="0">
                <a:solidFill>
                  <a:srgbClr val="538235"/>
                </a:solidFill>
                <a:latin typeface="Tahoma"/>
                <a:cs typeface="Tahoma"/>
              </a:rPr>
              <a:t>1</a:t>
            </a:r>
            <a:r>
              <a:rPr sz="1200" spc="-20"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spc="-5" dirty="0">
                <a:solidFill>
                  <a:srgbClr val="538235"/>
                </a:solidFill>
                <a:latin typeface="Tahoma"/>
                <a:cs typeface="Tahoma"/>
              </a:rPr>
              <a:t>ɸ(n)</a:t>
            </a:r>
            <a:endParaRPr sz="1200">
              <a:latin typeface="Tahoma"/>
              <a:cs typeface="Tahoma"/>
            </a:endParaRPr>
          </a:p>
          <a:p>
            <a:pPr marL="38100">
              <a:lnSpc>
                <a:spcPct val="100000"/>
              </a:lnSpc>
              <a:spcBef>
                <a:spcPts val="530"/>
              </a:spcBef>
            </a:pPr>
            <a:r>
              <a:rPr sz="1200" dirty="0">
                <a:solidFill>
                  <a:srgbClr val="538235"/>
                </a:solidFill>
                <a:latin typeface="Tahoma"/>
                <a:cs typeface="Tahoma"/>
              </a:rPr>
              <a:t>d</a:t>
            </a:r>
            <a:r>
              <a:rPr sz="1200" spc="-30"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spc="-10" dirty="0">
                <a:solidFill>
                  <a:srgbClr val="538235"/>
                </a:solidFill>
                <a:latin typeface="Tahoma"/>
                <a:cs typeface="Tahoma"/>
              </a:rPr>
              <a:t>e</a:t>
            </a:r>
            <a:r>
              <a:rPr sz="1200" spc="-15" baseline="24305" dirty="0">
                <a:solidFill>
                  <a:srgbClr val="538235"/>
                </a:solidFill>
                <a:latin typeface="Tahoma"/>
                <a:cs typeface="Tahoma"/>
              </a:rPr>
              <a:t>-1</a:t>
            </a:r>
            <a:r>
              <a:rPr sz="1200" spc="209" baseline="24305"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spc="-5" dirty="0">
                <a:solidFill>
                  <a:srgbClr val="538235"/>
                </a:solidFill>
                <a:latin typeface="Tahoma"/>
                <a:cs typeface="Tahoma"/>
              </a:rPr>
              <a:t>ɸ(n)</a:t>
            </a:r>
            <a:endParaRPr sz="1200">
              <a:latin typeface="Tahoma"/>
              <a:cs typeface="Tahom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99770" y="387553"/>
            <a:ext cx="4606925" cy="5055870"/>
          </a:xfrm>
          <a:prstGeom prst="rect">
            <a:avLst/>
          </a:prstGeom>
        </p:spPr>
        <p:txBody>
          <a:bodyPr vert="horz" wrap="square" lIns="0" tIns="13970" rIns="0" bIns="0" rtlCol="0">
            <a:spAutoFit/>
          </a:bodyPr>
          <a:lstStyle/>
          <a:p>
            <a:pPr marL="63500">
              <a:lnSpc>
                <a:spcPct val="100000"/>
              </a:lnSpc>
              <a:spcBef>
                <a:spcPts val="110"/>
              </a:spcBef>
            </a:pPr>
            <a:r>
              <a:rPr sz="1600" b="1" dirty="0">
                <a:solidFill>
                  <a:srgbClr val="538235"/>
                </a:solidFill>
                <a:latin typeface="Tahoma"/>
                <a:cs typeface="Tahoma"/>
              </a:rPr>
              <a:t>ASYMMETRIC</a:t>
            </a:r>
            <a:r>
              <a:rPr sz="1600" b="1" spc="-70" dirty="0">
                <a:solidFill>
                  <a:srgbClr val="538235"/>
                </a:solidFill>
                <a:latin typeface="Tahoma"/>
                <a:cs typeface="Tahoma"/>
              </a:rPr>
              <a:t> </a:t>
            </a:r>
            <a:r>
              <a:rPr sz="1600" b="1" dirty="0">
                <a:solidFill>
                  <a:srgbClr val="538235"/>
                </a:solidFill>
                <a:latin typeface="Tahoma"/>
                <a:cs typeface="Tahoma"/>
              </a:rPr>
              <a:t>KEY</a:t>
            </a:r>
            <a:r>
              <a:rPr sz="1600" b="1" spc="-40" dirty="0">
                <a:solidFill>
                  <a:srgbClr val="538235"/>
                </a:solidFill>
                <a:latin typeface="Tahoma"/>
                <a:cs typeface="Tahoma"/>
              </a:rPr>
              <a:t> </a:t>
            </a:r>
            <a:r>
              <a:rPr sz="1600" b="1" dirty="0">
                <a:solidFill>
                  <a:srgbClr val="538235"/>
                </a:solidFill>
                <a:latin typeface="Tahoma"/>
                <a:cs typeface="Tahoma"/>
              </a:rPr>
              <a:t>CIPHERS</a:t>
            </a:r>
            <a:endParaRPr sz="1600">
              <a:latin typeface="Tahoma"/>
              <a:cs typeface="Tahoma"/>
            </a:endParaRPr>
          </a:p>
          <a:p>
            <a:pPr>
              <a:lnSpc>
                <a:spcPct val="100000"/>
              </a:lnSpc>
              <a:spcBef>
                <a:spcPts val="25"/>
              </a:spcBef>
            </a:pPr>
            <a:endParaRPr sz="2550">
              <a:latin typeface="Tahoma"/>
              <a:cs typeface="Tahoma"/>
            </a:endParaRPr>
          </a:p>
          <a:p>
            <a:pPr marL="63500" marR="3132455">
              <a:lnSpc>
                <a:spcPct val="150100"/>
              </a:lnSpc>
            </a:pPr>
            <a:r>
              <a:rPr sz="1200" b="1" spc="-5" dirty="0">
                <a:solidFill>
                  <a:srgbClr val="538235"/>
                </a:solidFill>
                <a:latin typeface="Tahoma"/>
                <a:cs typeface="Tahoma"/>
              </a:rPr>
              <a:t>RSA Algorithm </a:t>
            </a:r>
            <a:r>
              <a:rPr sz="1200" b="1" dirty="0">
                <a:solidFill>
                  <a:srgbClr val="538235"/>
                </a:solidFill>
                <a:latin typeface="Tahoma"/>
                <a:cs typeface="Tahoma"/>
              </a:rPr>
              <a:t> User</a:t>
            </a:r>
            <a:r>
              <a:rPr sz="1200" b="1" spc="-45" dirty="0">
                <a:solidFill>
                  <a:srgbClr val="538235"/>
                </a:solidFill>
                <a:latin typeface="Tahoma"/>
                <a:cs typeface="Tahoma"/>
              </a:rPr>
              <a:t> </a:t>
            </a:r>
            <a:r>
              <a:rPr sz="1200" b="1" dirty="0">
                <a:solidFill>
                  <a:srgbClr val="538235"/>
                </a:solidFill>
                <a:latin typeface="Tahoma"/>
                <a:cs typeface="Tahoma"/>
              </a:rPr>
              <a:t>B</a:t>
            </a:r>
            <a:r>
              <a:rPr sz="1200" b="1" spc="-35" dirty="0">
                <a:solidFill>
                  <a:srgbClr val="538235"/>
                </a:solidFill>
                <a:latin typeface="Tahoma"/>
                <a:cs typeface="Tahoma"/>
              </a:rPr>
              <a:t> </a:t>
            </a:r>
            <a:r>
              <a:rPr sz="1200" b="1" dirty="0">
                <a:solidFill>
                  <a:srgbClr val="538235"/>
                </a:solidFill>
                <a:latin typeface="Tahoma"/>
                <a:cs typeface="Tahoma"/>
              </a:rPr>
              <a:t>(Receiver):</a:t>
            </a:r>
            <a:endParaRPr sz="1200">
              <a:latin typeface="Tahoma"/>
              <a:cs typeface="Tahoma"/>
            </a:endParaRPr>
          </a:p>
          <a:p>
            <a:pPr marL="233679" indent="-170815">
              <a:lnSpc>
                <a:spcPct val="100000"/>
              </a:lnSpc>
              <a:spcBef>
                <a:spcPts val="720"/>
              </a:spcBef>
              <a:buAutoNum type="arabicPeriod"/>
              <a:tabLst>
                <a:tab pos="234315" algn="l"/>
              </a:tabLst>
            </a:pPr>
            <a:r>
              <a:rPr sz="1200" spc="-10" dirty="0">
                <a:solidFill>
                  <a:srgbClr val="538235"/>
                </a:solidFill>
                <a:latin typeface="Tahoma"/>
                <a:cs typeface="Tahoma"/>
              </a:rPr>
              <a:t>Select</a:t>
            </a:r>
            <a:r>
              <a:rPr sz="1200" spc="35" dirty="0">
                <a:solidFill>
                  <a:srgbClr val="538235"/>
                </a:solidFill>
                <a:latin typeface="Tahoma"/>
                <a:cs typeface="Tahoma"/>
              </a:rPr>
              <a:t> </a:t>
            </a:r>
            <a:r>
              <a:rPr sz="1200" spc="-10" dirty="0">
                <a:solidFill>
                  <a:srgbClr val="538235"/>
                </a:solidFill>
                <a:latin typeface="Tahoma"/>
                <a:cs typeface="Tahoma"/>
              </a:rPr>
              <a:t>p,q</a:t>
            </a:r>
            <a:r>
              <a:rPr sz="1200" spc="-15" dirty="0">
                <a:solidFill>
                  <a:srgbClr val="538235"/>
                </a:solidFill>
                <a:latin typeface="Tahoma"/>
                <a:cs typeface="Tahoma"/>
              </a:rPr>
              <a:t> </a:t>
            </a:r>
            <a:r>
              <a:rPr sz="1200" dirty="0">
                <a:solidFill>
                  <a:srgbClr val="538235"/>
                </a:solidFill>
                <a:latin typeface="Tahoma"/>
                <a:cs typeface="Tahoma"/>
              </a:rPr>
              <a:t>p</a:t>
            </a:r>
            <a:r>
              <a:rPr sz="1200" spc="-15" dirty="0">
                <a:solidFill>
                  <a:srgbClr val="538235"/>
                </a:solidFill>
                <a:latin typeface="Tahoma"/>
                <a:cs typeface="Tahoma"/>
              </a:rPr>
              <a:t> </a:t>
            </a:r>
            <a:r>
              <a:rPr sz="1200" spc="-5" dirty="0">
                <a:solidFill>
                  <a:srgbClr val="538235"/>
                </a:solidFill>
                <a:latin typeface="Tahoma"/>
                <a:cs typeface="Tahoma"/>
              </a:rPr>
              <a:t>and</a:t>
            </a:r>
            <a:r>
              <a:rPr sz="1200" spc="-10" dirty="0">
                <a:solidFill>
                  <a:srgbClr val="538235"/>
                </a:solidFill>
                <a:latin typeface="Tahoma"/>
                <a:cs typeface="Tahoma"/>
              </a:rPr>
              <a:t> </a:t>
            </a:r>
            <a:r>
              <a:rPr sz="1200" dirty="0">
                <a:solidFill>
                  <a:srgbClr val="538235"/>
                </a:solidFill>
                <a:latin typeface="Tahoma"/>
                <a:cs typeface="Tahoma"/>
              </a:rPr>
              <a:t>q</a:t>
            </a:r>
            <a:r>
              <a:rPr sz="1200" spc="10" dirty="0">
                <a:solidFill>
                  <a:srgbClr val="538235"/>
                </a:solidFill>
                <a:latin typeface="Tahoma"/>
                <a:cs typeface="Tahoma"/>
              </a:rPr>
              <a:t> </a:t>
            </a:r>
            <a:r>
              <a:rPr sz="1200" dirty="0">
                <a:solidFill>
                  <a:srgbClr val="538235"/>
                </a:solidFill>
                <a:latin typeface="Tahoma"/>
                <a:cs typeface="Tahoma"/>
              </a:rPr>
              <a:t>both</a:t>
            </a:r>
            <a:r>
              <a:rPr sz="1200" spc="-15" dirty="0">
                <a:solidFill>
                  <a:srgbClr val="538235"/>
                </a:solidFill>
                <a:latin typeface="Tahoma"/>
                <a:cs typeface="Tahoma"/>
              </a:rPr>
              <a:t> </a:t>
            </a:r>
            <a:r>
              <a:rPr sz="1200" spc="-5" dirty="0">
                <a:solidFill>
                  <a:srgbClr val="538235"/>
                </a:solidFill>
                <a:latin typeface="Tahoma"/>
                <a:cs typeface="Tahoma"/>
              </a:rPr>
              <a:t>prime,</a:t>
            </a:r>
            <a:r>
              <a:rPr sz="1200" spc="-15" dirty="0">
                <a:solidFill>
                  <a:srgbClr val="538235"/>
                </a:solidFill>
                <a:latin typeface="Tahoma"/>
                <a:cs typeface="Tahoma"/>
              </a:rPr>
              <a:t> </a:t>
            </a:r>
            <a:r>
              <a:rPr sz="1200" dirty="0">
                <a:solidFill>
                  <a:srgbClr val="538235"/>
                </a:solidFill>
                <a:latin typeface="Tahoma"/>
                <a:cs typeface="Tahoma"/>
              </a:rPr>
              <a:t>p</a:t>
            </a:r>
            <a:r>
              <a:rPr sz="1200" spc="10"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q</a:t>
            </a:r>
            <a:endParaRPr sz="1200">
              <a:latin typeface="Tahoma"/>
              <a:cs typeface="Tahoma"/>
            </a:endParaRPr>
          </a:p>
          <a:p>
            <a:pPr marL="233679" indent="-170815">
              <a:lnSpc>
                <a:spcPct val="100000"/>
              </a:lnSpc>
              <a:spcBef>
                <a:spcPts val="720"/>
              </a:spcBef>
              <a:buAutoNum type="arabicPeriod"/>
              <a:tabLst>
                <a:tab pos="234315" algn="l"/>
              </a:tabLst>
            </a:pPr>
            <a:r>
              <a:rPr sz="1200" spc="-10" dirty="0">
                <a:solidFill>
                  <a:srgbClr val="538235"/>
                </a:solidFill>
                <a:latin typeface="Tahoma"/>
                <a:cs typeface="Tahoma"/>
              </a:rPr>
              <a:t>Calculate</a:t>
            </a:r>
            <a:r>
              <a:rPr sz="1200" spc="15" dirty="0">
                <a:solidFill>
                  <a:srgbClr val="538235"/>
                </a:solidFill>
                <a:latin typeface="Tahoma"/>
                <a:cs typeface="Tahoma"/>
              </a:rPr>
              <a:t> </a:t>
            </a:r>
            <a:r>
              <a:rPr sz="1200" dirty="0">
                <a:solidFill>
                  <a:srgbClr val="538235"/>
                </a:solidFill>
                <a:latin typeface="Tahoma"/>
                <a:cs typeface="Tahoma"/>
              </a:rPr>
              <a:t>n =</a:t>
            </a:r>
            <a:r>
              <a:rPr sz="1200" spc="-10" dirty="0">
                <a:solidFill>
                  <a:srgbClr val="538235"/>
                </a:solidFill>
                <a:latin typeface="Tahoma"/>
                <a:cs typeface="Tahoma"/>
              </a:rPr>
              <a:t> </a:t>
            </a:r>
            <a:r>
              <a:rPr sz="1200" dirty="0">
                <a:solidFill>
                  <a:srgbClr val="538235"/>
                </a:solidFill>
                <a:latin typeface="Tahoma"/>
                <a:cs typeface="Tahoma"/>
              </a:rPr>
              <a:t>p</a:t>
            </a:r>
            <a:r>
              <a:rPr sz="1200" spc="-1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q</a:t>
            </a:r>
            <a:endParaRPr sz="1200">
              <a:latin typeface="Tahoma"/>
              <a:cs typeface="Tahoma"/>
            </a:endParaRPr>
          </a:p>
          <a:p>
            <a:pPr marL="233679" indent="-170815">
              <a:lnSpc>
                <a:spcPct val="100000"/>
              </a:lnSpc>
              <a:spcBef>
                <a:spcPts val="720"/>
              </a:spcBef>
              <a:buAutoNum type="arabicPeriod"/>
              <a:tabLst>
                <a:tab pos="234315" algn="l"/>
              </a:tabLst>
            </a:pPr>
            <a:r>
              <a:rPr sz="1200" spc="-10" dirty="0">
                <a:solidFill>
                  <a:srgbClr val="538235"/>
                </a:solidFill>
                <a:latin typeface="Tahoma"/>
                <a:cs typeface="Tahoma"/>
              </a:rPr>
              <a:t>Calculate</a:t>
            </a:r>
            <a:r>
              <a:rPr sz="1200" spc="20" dirty="0">
                <a:solidFill>
                  <a:srgbClr val="538235"/>
                </a:solidFill>
                <a:latin typeface="Tahoma"/>
                <a:cs typeface="Tahoma"/>
              </a:rPr>
              <a:t> </a:t>
            </a:r>
            <a:r>
              <a:rPr sz="1200" spc="-5" dirty="0">
                <a:solidFill>
                  <a:srgbClr val="538235"/>
                </a:solidFill>
                <a:latin typeface="Tahoma"/>
                <a:cs typeface="Tahoma"/>
              </a:rPr>
              <a:t>ɸ(n)</a:t>
            </a:r>
            <a:r>
              <a:rPr sz="1200" spc="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(p</a:t>
            </a:r>
            <a:r>
              <a:rPr sz="1200" spc="-1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1)(q</a:t>
            </a:r>
            <a:r>
              <a:rPr sz="1200" spc="10"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1)</a:t>
            </a:r>
            <a:endParaRPr sz="1200">
              <a:latin typeface="Tahoma"/>
              <a:cs typeface="Tahoma"/>
            </a:endParaRPr>
          </a:p>
          <a:p>
            <a:pPr marL="233679" indent="-170815">
              <a:lnSpc>
                <a:spcPct val="100000"/>
              </a:lnSpc>
              <a:spcBef>
                <a:spcPts val="725"/>
              </a:spcBef>
              <a:buAutoNum type="arabicPeriod"/>
              <a:tabLst>
                <a:tab pos="234315" algn="l"/>
              </a:tabLst>
            </a:pPr>
            <a:r>
              <a:rPr sz="1200" spc="-10" dirty="0">
                <a:solidFill>
                  <a:srgbClr val="538235"/>
                </a:solidFill>
                <a:latin typeface="Tahoma"/>
                <a:cs typeface="Tahoma"/>
              </a:rPr>
              <a:t>Select</a:t>
            </a:r>
            <a:r>
              <a:rPr sz="1200" spc="35" dirty="0">
                <a:solidFill>
                  <a:srgbClr val="538235"/>
                </a:solidFill>
                <a:latin typeface="Tahoma"/>
                <a:cs typeface="Tahoma"/>
              </a:rPr>
              <a:t> </a:t>
            </a:r>
            <a:r>
              <a:rPr sz="1200" spc="-5" dirty="0">
                <a:solidFill>
                  <a:srgbClr val="538235"/>
                </a:solidFill>
                <a:latin typeface="Tahoma"/>
                <a:cs typeface="Tahoma"/>
              </a:rPr>
              <a:t>integer</a:t>
            </a:r>
            <a:r>
              <a:rPr sz="1200" spc="5" dirty="0">
                <a:solidFill>
                  <a:srgbClr val="538235"/>
                </a:solidFill>
                <a:latin typeface="Tahoma"/>
                <a:cs typeface="Tahoma"/>
              </a:rPr>
              <a:t> </a:t>
            </a:r>
            <a:r>
              <a:rPr sz="1200" spc="-5" dirty="0">
                <a:solidFill>
                  <a:srgbClr val="538235"/>
                </a:solidFill>
                <a:latin typeface="Tahoma"/>
                <a:cs typeface="Tahoma"/>
              </a:rPr>
              <a:t>e,</a:t>
            </a:r>
            <a:r>
              <a:rPr sz="1200" spc="25" dirty="0">
                <a:solidFill>
                  <a:srgbClr val="538235"/>
                </a:solidFill>
                <a:latin typeface="Tahoma"/>
                <a:cs typeface="Tahoma"/>
              </a:rPr>
              <a:t> </a:t>
            </a:r>
            <a:r>
              <a:rPr sz="1200" dirty="0">
                <a:solidFill>
                  <a:srgbClr val="538235"/>
                </a:solidFill>
                <a:latin typeface="Tahoma"/>
                <a:cs typeface="Tahoma"/>
              </a:rPr>
              <a:t>gcd</a:t>
            </a:r>
            <a:r>
              <a:rPr sz="1200" spc="-40" dirty="0">
                <a:solidFill>
                  <a:srgbClr val="538235"/>
                </a:solidFill>
                <a:latin typeface="Tahoma"/>
                <a:cs typeface="Tahoma"/>
              </a:rPr>
              <a:t> </a:t>
            </a:r>
            <a:r>
              <a:rPr sz="1200" spc="-5" dirty="0">
                <a:solidFill>
                  <a:srgbClr val="538235"/>
                </a:solidFill>
                <a:latin typeface="Tahoma"/>
                <a:cs typeface="Tahoma"/>
              </a:rPr>
              <a:t>(ɸ(n),</a:t>
            </a:r>
            <a:r>
              <a:rPr sz="1200" spc="25" dirty="0">
                <a:solidFill>
                  <a:srgbClr val="538235"/>
                </a:solidFill>
                <a:latin typeface="Tahoma"/>
                <a:cs typeface="Tahoma"/>
              </a:rPr>
              <a:t> </a:t>
            </a:r>
            <a:r>
              <a:rPr sz="1200" spc="-5" dirty="0">
                <a:solidFill>
                  <a:srgbClr val="538235"/>
                </a:solidFill>
                <a:latin typeface="Tahoma"/>
                <a:cs typeface="Tahoma"/>
              </a:rPr>
              <a:t>e)</a:t>
            </a:r>
            <a:r>
              <a:rPr sz="1200" spc="2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1;</a:t>
            </a:r>
            <a:r>
              <a:rPr sz="1200" spc="-10" dirty="0">
                <a:solidFill>
                  <a:srgbClr val="538235"/>
                </a:solidFill>
                <a:latin typeface="Tahoma"/>
                <a:cs typeface="Tahoma"/>
              </a:rPr>
              <a:t> </a:t>
            </a:r>
            <a:r>
              <a:rPr sz="1200" dirty="0">
                <a:solidFill>
                  <a:srgbClr val="538235"/>
                </a:solidFill>
                <a:latin typeface="Tahoma"/>
                <a:cs typeface="Tahoma"/>
              </a:rPr>
              <a:t>1</a:t>
            </a:r>
            <a:r>
              <a:rPr sz="1200" spc="-5" dirty="0">
                <a:solidFill>
                  <a:srgbClr val="538235"/>
                </a:solidFill>
                <a:latin typeface="Tahoma"/>
                <a:cs typeface="Tahoma"/>
              </a:rPr>
              <a:t> </a:t>
            </a:r>
            <a:r>
              <a:rPr sz="1200" dirty="0">
                <a:solidFill>
                  <a:srgbClr val="538235"/>
                </a:solidFill>
                <a:latin typeface="Tahoma"/>
                <a:cs typeface="Tahoma"/>
              </a:rPr>
              <a:t>&lt;</a:t>
            </a:r>
            <a:r>
              <a:rPr sz="1200" spc="-5" dirty="0">
                <a:solidFill>
                  <a:srgbClr val="538235"/>
                </a:solidFill>
                <a:latin typeface="Tahoma"/>
                <a:cs typeface="Tahoma"/>
              </a:rPr>
              <a:t> </a:t>
            </a:r>
            <a:r>
              <a:rPr sz="1200" dirty="0">
                <a:solidFill>
                  <a:srgbClr val="538235"/>
                </a:solidFill>
                <a:latin typeface="Tahoma"/>
                <a:cs typeface="Tahoma"/>
              </a:rPr>
              <a:t>e &lt;</a:t>
            </a:r>
            <a:r>
              <a:rPr sz="1200" spc="-5" dirty="0">
                <a:solidFill>
                  <a:srgbClr val="538235"/>
                </a:solidFill>
                <a:latin typeface="Tahoma"/>
                <a:cs typeface="Tahoma"/>
              </a:rPr>
              <a:t> ɸ(n)</a:t>
            </a:r>
            <a:endParaRPr sz="1200">
              <a:latin typeface="Tahoma"/>
              <a:cs typeface="Tahoma"/>
            </a:endParaRPr>
          </a:p>
          <a:p>
            <a:pPr marL="233679" indent="-170815">
              <a:lnSpc>
                <a:spcPct val="100000"/>
              </a:lnSpc>
              <a:spcBef>
                <a:spcPts val="720"/>
              </a:spcBef>
              <a:buAutoNum type="arabicPeriod"/>
              <a:tabLst>
                <a:tab pos="234315" algn="l"/>
              </a:tabLst>
            </a:pPr>
            <a:r>
              <a:rPr sz="1200" spc="-10" dirty="0">
                <a:solidFill>
                  <a:srgbClr val="538235"/>
                </a:solidFill>
                <a:latin typeface="Tahoma"/>
                <a:cs typeface="Tahoma"/>
              </a:rPr>
              <a:t>Calculated</a:t>
            </a:r>
            <a:r>
              <a:rPr sz="1200" spc="35" dirty="0">
                <a:solidFill>
                  <a:srgbClr val="538235"/>
                </a:solidFill>
                <a:latin typeface="Tahoma"/>
                <a:cs typeface="Tahoma"/>
              </a:rPr>
              <a:t> </a:t>
            </a:r>
            <a:r>
              <a:rPr sz="1200" dirty="0">
                <a:solidFill>
                  <a:srgbClr val="538235"/>
                </a:solidFill>
                <a:latin typeface="Tahoma"/>
                <a:cs typeface="Tahoma"/>
              </a:rPr>
              <a:t>d</a:t>
            </a:r>
            <a:r>
              <a:rPr sz="1200" spc="-15" dirty="0">
                <a:solidFill>
                  <a:srgbClr val="538235"/>
                </a:solidFill>
                <a:latin typeface="Tahoma"/>
                <a:cs typeface="Tahoma"/>
              </a:rPr>
              <a:t> </a:t>
            </a:r>
            <a:r>
              <a:rPr sz="1200" dirty="0">
                <a:solidFill>
                  <a:srgbClr val="538235"/>
                </a:solidFill>
                <a:latin typeface="Tahoma"/>
                <a:cs typeface="Tahoma"/>
              </a:rPr>
              <a:t>d</a:t>
            </a:r>
            <a:r>
              <a:rPr sz="1200" spc="-10"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10" dirty="0">
                <a:solidFill>
                  <a:srgbClr val="538235"/>
                </a:solidFill>
                <a:latin typeface="Tahoma"/>
                <a:cs typeface="Tahoma"/>
              </a:rPr>
              <a:t>e</a:t>
            </a:r>
            <a:r>
              <a:rPr sz="1200" spc="-15" baseline="24305" dirty="0">
                <a:solidFill>
                  <a:srgbClr val="538235"/>
                </a:solidFill>
                <a:latin typeface="Tahoma"/>
                <a:cs typeface="Tahoma"/>
              </a:rPr>
              <a:t>-1</a:t>
            </a:r>
            <a:r>
              <a:rPr sz="1200" spc="217" baseline="24305"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spc="-5" dirty="0">
                <a:solidFill>
                  <a:srgbClr val="538235"/>
                </a:solidFill>
                <a:latin typeface="Tahoma"/>
                <a:cs typeface="Tahoma"/>
              </a:rPr>
              <a:t>ɸ(n)</a:t>
            </a:r>
            <a:endParaRPr sz="1200">
              <a:latin typeface="Tahoma"/>
              <a:cs typeface="Tahoma"/>
            </a:endParaRPr>
          </a:p>
          <a:p>
            <a:pPr marL="63500">
              <a:lnSpc>
                <a:spcPct val="100000"/>
              </a:lnSpc>
              <a:spcBef>
                <a:spcPts val="720"/>
              </a:spcBef>
              <a:tabLst>
                <a:tab pos="2807335" algn="l"/>
              </a:tabLst>
            </a:pPr>
            <a:r>
              <a:rPr sz="1200" spc="-5" dirty="0">
                <a:solidFill>
                  <a:srgbClr val="538235"/>
                </a:solidFill>
                <a:latin typeface="Tahoma"/>
                <a:cs typeface="Tahoma"/>
              </a:rPr>
              <a:t>Public</a:t>
            </a:r>
            <a:r>
              <a:rPr sz="1200" spc="5" dirty="0">
                <a:solidFill>
                  <a:srgbClr val="538235"/>
                </a:solidFill>
                <a:latin typeface="Tahoma"/>
                <a:cs typeface="Tahoma"/>
              </a:rPr>
              <a:t> </a:t>
            </a:r>
            <a:r>
              <a:rPr sz="1200" spc="-5" dirty="0">
                <a:solidFill>
                  <a:srgbClr val="538235"/>
                </a:solidFill>
                <a:latin typeface="Tahoma"/>
                <a:cs typeface="Tahoma"/>
              </a:rPr>
              <a:t>key</a:t>
            </a:r>
            <a:r>
              <a:rPr sz="1200" spc="15" dirty="0">
                <a:solidFill>
                  <a:srgbClr val="538235"/>
                </a:solidFill>
                <a:latin typeface="Tahoma"/>
                <a:cs typeface="Tahoma"/>
              </a:rPr>
              <a:t> </a:t>
            </a:r>
            <a:r>
              <a:rPr sz="1200" spc="5" dirty="0">
                <a:solidFill>
                  <a:srgbClr val="538235"/>
                </a:solidFill>
                <a:latin typeface="Tahoma"/>
                <a:cs typeface="Tahoma"/>
              </a:rPr>
              <a:t>PU</a:t>
            </a:r>
            <a:r>
              <a:rPr sz="1200" spc="-5"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{e,</a:t>
            </a:r>
            <a:r>
              <a:rPr sz="1200" spc="5" dirty="0">
                <a:solidFill>
                  <a:srgbClr val="538235"/>
                </a:solidFill>
                <a:latin typeface="Tahoma"/>
                <a:cs typeface="Tahoma"/>
              </a:rPr>
              <a:t> </a:t>
            </a:r>
            <a:r>
              <a:rPr sz="1200" dirty="0">
                <a:solidFill>
                  <a:srgbClr val="538235"/>
                </a:solidFill>
                <a:latin typeface="Tahoma"/>
                <a:cs typeface="Tahoma"/>
              </a:rPr>
              <a:t>n}	</a:t>
            </a:r>
            <a:r>
              <a:rPr sz="1200" spc="-10" dirty="0">
                <a:solidFill>
                  <a:srgbClr val="538235"/>
                </a:solidFill>
                <a:latin typeface="Tahoma"/>
                <a:cs typeface="Tahoma"/>
              </a:rPr>
              <a:t>Private</a:t>
            </a:r>
            <a:r>
              <a:rPr sz="1200" spc="-5" dirty="0">
                <a:solidFill>
                  <a:srgbClr val="538235"/>
                </a:solidFill>
                <a:latin typeface="Tahoma"/>
                <a:cs typeface="Tahoma"/>
              </a:rPr>
              <a:t> key </a:t>
            </a:r>
            <a:r>
              <a:rPr sz="1200" spc="5" dirty="0">
                <a:solidFill>
                  <a:srgbClr val="538235"/>
                </a:solidFill>
                <a:latin typeface="Tahoma"/>
                <a:cs typeface="Tahoma"/>
              </a:rPr>
              <a:t>PR</a:t>
            </a:r>
            <a:r>
              <a:rPr sz="1200" spc="-30"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{d,</a:t>
            </a:r>
            <a:r>
              <a:rPr sz="1200" spc="-30" dirty="0">
                <a:solidFill>
                  <a:srgbClr val="538235"/>
                </a:solidFill>
                <a:latin typeface="Tahoma"/>
                <a:cs typeface="Tahoma"/>
              </a:rPr>
              <a:t> </a:t>
            </a:r>
            <a:r>
              <a:rPr sz="1200" dirty="0">
                <a:solidFill>
                  <a:srgbClr val="538235"/>
                </a:solidFill>
                <a:latin typeface="Tahoma"/>
                <a:cs typeface="Tahoma"/>
              </a:rPr>
              <a:t>n}</a:t>
            </a:r>
            <a:endParaRPr sz="1200">
              <a:latin typeface="Tahoma"/>
              <a:cs typeface="Tahoma"/>
            </a:endParaRPr>
          </a:p>
          <a:p>
            <a:pPr marL="63500">
              <a:lnSpc>
                <a:spcPct val="100000"/>
              </a:lnSpc>
              <a:spcBef>
                <a:spcPts val="720"/>
              </a:spcBef>
            </a:pPr>
            <a:r>
              <a:rPr sz="1200" b="1" spc="-5" dirty="0">
                <a:solidFill>
                  <a:srgbClr val="538235"/>
                </a:solidFill>
                <a:latin typeface="Tahoma"/>
                <a:cs typeface="Tahoma"/>
              </a:rPr>
              <a:t>Encryption</a:t>
            </a:r>
            <a:r>
              <a:rPr sz="1200" b="1" spc="-15" dirty="0">
                <a:solidFill>
                  <a:srgbClr val="538235"/>
                </a:solidFill>
                <a:latin typeface="Tahoma"/>
                <a:cs typeface="Tahoma"/>
              </a:rPr>
              <a:t> </a:t>
            </a:r>
            <a:r>
              <a:rPr sz="1200" b="1" dirty="0">
                <a:solidFill>
                  <a:srgbClr val="538235"/>
                </a:solidFill>
                <a:latin typeface="Tahoma"/>
                <a:cs typeface="Tahoma"/>
              </a:rPr>
              <a:t>by</a:t>
            </a:r>
            <a:r>
              <a:rPr sz="1200" b="1" spc="-10" dirty="0">
                <a:solidFill>
                  <a:srgbClr val="538235"/>
                </a:solidFill>
                <a:latin typeface="Tahoma"/>
                <a:cs typeface="Tahoma"/>
              </a:rPr>
              <a:t> </a:t>
            </a:r>
            <a:r>
              <a:rPr sz="1200" b="1" dirty="0">
                <a:solidFill>
                  <a:srgbClr val="538235"/>
                </a:solidFill>
                <a:latin typeface="Tahoma"/>
                <a:cs typeface="Tahoma"/>
              </a:rPr>
              <a:t>User</a:t>
            </a:r>
            <a:r>
              <a:rPr sz="1200" b="1" spc="-10" dirty="0">
                <a:solidFill>
                  <a:srgbClr val="538235"/>
                </a:solidFill>
                <a:latin typeface="Tahoma"/>
                <a:cs typeface="Tahoma"/>
              </a:rPr>
              <a:t> </a:t>
            </a:r>
            <a:r>
              <a:rPr sz="1200" b="1" dirty="0">
                <a:solidFill>
                  <a:srgbClr val="538235"/>
                </a:solidFill>
                <a:latin typeface="Tahoma"/>
                <a:cs typeface="Tahoma"/>
              </a:rPr>
              <a:t>A</a:t>
            </a:r>
            <a:r>
              <a:rPr sz="1200" b="1" spc="-25" dirty="0">
                <a:solidFill>
                  <a:srgbClr val="538235"/>
                </a:solidFill>
                <a:latin typeface="Tahoma"/>
                <a:cs typeface="Tahoma"/>
              </a:rPr>
              <a:t> </a:t>
            </a:r>
            <a:r>
              <a:rPr sz="1200" b="1" dirty="0">
                <a:solidFill>
                  <a:srgbClr val="538235"/>
                </a:solidFill>
                <a:latin typeface="Tahoma"/>
                <a:cs typeface="Tahoma"/>
              </a:rPr>
              <a:t>(Sender) </a:t>
            </a:r>
            <a:r>
              <a:rPr sz="1200" b="1" spc="-5" dirty="0">
                <a:solidFill>
                  <a:srgbClr val="538235"/>
                </a:solidFill>
                <a:latin typeface="Tahoma"/>
                <a:cs typeface="Tahoma"/>
              </a:rPr>
              <a:t>with</a:t>
            </a:r>
            <a:r>
              <a:rPr sz="1200" b="1" spc="-15" dirty="0">
                <a:solidFill>
                  <a:srgbClr val="538235"/>
                </a:solidFill>
                <a:latin typeface="Tahoma"/>
                <a:cs typeface="Tahoma"/>
              </a:rPr>
              <a:t> </a:t>
            </a:r>
            <a:r>
              <a:rPr sz="1200" b="1" dirty="0">
                <a:solidFill>
                  <a:srgbClr val="538235"/>
                </a:solidFill>
                <a:latin typeface="Tahoma"/>
                <a:cs typeface="Tahoma"/>
              </a:rPr>
              <a:t>User</a:t>
            </a:r>
            <a:r>
              <a:rPr sz="1200" b="1" spc="-5" dirty="0">
                <a:solidFill>
                  <a:srgbClr val="538235"/>
                </a:solidFill>
                <a:latin typeface="Tahoma"/>
                <a:cs typeface="Tahoma"/>
              </a:rPr>
              <a:t> B’s Public</a:t>
            </a:r>
            <a:r>
              <a:rPr sz="1200" b="1" spc="5" dirty="0">
                <a:solidFill>
                  <a:srgbClr val="538235"/>
                </a:solidFill>
                <a:latin typeface="Tahoma"/>
                <a:cs typeface="Tahoma"/>
              </a:rPr>
              <a:t> </a:t>
            </a:r>
            <a:r>
              <a:rPr sz="1200" b="1" dirty="0">
                <a:solidFill>
                  <a:srgbClr val="538235"/>
                </a:solidFill>
                <a:latin typeface="Tahoma"/>
                <a:cs typeface="Tahoma"/>
              </a:rPr>
              <a:t>Key:</a:t>
            </a:r>
            <a:endParaRPr sz="1200">
              <a:latin typeface="Tahoma"/>
              <a:cs typeface="Tahoma"/>
            </a:endParaRPr>
          </a:p>
          <a:p>
            <a:pPr marL="63500" marR="2794635">
              <a:lnSpc>
                <a:spcPct val="150000"/>
              </a:lnSpc>
            </a:pPr>
            <a:r>
              <a:rPr sz="1200" spc="-5" dirty="0">
                <a:solidFill>
                  <a:srgbClr val="538235"/>
                </a:solidFill>
                <a:latin typeface="Tahoma"/>
                <a:cs typeface="Tahoma"/>
              </a:rPr>
              <a:t>Plaintext:</a:t>
            </a:r>
            <a:r>
              <a:rPr sz="1200" spc="10" dirty="0">
                <a:solidFill>
                  <a:srgbClr val="538235"/>
                </a:solidFill>
                <a:latin typeface="Tahoma"/>
                <a:cs typeface="Tahoma"/>
              </a:rPr>
              <a:t> </a:t>
            </a:r>
            <a:r>
              <a:rPr sz="1200" dirty="0">
                <a:solidFill>
                  <a:srgbClr val="538235"/>
                </a:solidFill>
                <a:latin typeface="Tahoma"/>
                <a:cs typeface="Tahoma"/>
              </a:rPr>
              <a:t>M</a:t>
            </a:r>
            <a:r>
              <a:rPr sz="1200" spc="-10" dirty="0">
                <a:solidFill>
                  <a:srgbClr val="538235"/>
                </a:solidFill>
                <a:latin typeface="Tahoma"/>
                <a:cs typeface="Tahoma"/>
              </a:rPr>
              <a:t> </a:t>
            </a:r>
            <a:r>
              <a:rPr sz="1200" dirty="0">
                <a:solidFill>
                  <a:srgbClr val="538235"/>
                </a:solidFill>
                <a:latin typeface="Tahoma"/>
                <a:cs typeface="Tahoma"/>
              </a:rPr>
              <a:t>&lt;</a:t>
            </a:r>
            <a:r>
              <a:rPr sz="1200" spc="-5" dirty="0">
                <a:solidFill>
                  <a:srgbClr val="538235"/>
                </a:solidFill>
                <a:latin typeface="Tahoma"/>
                <a:cs typeface="Tahoma"/>
              </a:rPr>
              <a:t> </a:t>
            </a:r>
            <a:r>
              <a:rPr sz="1200" dirty="0">
                <a:solidFill>
                  <a:srgbClr val="538235"/>
                </a:solidFill>
                <a:latin typeface="Tahoma"/>
                <a:cs typeface="Tahoma"/>
              </a:rPr>
              <a:t>n </a:t>
            </a:r>
            <a:r>
              <a:rPr sz="1200" spc="5" dirty="0">
                <a:solidFill>
                  <a:srgbClr val="538235"/>
                </a:solidFill>
                <a:latin typeface="Tahoma"/>
                <a:cs typeface="Tahoma"/>
              </a:rPr>
              <a:t> </a:t>
            </a:r>
            <a:r>
              <a:rPr sz="1200" spc="-5" dirty="0">
                <a:solidFill>
                  <a:srgbClr val="538235"/>
                </a:solidFill>
                <a:latin typeface="Tahoma"/>
                <a:cs typeface="Tahoma"/>
              </a:rPr>
              <a:t>Ciphertext:</a:t>
            </a:r>
            <a:r>
              <a:rPr sz="1200" dirty="0">
                <a:solidFill>
                  <a:srgbClr val="538235"/>
                </a:solidFill>
                <a:latin typeface="Tahoma"/>
                <a:cs typeface="Tahoma"/>
              </a:rPr>
              <a:t> C</a:t>
            </a:r>
            <a:r>
              <a:rPr sz="1200" spc="-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M</a:t>
            </a:r>
            <a:r>
              <a:rPr sz="1200" baseline="24305" dirty="0">
                <a:solidFill>
                  <a:srgbClr val="538235"/>
                </a:solidFill>
                <a:latin typeface="Tahoma"/>
                <a:cs typeface="Tahoma"/>
              </a:rPr>
              <a:t>e</a:t>
            </a:r>
            <a:r>
              <a:rPr sz="1200" spc="172" baseline="24305" dirty="0">
                <a:solidFill>
                  <a:srgbClr val="538235"/>
                </a:solidFill>
                <a:latin typeface="Tahoma"/>
                <a:cs typeface="Tahoma"/>
              </a:rPr>
              <a:t> </a:t>
            </a:r>
            <a:r>
              <a:rPr sz="1200" dirty="0">
                <a:solidFill>
                  <a:srgbClr val="538235"/>
                </a:solidFill>
                <a:latin typeface="Tahoma"/>
                <a:cs typeface="Tahoma"/>
              </a:rPr>
              <a:t>mod n</a:t>
            </a:r>
            <a:endParaRPr sz="1200">
              <a:latin typeface="Tahoma"/>
              <a:cs typeface="Tahoma"/>
            </a:endParaRPr>
          </a:p>
          <a:p>
            <a:pPr marL="63500">
              <a:lnSpc>
                <a:spcPct val="100000"/>
              </a:lnSpc>
              <a:spcBef>
                <a:spcPts val="720"/>
              </a:spcBef>
            </a:pPr>
            <a:r>
              <a:rPr sz="1200" b="1" spc="-5" dirty="0">
                <a:solidFill>
                  <a:srgbClr val="538235"/>
                </a:solidFill>
                <a:latin typeface="Tahoma"/>
                <a:cs typeface="Tahoma"/>
              </a:rPr>
              <a:t>Decryption</a:t>
            </a:r>
            <a:r>
              <a:rPr sz="1200" b="1" spc="-15" dirty="0">
                <a:solidFill>
                  <a:srgbClr val="538235"/>
                </a:solidFill>
                <a:latin typeface="Tahoma"/>
                <a:cs typeface="Tahoma"/>
              </a:rPr>
              <a:t> </a:t>
            </a:r>
            <a:r>
              <a:rPr sz="1200" b="1" dirty="0">
                <a:solidFill>
                  <a:srgbClr val="538235"/>
                </a:solidFill>
                <a:latin typeface="Tahoma"/>
                <a:cs typeface="Tahoma"/>
              </a:rPr>
              <a:t>by</a:t>
            </a:r>
            <a:r>
              <a:rPr sz="1200" b="1" spc="-15" dirty="0">
                <a:solidFill>
                  <a:srgbClr val="538235"/>
                </a:solidFill>
                <a:latin typeface="Tahoma"/>
                <a:cs typeface="Tahoma"/>
              </a:rPr>
              <a:t> </a:t>
            </a:r>
            <a:r>
              <a:rPr sz="1200" b="1" dirty="0">
                <a:solidFill>
                  <a:srgbClr val="538235"/>
                </a:solidFill>
                <a:latin typeface="Tahoma"/>
                <a:cs typeface="Tahoma"/>
              </a:rPr>
              <a:t>User</a:t>
            </a:r>
            <a:r>
              <a:rPr sz="1200" b="1" spc="-10" dirty="0">
                <a:solidFill>
                  <a:srgbClr val="538235"/>
                </a:solidFill>
                <a:latin typeface="Tahoma"/>
                <a:cs typeface="Tahoma"/>
              </a:rPr>
              <a:t> </a:t>
            </a:r>
            <a:r>
              <a:rPr sz="1200" b="1" dirty="0">
                <a:solidFill>
                  <a:srgbClr val="538235"/>
                </a:solidFill>
                <a:latin typeface="Tahoma"/>
                <a:cs typeface="Tahoma"/>
              </a:rPr>
              <a:t>B</a:t>
            </a:r>
            <a:r>
              <a:rPr sz="1200" b="1" spc="-5" dirty="0">
                <a:solidFill>
                  <a:srgbClr val="538235"/>
                </a:solidFill>
                <a:latin typeface="Tahoma"/>
                <a:cs typeface="Tahoma"/>
              </a:rPr>
              <a:t> </a:t>
            </a:r>
            <a:r>
              <a:rPr sz="1200" b="1" dirty="0">
                <a:solidFill>
                  <a:srgbClr val="538235"/>
                </a:solidFill>
                <a:latin typeface="Tahoma"/>
                <a:cs typeface="Tahoma"/>
              </a:rPr>
              <a:t>(Receiver) </a:t>
            </a:r>
            <a:r>
              <a:rPr sz="1200" b="1" spc="-5" dirty="0">
                <a:solidFill>
                  <a:srgbClr val="538235"/>
                </a:solidFill>
                <a:latin typeface="Tahoma"/>
                <a:cs typeface="Tahoma"/>
              </a:rPr>
              <a:t>with</a:t>
            </a:r>
            <a:r>
              <a:rPr sz="1200" b="1" spc="10" dirty="0">
                <a:solidFill>
                  <a:srgbClr val="538235"/>
                </a:solidFill>
                <a:latin typeface="Tahoma"/>
                <a:cs typeface="Tahoma"/>
              </a:rPr>
              <a:t> </a:t>
            </a:r>
            <a:r>
              <a:rPr sz="1200" b="1" dirty="0">
                <a:solidFill>
                  <a:srgbClr val="538235"/>
                </a:solidFill>
                <a:latin typeface="Tahoma"/>
                <a:cs typeface="Tahoma"/>
              </a:rPr>
              <a:t>User</a:t>
            </a:r>
            <a:r>
              <a:rPr sz="1200" b="1" spc="-10" dirty="0">
                <a:solidFill>
                  <a:srgbClr val="538235"/>
                </a:solidFill>
                <a:latin typeface="Tahoma"/>
                <a:cs typeface="Tahoma"/>
              </a:rPr>
              <a:t> </a:t>
            </a:r>
            <a:r>
              <a:rPr sz="1200" b="1" spc="-5" dirty="0">
                <a:solidFill>
                  <a:srgbClr val="538235"/>
                </a:solidFill>
                <a:latin typeface="Tahoma"/>
                <a:cs typeface="Tahoma"/>
              </a:rPr>
              <a:t>B’s</a:t>
            </a:r>
            <a:r>
              <a:rPr sz="1200" b="1" spc="-10" dirty="0">
                <a:solidFill>
                  <a:srgbClr val="538235"/>
                </a:solidFill>
                <a:latin typeface="Tahoma"/>
                <a:cs typeface="Tahoma"/>
              </a:rPr>
              <a:t> </a:t>
            </a:r>
            <a:r>
              <a:rPr sz="1200" b="1" dirty="0">
                <a:solidFill>
                  <a:srgbClr val="538235"/>
                </a:solidFill>
                <a:latin typeface="Tahoma"/>
                <a:cs typeface="Tahoma"/>
              </a:rPr>
              <a:t>Private</a:t>
            </a:r>
            <a:r>
              <a:rPr sz="1200" b="1" spc="-25" dirty="0">
                <a:solidFill>
                  <a:srgbClr val="538235"/>
                </a:solidFill>
                <a:latin typeface="Tahoma"/>
                <a:cs typeface="Tahoma"/>
              </a:rPr>
              <a:t> </a:t>
            </a:r>
            <a:r>
              <a:rPr sz="1200" b="1" dirty="0">
                <a:solidFill>
                  <a:srgbClr val="538235"/>
                </a:solidFill>
                <a:latin typeface="Tahoma"/>
                <a:cs typeface="Tahoma"/>
              </a:rPr>
              <a:t>Key:</a:t>
            </a:r>
            <a:endParaRPr sz="1200">
              <a:latin typeface="Tahoma"/>
              <a:cs typeface="Tahoma"/>
            </a:endParaRPr>
          </a:p>
          <a:p>
            <a:pPr marL="63500" algn="just">
              <a:lnSpc>
                <a:spcPct val="100000"/>
              </a:lnSpc>
              <a:spcBef>
                <a:spcPts val="725"/>
              </a:spcBef>
            </a:pPr>
            <a:r>
              <a:rPr sz="1200" spc="-5" dirty="0">
                <a:solidFill>
                  <a:srgbClr val="538235"/>
                </a:solidFill>
                <a:latin typeface="Tahoma"/>
                <a:cs typeface="Tahoma"/>
              </a:rPr>
              <a:t>Ciphertext:</a:t>
            </a:r>
            <a:r>
              <a:rPr sz="1200" spc="-15" dirty="0">
                <a:solidFill>
                  <a:srgbClr val="538235"/>
                </a:solidFill>
                <a:latin typeface="Tahoma"/>
                <a:cs typeface="Tahoma"/>
              </a:rPr>
              <a:t> </a:t>
            </a:r>
            <a:r>
              <a:rPr sz="1200" dirty="0">
                <a:solidFill>
                  <a:srgbClr val="538235"/>
                </a:solidFill>
                <a:latin typeface="Tahoma"/>
                <a:cs typeface="Tahoma"/>
              </a:rPr>
              <a:t>C</a:t>
            </a:r>
            <a:endParaRPr sz="1200">
              <a:latin typeface="Tahoma"/>
              <a:cs typeface="Tahoma"/>
            </a:endParaRPr>
          </a:p>
          <a:p>
            <a:pPr marL="63500" marR="2893060" algn="just">
              <a:lnSpc>
                <a:spcPct val="150000"/>
              </a:lnSpc>
            </a:pPr>
            <a:r>
              <a:rPr sz="1200" spc="-5" dirty="0">
                <a:solidFill>
                  <a:srgbClr val="538235"/>
                </a:solidFill>
                <a:latin typeface="Tahoma"/>
                <a:cs typeface="Tahoma"/>
              </a:rPr>
              <a:t>Plaintext: </a:t>
            </a:r>
            <a:r>
              <a:rPr sz="1200" dirty="0">
                <a:solidFill>
                  <a:srgbClr val="538235"/>
                </a:solidFill>
                <a:latin typeface="Tahoma"/>
                <a:cs typeface="Tahoma"/>
              </a:rPr>
              <a:t>M = </a:t>
            </a:r>
            <a:r>
              <a:rPr sz="1200" spc="-5" dirty="0">
                <a:solidFill>
                  <a:srgbClr val="538235"/>
                </a:solidFill>
                <a:latin typeface="Tahoma"/>
                <a:cs typeface="Tahoma"/>
              </a:rPr>
              <a:t>C</a:t>
            </a:r>
            <a:r>
              <a:rPr sz="1200" spc="-7" baseline="24305" dirty="0">
                <a:solidFill>
                  <a:srgbClr val="538235"/>
                </a:solidFill>
                <a:latin typeface="Tahoma"/>
                <a:cs typeface="Tahoma"/>
              </a:rPr>
              <a:t>d </a:t>
            </a:r>
            <a:r>
              <a:rPr sz="1200" dirty="0">
                <a:solidFill>
                  <a:srgbClr val="538235"/>
                </a:solidFill>
                <a:latin typeface="Tahoma"/>
                <a:cs typeface="Tahoma"/>
              </a:rPr>
              <a:t>mod n </a:t>
            </a:r>
            <a:r>
              <a:rPr sz="1200" spc="-360" dirty="0">
                <a:solidFill>
                  <a:srgbClr val="538235"/>
                </a:solidFill>
                <a:latin typeface="Tahoma"/>
                <a:cs typeface="Tahoma"/>
              </a:rPr>
              <a:t> </a:t>
            </a:r>
            <a:r>
              <a:rPr sz="1200" b="1" spc="-5" dirty="0">
                <a:solidFill>
                  <a:srgbClr val="538235"/>
                </a:solidFill>
                <a:latin typeface="Tahoma"/>
                <a:cs typeface="Tahoma"/>
              </a:rPr>
              <a:t>Decryption</a:t>
            </a:r>
            <a:r>
              <a:rPr sz="1200" b="1" spc="-30" dirty="0">
                <a:solidFill>
                  <a:srgbClr val="538235"/>
                </a:solidFill>
                <a:latin typeface="Tahoma"/>
                <a:cs typeface="Tahoma"/>
              </a:rPr>
              <a:t> </a:t>
            </a:r>
            <a:r>
              <a:rPr sz="1200" b="1" spc="-5" dirty="0">
                <a:solidFill>
                  <a:srgbClr val="538235"/>
                </a:solidFill>
                <a:latin typeface="Tahoma"/>
                <a:cs typeface="Tahoma"/>
              </a:rPr>
              <a:t>using</a:t>
            </a:r>
            <a:r>
              <a:rPr sz="1200" b="1" spc="-50" dirty="0">
                <a:solidFill>
                  <a:srgbClr val="538235"/>
                </a:solidFill>
                <a:latin typeface="Tahoma"/>
                <a:cs typeface="Tahoma"/>
              </a:rPr>
              <a:t> </a:t>
            </a:r>
            <a:r>
              <a:rPr sz="1200" b="1" spc="-10" dirty="0">
                <a:solidFill>
                  <a:srgbClr val="538235"/>
                </a:solidFill>
                <a:latin typeface="Tahoma"/>
                <a:cs typeface="Tahoma"/>
              </a:rPr>
              <a:t>CRT </a:t>
            </a:r>
            <a:r>
              <a:rPr sz="1200" b="1" spc="-340" dirty="0">
                <a:solidFill>
                  <a:srgbClr val="538235"/>
                </a:solidFill>
                <a:latin typeface="Tahoma"/>
                <a:cs typeface="Tahoma"/>
              </a:rPr>
              <a:t> </a:t>
            </a:r>
            <a:r>
              <a:rPr sz="1200" dirty="0">
                <a:solidFill>
                  <a:srgbClr val="538235"/>
                </a:solidFill>
                <a:latin typeface="Tahoma"/>
                <a:cs typeface="Tahoma"/>
              </a:rPr>
              <a:t>M</a:t>
            </a:r>
            <a:r>
              <a:rPr sz="1200" spc="-1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C</a:t>
            </a:r>
            <a:r>
              <a:rPr sz="1200" spc="-7" baseline="24305" dirty="0">
                <a:solidFill>
                  <a:srgbClr val="538235"/>
                </a:solidFill>
                <a:latin typeface="Tahoma"/>
                <a:cs typeface="Tahoma"/>
              </a:rPr>
              <a:t>d</a:t>
            </a:r>
            <a:r>
              <a:rPr sz="1200" spc="179" baseline="24305"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dirty="0">
                <a:solidFill>
                  <a:srgbClr val="538235"/>
                </a:solidFill>
                <a:latin typeface="Tahoma"/>
                <a:cs typeface="Tahoma"/>
              </a:rPr>
              <a:t>n</a:t>
            </a:r>
            <a:endParaRPr sz="1200">
              <a:latin typeface="Tahoma"/>
              <a:cs typeface="Tahoma"/>
            </a:endParaRPr>
          </a:p>
        </p:txBody>
      </p:sp>
      <p:sp>
        <p:nvSpPr>
          <p:cNvPr id="3" name="object 3"/>
          <p:cNvSpPr txBox="1"/>
          <p:nvPr/>
        </p:nvSpPr>
        <p:spPr>
          <a:xfrm>
            <a:off x="2583433" y="5463666"/>
            <a:ext cx="1539875" cy="802640"/>
          </a:xfrm>
          <a:prstGeom prst="rect">
            <a:avLst/>
          </a:prstGeom>
        </p:spPr>
        <p:txBody>
          <a:bodyPr vert="horz" wrap="square" lIns="0" tIns="58419" rIns="0" bIns="0" rtlCol="0">
            <a:spAutoFit/>
          </a:bodyPr>
          <a:lstStyle/>
          <a:p>
            <a:pPr marL="38100">
              <a:lnSpc>
                <a:spcPct val="100000"/>
              </a:lnSpc>
              <a:spcBef>
                <a:spcPts val="459"/>
              </a:spcBef>
            </a:pPr>
            <a:r>
              <a:rPr sz="1200" spc="-5" dirty="0">
                <a:solidFill>
                  <a:srgbClr val="538235"/>
                </a:solidFill>
                <a:latin typeface="Tahoma"/>
                <a:cs typeface="Tahoma"/>
              </a:rPr>
              <a:t>V</a:t>
            </a:r>
            <a:r>
              <a:rPr sz="1200" spc="-7" baseline="-20833" dirty="0">
                <a:solidFill>
                  <a:srgbClr val="538235"/>
                </a:solidFill>
                <a:latin typeface="Tahoma"/>
                <a:cs typeface="Tahoma"/>
              </a:rPr>
              <a:t>q</a:t>
            </a:r>
            <a:r>
              <a:rPr sz="1200" spc="157" baseline="-20833" dirty="0">
                <a:solidFill>
                  <a:srgbClr val="538235"/>
                </a:solidFill>
                <a:latin typeface="Tahoma"/>
                <a:cs typeface="Tahoma"/>
              </a:rPr>
              <a:t> </a:t>
            </a:r>
            <a:r>
              <a:rPr sz="1200" dirty="0">
                <a:solidFill>
                  <a:srgbClr val="538235"/>
                </a:solidFill>
                <a:latin typeface="Tahoma"/>
                <a:cs typeface="Tahoma"/>
              </a:rPr>
              <a:t>=</a:t>
            </a:r>
            <a:r>
              <a:rPr sz="1200" spc="-25" dirty="0">
                <a:solidFill>
                  <a:srgbClr val="538235"/>
                </a:solidFill>
                <a:latin typeface="Tahoma"/>
                <a:cs typeface="Tahoma"/>
              </a:rPr>
              <a:t> </a:t>
            </a:r>
            <a:r>
              <a:rPr sz="1200" spc="-5" dirty="0">
                <a:solidFill>
                  <a:srgbClr val="538235"/>
                </a:solidFill>
                <a:latin typeface="Tahoma"/>
                <a:cs typeface="Tahoma"/>
              </a:rPr>
              <a:t>C</a:t>
            </a:r>
            <a:r>
              <a:rPr sz="1200" spc="-7" baseline="24305" dirty="0">
                <a:solidFill>
                  <a:srgbClr val="538235"/>
                </a:solidFill>
                <a:latin typeface="Tahoma"/>
                <a:cs typeface="Tahoma"/>
              </a:rPr>
              <a:t>d</a:t>
            </a:r>
            <a:r>
              <a:rPr sz="1200" spc="165" baseline="24305"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dirty="0">
                <a:solidFill>
                  <a:srgbClr val="538235"/>
                </a:solidFill>
                <a:latin typeface="Tahoma"/>
                <a:cs typeface="Tahoma"/>
              </a:rPr>
              <a:t>q</a:t>
            </a:r>
            <a:endParaRPr sz="1200">
              <a:latin typeface="Tahoma"/>
              <a:cs typeface="Tahoma"/>
            </a:endParaRPr>
          </a:p>
          <a:p>
            <a:pPr marL="38100">
              <a:lnSpc>
                <a:spcPct val="100000"/>
              </a:lnSpc>
              <a:spcBef>
                <a:spcPts val="360"/>
              </a:spcBef>
            </a:pPr>
            <a:r>
              <a:rPr sz="1800" spc="-7" baseline="-16203" dirty="0">
                <a:solidFill>
                  <a:srgbClr val="538235"/>
                </a:solidFill>
                <a:latin typeface="Tahoma"/>
                <a:cs typeface="Tahoma"/>
              </a:rPr>
              <a:t>V</a:t>
            </a:r>
            <a:r>
              <a:rPr sz="1200" spc="-7" baseline="-45138" dirty="0">
                <a:solidFill>
                  <a:srgbClr val="538235"/>
                </a:solidFill>
                <a:latin typeface="Tahoma"/>
                <a:cs typeface="Tahoma"/>
              </a:rPr>
              <a:t>q</a:t>
            </a:r>
            <a:r>
              <a:rPr sz="1200" spc="165" baseline="-45138" dirty="0">
                <a:solidFill>
                  <a:srgbClr val="538235"/>
                </a:solidFill>
                <a:latin typeface="Tahoma"/>
                <a:cs typeface="Tahoma"/>
              </a:rPr>
              <a:t> </a:t>
            </a:r>
            <a:r>
              <a:rPr sz="1800" baseline="-16203" dirty="0">
                <a:solidFill>
                  <a:srgbClr val="538235"/>
                </a:solidFill>
                <a:latin typeface="Tahoma"/>
                <a:cs typeface="Tahoma"/>
              </a:rPr>
              <a:t>=</a:t>
            </a:r>
            <a:r>
              <a:rPr sz="1800" spc="-30" baseline="-16203" dirty="0">
                <a:solidFill>
                  <a:srgbClr val="538235"/>
                </a:solidFill>
                <a:latin typeface="Tahoma"/>
                <a:cs typeface="Tahoma"/>
              </a:rPr>
              <a:t> </a:t>
            </a:r>
            <a:r>
              <a:rPr sz="1800" spc="-7" baseline="-16203" dirty="0">
                <a:solidFill>
                  <a:srgbClr val="538235"/>
                </a:solidFill>
                <a:latin typeface="Tahoma"/>
                <a:cs typeface="Tahoma"/>
              </a:rPr>
              <a:t>C</a:t>
            </a:r>
            <a:r>
              <a:rPr sz="800" spc="-5" dirty="0">
                <a:solidFill>
                  <a:srgbClr val="538235"/>
                </a:solidFill>
                <a:latin typeface="Tahoma"/>
                <a:cs typeface="Tahoma"/>
              </a:rPr>
              <a:t>d</a:t>
            </a:r>
            <a:r>
              <a:rPr sz="800" spc="-25" dirty="0">
                <a:solidFill>
                  <a:srgbClr val="538235"/>
                </a:solidFill>
                <a:latin typeface="Tahoma"/>
                <a:cs typeface="Tahoma"/>
              </a:rPr>
              <a:t> </a:t>
            </a:r>
            <a:r>
              <a:rPr sz="800" spc="-5" dirty="0">
                <a:solidFill>
                  <a:srgbClr val="538235"/>
                </a:solidFill>
                <a:latin typeface="Tahoma"/>
                <a:cs typeface="Tahoma"/>
              </a:rPr>
              <a:t>mod (q-1)</a:t>
            </a:r>
            <a:r>
              <a:rPr sz="800" spc="150" dirty="0">
                <a:solidFill>
                  <a:srgbClr val="538235"/>
                </a:solidFill>
                <a:latin typeface="Tahoma"/>
                <a:cs typeface="Tahoma"/>
              </a:rPr>
              <a:t> </a:t>
            </a:r>
            <a:r>
              <a:rPr sz="1800" baseline="-16203" dirty="0">
                <a:solidFill>
                  <a:srgbClr val="538235"/>
                </a:solidFill>
                <a:latin typeface="Tahoma"/>
                <a:cs typeface="Tahoma"/>
              </a:rPr>
              <a:t>mod</a:t>
            </a:r>
            <a:r>
              <a:rPr sz="1800" spc="-30" baseline="-16203" dirty="0">
                <a:solidFill>
                  <a:srgbClr val="538235"/>
                </a:solidFill>
                <a:latin typeface="Tahoma"/>
                <a:cs typeface="Tahoma"/>
              </a:rPr>
              <a:t> </a:t>
            </a:r>
            <a:r>
              <a:rPr sz="1800" baseline="-16203" dirty="0">
                <a:solidFill>
                  <a:srgbClr val="538235"/>
                </a:solidFill>
                <a:latin typeface="Tahoma"/>
                <a:cs typeface="Tahoma"/>
              </a:rPr>
              <a:t>q</a:t>
            </a:r>
            <a:endParaRPr sz="1800" baseline="-16203">
              <a:latin typeface="Tahoma"/>
              <a:cs typeface="Tahoma"/>
            </a:endParaRPr>
          </a:p>
          <a:p>
            <a:pPr marL="38100">
              <a:lnSpc>
                <a:spcPct val="100000"/>
              </a:lnSpc>
              <a:spcBef>
                <a:spcPts val="1080"/>
              </a:spcBef>
            </a:pPr>
            <a:r>
              <a:rPr sz="1200" spc="-5" dirty="0">
                <a:solidFill>
                  <a:srgbClr val="538235"/>
                </a:solidFill>
                <a:latin typeface="Tahoma"/>
                <a:cs typeface="Tahoma"/>
              </a:rPr>
              <a:t>X</a:t>
            </a:r>
            <a:r>
              <a:rPr sz="1200" spc="-7" baseline="-20833" dirty="0">
                <a:solidFill>
                  <a:srgbClr val="538235"/>
                </a:solidFill>
                <a:latin typeface="Tahoma"/>
                <a:cs typeface="Tahoma"/>
              </a:rPr>
              <a:t>q</a:t>
            </a:r>
            <a:r>
              <a:rPr sz="1200" spc="165" baseline="-20833"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p</a:t>
            </a:r>
            <a:r>
              <a:rPr sz="1200" spc="-15" dirty="0">
                <a:solidFill>
                  <a:srgbClr val="538235"/>
                </a:solidFill>
                <a:latin typeface="Tahoma"/>
                <a:cs typeface="Tahoma"/>
              </a:rPr>
              <a:t> </a:t>
            </a:r>
            <a:r>
              <a:rPr sz="1200" dirty="0">
                <a:solidFill>
                  <a:srgbClr val="538235"/>
                </a:solidFill>
                <a:latin typeface="Segoe UI Symbol"/>
                <a:cs typeface="Segoe UI Symbol"/>
              </a:rPr>
              <a:t>✕</a:t>
            </a:r>
            <a:r>
              <a:rPr sz="1200" spc="40" dirty="0">
                <a:solidFill>
                  <a:srgbClr val="538235"/>
                </a:solidFill>
                <a:latin typeface="Segoe UI Symbol"/>
                <a:cs typeface="Segoe UI Symbol"/>
              </a:rPr>
              <a:t> </a:t>
            </a:r>
            <a:r>
              <a:rPr sz="1200" spc="-5" dirty="0">
                <a:solidFill>
                  <a:srgbClr val="538235"/>
                </a:solidFill>
                <a:latin typeface="Tahoma"/>
                <a:cs typeface="Tahoma"/>
              </a:rPr>
              <a:t>(p</a:t>
            </a:r>
            <a:r>
              <a:rPr sz="1200" spc="-7" baseline="24305" dirty="0">
                <a:solidFill>
                  <a:srgbClr val="538235"/>
                </a:solidFill>
                <a:latin typeface="Tahoma"/>
                <a:cs typeface="Tahoma"/>
              </a:rPr>
              <a:t>-1</a:t>
            </a:r>
            <a:r>
              <a:rPr sz="1200" spc="142" baseline="24305" dirty="0">
                <a:solidFill>
                  <a:srgbClr val="538235"/>
                </a:solidFill>
                <a:latin typeface="Tahoma"/>
                <a:cs typeface="Tahoma"/>
              </a:rPr>
              <a:t> </a:t>
            </a:r>
            <a:r>
              <a:rPr sz="1200" dirty="0">
                <a:solidFill>
                  <a:srgbClr val="538235"/>
                </a:solidFill>
                <a:latin typeface="Tahoma"/>
                <a:cs typeface="Tahoma"/>
              </a:rPr>
              <a:t>mod q)</a:t>
            </a:r>
            <a:endParaRPr sz="1200">
              <a:latin typeface="Tahoma"/>
              <a:cs typeface="Tahoma"/>
            </a:endParaRPr>
          </a:p>
        </p:txBody>
      </p:sp>
      <p:sp>
        <p:nvSpPr>
          <p:cNvPr id="4" name="object 4"/>
          <p:cNvSpPr txBox="1"/>
          <p:nvPr/>
        </p:nvSpPr>
        <p:spPr>
          <a:xfrm>
            <a:off x="525170" y="5463666"/>
            <a:ext cx="1780539" cy="1077595"/>
          </a:xfrm>
          <a:prstGeom prst="rect">
            <a:avLst/>
          </a:prstGeom>
        </p:spPr>
        <p:txBody>
          <a:bodyPr vert="horz" wrap="square" lIns="0" tIns="58419" rIns="0" bIns="0" rtlCol="0">
            <a:spAutoFit/>
          </a:bodyPr>
          <a:lstStyle/>
          <a:p>
            <a:pPr marL="38100">
              <a:lnSpc>
                <a:spcPct val="100000"/>
              </a:lnSpc>
              <a:spcBef>
                <a:spcPts val="459"/>
              </a:spcBef>
            </a:pPr>
            <a:r>
              <a:rPr sz="1200" spc="-5" dirty="0">
                <a:solidFill>
                  <a:srgbClr val="538235"/>
                </a:solidFill>
                <a:latin typeface="Tahoma"/>
                <a:cs typeface="Tahoma"/>
              </a:rPr>
              <a:t>V</a:t>
            </a:r>
            <a:r>
              <a:rPr sz="1200" spc="-7" baseline="-20833" dirty="0">
                <a:solidFill>
                  <a:srgbClr val="538235"/>
                </a:solidFill>
                <a:latin typeface="Tahoma"/>
                <a:cs typeface="Tahoma"/>
              </a:rPr>
              <a:t>p</a:t>
            </a:r>
            <a:r>
              <a:rPr sz="1200" spc="157" baseline="-20833" dirty="0">
                <a:solidFill>
                  <a:srgbClr val="538235"/>
                </a:solidFill>
                <a:latin typeface="Tahoma"/>
                <a:cs typeface="Tahoma"/>
              </a:rPr>
              <a:t> </a:t>
            </a:r>
            <a:r>
              <a:rPr sz="1200" dirty="0">
                <a:solidFill>
                  <a:srgbClr val="538235"/>
                </a:solidFill>
                <a:latin typeface="Tahoma"/>
                <a:cs typeface="Tahoma"/>
              </a:rPr>
              <a:t>=</a:t>
            </a:r>
            <a:r>
              <a:rPr sz="1200" spc="-25" dirty="0">
                <a:solidFill>
                  <a:srgbClr val="538235"/>
                </a:solidFill>
                <a:latin typeface="Tahoma"/>
                <a:cs typeface="Tahoma"/>
              </a:rPr>
              <a:t> </a:t>
            </a:r>
            <a:r>
              <a:rPr sz="1200" spc="-5" dirty="0">
                <a:solidFill>
                  <a:srgbClr val="538235"/>
                </a:solidFill>
                <a:latin typeface="Tahoma"/>
                <a:cs typeface="Tahoma"/>
              </a:rPr>
              <a:t>C</a:t>
            </a:r>
            <a:r>
              <a:rPr sz="1200" spc="-7" baseline="24305" dirty="0">
                <a:solidFill>
                  <a:srgbClr val="538235"/>
                </a:solidFill>
                <a:latin typeface="Tahoma"/>
                <a:cs typeface="Tahoma"/>
              </a:rPr>
              <a:t>d</a:t>
            </a:r>
            <a:r>
              <a:rPr sz="1200" spc="172" baseline="24305"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dirty="0">
                <a:solidFill>
                  <a:srgbClr val="538235"/>
                </a:solidFill>
                <a:latin typeface="Tahoma"/>
                <a:cs typeface="Tahoma"/>
              </a:rPr>
              <a:t>p</a:t>
            </a:r>
            <a:endParaRPr sz="1200">
              <a:latin typeface="Tahoma"/>
              <a:cs typeface="Tahoma"/>
            </a:endParaRPr>
          </a:p>
          <a:p>
            <a:pPr marL="38100">
              <a:lnSpc>
                <a:spcPct val="100000"/>
              </a:lnSpc>
              <a:spcBef>
                <a:spcPts val="360"/>
              </a:spcBef>
            </a:pPr>
            <a:r>
              <a:rPr sz="1800" spc="-7" baseline="-16203" dirty="0">
                <a:solidFill>
                  <a:srgbClr val="538235"/>
                </a:solidFill>
                <a:latin typeface="Tahoma"/>
                <a:cs typeface="Tahoma"/>
              </a:rPr>
              <a:t>V</a:t>
            </a:r>
            <a:r>
              <a:rPr sz="1200" spc="-7" baseline="-45138" dirty="0">
                <a:solidFill>
                  <a:srgbClr val="538235"/>
                </a:solidFill>
                <a:latin typeface="Tahoma"/>
                <a:cs typeface="Tahoma"/>
              </a:rPr>
              <a:t>p</a:t>
            </a:r>
            <a:r>
              <a:rPr sz="1200" spc="165" baseline="-45138" dirty="0">
                <a:solidFill>
                  <a:srgbClr val="538235"/>
                </a:solidFill>
                <a:latin typeface="Tahoma"/>
                <a:cs typeface="Tahoma"/>
              </a:rPr>
              <a:t> </a:t>
            </a:r>
            <a:r>
              <a:rPr sz="1800" baseline="-16203" dirty="0">
                <a:solidFill>
                  <a:srgbClr val="538235"/>
                </a:solidFill>
                <a:latin typeface="Tahoma"/>
                <a:cs typeface="Tahoma"/>
              </a:rPr>
              <a:t>=</a:t>
            </a:r>
            <a:r>
              <a:rPr sz="1800" spc="-22" baseline="-16203" dirty="0">
                <a:solidFill>
                  <a:srgbClr val="538235"/>
                </a:solidFill>
                <a:latin typeface="Tahoma"/>
                <a:cs typeface="Tahoma"/>
              </a:rPr>
              <a:t> </a:t>
            </a:r>
            <a:r>
              <a:rPr sz="1800" spc="-7" baseline="-16203" dirty="0">
                <a:solidFill>
                  <a:srgbClr val="538235"/>
                </a:solidFill>
                <a:latin typeface="Tahoma"/>
                <a:cs typeface="Tahoma"/>
              </a:rPr>
              <a:t>C</a:t>
            </a:r>
            <a:r>
              <a:rPr sz="800" spc="-5" dirty="0">
                <a:solidFill>
                  <a:srgbClr val="538235"/>
                </a:solidFill>
                <a:latin typeface="Tahoma"/>
                <a:cs typeface="Tahoma"/>
              </a:rPr>
              <a:t>d</a:t>
            </a:r>
            <a:r>
              <a:rPr sz="800" spc="-20" dirty="0">
                <a:solidFill>
                  <a:srgbClr val="538235"/>
                </a:solidFill>
                <a:latin typeface="Tahoma"/>
                <a:cs typeface="Tahoma"/>
              </a:rPr>
              <a:t> </a:t>
            </a:r>
            <a:r>
              <a:rPr sz="800" spc="-5" dirty="0">
                <a:solidFill>
                  <a:srgbClr val="538235"/>
                </a:solidFill>
                <a:latin typeface="Tahoma"/>
                <a:cs typeface="Tahoma"/>
              </a:rPr>
              <a:t>mod</a:t>
            </a:r>
            <a:r>
              <a:rPr sz="800" spc="5" dirty="0">
                <a:solidFill>
                  <a:srgbClr val="538235"/>
                </a:solidFill>
                <a:latin typeface="Tahoma"/>
                <a:cs typeface="Tahoma"/>
              </a:rPr>
              <a:t> </a:t>
            </a:r>
            <a:r>
              <a:rPr sz="800" spc="-10" dirty="0">
                <a:solidFill>
                  <a:srgbClr val="538235"/>
                </a:solidFill>
                <a:latin typeface="Tahoma"/>
                <a:cs typeface="Tahoma"/>
              </a:rPr>
              <a:t>(p-1)</a:t>
            </a:r>
            <a:r>
              <a:rPr sz="800" spc="150" dirty="0">
                <a:solidFill>
                  <a:srgbClr val="538235"/>
                </a:solidFill>
                <a:latin typeface="Tahoma"/>
                <a:cs typeface="Tahoma"/>
              </a:rPr>
              <a:t> </a:t>
            </a:r>
            <a:r>
              <a:rPr sz="1800" baseline="-16203" dirty="0">
                <a:solidFill>
                  <a:srgbClr val="538235"/>
                </a:solidFill>
                <a:latin typeface="Tahoma"/>
                <a:cs typeface="Tahoma"/>
              </a:rPr>
              <a:t>mod</a:t>
            </a:r>
            <a:r>
              <a:rPr sz="1800" spc="-30" baseline="-16203" dirty="0">
                <a:solidFill>
                  <a:srgbClr val="538235"/>
                </a:solidFill>
                <a:latin typeface="Tahoma"/>
                <a:cs typeface="Tahoma"/>
              </a:rPr>
              <a:t> </a:t>
            </a:r>
            <a:r>
              <a:rPr sz="1800" baseline="-16203" dirty="0">
                <a:solidFill>
                  <a:srgbClr val="538235"/>
                </a:solidFill>
                <a:latin typeface="Tahoma"/>
                <a:cs typeface="Tahoma"/>
              </a:rPr>
              <a:t>p</a:t>
            </a:r>
            <a:endParaRPr sz="1800" baseline="-16203">
              <a:latin typeface="Tahoma"/>
              <a:cs typeface="Tahoma"/>
            </a:endParaRPr>
          </a:p>
          <a:p>
            <a:pPr marL="38100">
              <a:lnSpc>
                <a:spcPct val="100000"/>
              </a:lnSpc>
              <a:spcBef>
                <a:spcPts val="1080"/>
              </a:spcBef>
            </a:pPr>
            <a:r>
              <a:rPr sz="1200" spc="-5" dirty="0">
                <a:solidFill>
                  <a:srgbClr val="538235"/>
                </a:solidFill>
                <a:latin typeface="Tahoma"/>
                <a:cs typeface="Tahoma"/>
              </a:rPr>
              <a:t>X</a:t>
            </a:r>
            <a:r>
              <a:rPr sz="1200" spc="-7" baseline="-20833" dirty="0">
                <a:solidFill>
                  <a:srgbClr val="538235"/>
                </a:solidFill>
                <a:latin typeface="Tahoma"/>
                <a:cs typeface="Tahoma"/>
              </a:rPr>
              <a:t>p</a:t>
            </a:r>
            <a:r>
              <a:rPr sz="1200" spc="165" baseline="-20833"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q</a:t>
            </a:r>
            <a:r>
              <a:rPr sz="1200" spc="-20" dirty="0">
                <a:solidFill>
                  <a:srgbClr val="538235"/>
                </a:solidFill>
                <a:latin typeface="Tahoma"/>
                <a:cs typeface="Tahoma"/>
              </a:rPr>
              <a:t> </a:t>
            </a:r>
            <a:r>
              <a:rPr sz="1200" dirty="0">
                <a:solidFill>
                  <a:srgbClr val="538235"/>
                </a:solidFill>
                <a:latin typeface="Segoe UI Symbol"/>
                <a:cs typeface="Segoe UI Symbol"/>
              </a:rPr>
              <a:t>✕</a:t>
            </a:r>
            <a:r>
              <a:rPr sz="1200" spc="45" dirty="0">
                <a:solidFill>
                  <a:srgbClr val="538235"/>
                </a:solidFill>
                <a:latin typeface="Segoe UI Symbol"/>
                <a:cs typeface="Segoe UI Symbol"/>
              </a:rPr>
              <a:t> </a:t>
            </a:r>
            <a:r>
              <a:rPr sz="1200" spc="-5" dirty="0">
                <a:solidFill>
                  <a:srgbClr val="538235"/>
                </a:solidFill>
                <a:latin typeface="Tahoma"/>
                <a:cs typeface="Tahoma"/>
              </a:rPr>
              <a:t>(q</a:t>
            </a:r>
            <a:r>
              <a:rPr sz="1200" spc="-7" baseline="24305" dirty="0">
                <a:solidFill>
                  <a:srgbClr val="538235"/>
                </a:solidFill>
                <a:latin typeface="Tahoma"/>
                <a:cs typeface="Tahoma"/>
              </a:rPr>
              <a:t>-1</a:t>
            </a:r>
            <a:r>
              <a:rPr sz="1200" spc="142" baseline="24305" dirty="0">
                <a:solidFill>
                  <a:srgbClr val="538235"/>
                </a:solidFill>
                <a:latin typeface="Tahoma"/>
                <a:cs typeface="Tahoma"/>
              </a:rPr>
              <a:t> </a:t>
            </a:r>
            <a:r>
              <a:rPr sz="1200" dirty="0">
                <a:solidFill>
                  <a:srgbClr val="538235"/>
                </a:solidFill>
                <a:latin typeface="Tahoma"/>
                <a:cs typeface="Tahoma"/>
              </a:rPr>
              <a:t>mod p)</a:t>
            </a:r>
            <a:endParaRPr sz="1200">
              <a:latin typeface="Tahoma"/>
              <a:cs typeface="Tahoma"/>
            </a:endParaRPr>
          </a:p>
          <a:p>
            <a:pPr marL="38100">
              <a:lnSpc>
                <a:spcPct val="100000"/>
              </a:lnSpc>
              <a:spcBef>
                <a:spcPts val="720"/>
              </a:spcBef>
            </a:pPr>
            <a:r>
              <a:rPr sz="1200" dirty="0">
                <a:solidFill>
                  <a:srgbClr val="538235"/>
                </a:solidFill>
                <a:latin typeface="Tahoma"/>
                <a:cs typeface="Tahoma"/>
              </a:rPr>
              <a:t>M</a:t>
            </a:r>
            <a:r>
              <a:rPr sz="1200" spc="-20"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(V</a:t>
            </a:r>
            <a:r>
              <a:rPr sz="1200" spc="-7" baseline="-20833" dirty="0">
                <a:solidFill>
                  <a:srgbClr val="538235"/>
                </a:solidFill>
                <a:latin typeface="Tahoma"/>
                <a:cs typeface="Tahoma"/>
              </a:rPr>
              <a:t>p</a:t>
            </a:r>
            <a:r>
              <a:rPr sz="1200" spc="-5" dirty="0">
                <a:solidFill>
                  <a:srgbClr val="538235"/>
                </a:solidFill>
                <a:latin typeface="Tahoma"/>
                <a:cs typeface="Tahoma"/>
              </a:rPr>
              <a:t>X</a:t>
            </a:r>
            <a:r>
              <a:rPr sz="1200" spc="-7" baseline="-20833" dirty="0">
                <a:solidFill>
                  <a:srgbClr val="538235"/>
                </a:solidFill>
                <a:latin typeface="Tahoma"/>
                <a:cs typeface="Tahoma"/>
              </a:rPr>
              <a:t>p</a:t>
            </a:r>
            <a:r>
              <a:rPr sz="1200" spc="179" baseline="-20833"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10" dirty="0">
                <a:solidFill>
                  <a:srgbClr val="538235"/>
                </a:solidFill>
                <a:latin typeface="Tahoma"/>
                <a:cs typeface="Tahoma"/>
              </a:rPr>
              <a:t>V</a:t>
            </a:r>
            <a:r>
              <a:rPr sz="1200" spc="-15" baseline="-20833" dirty="0">
                <a:solidFill>
                  <a:srgbClr val="538235"/>
                </a:solidFill>
                <a:latin typeface="Tahoma"/>
                <a:cs typeface="Tahoma"/>
              </a:rPr>
              <a:t>q</a:t>
            </a:r>
            <a:r>
              <a:rPr sz="1200" spc="-10" dirty="0">
                <a:solidFill>
                  <a:srgbClr val="538235"/>
                </a:solidFill>
                <a:latin typeface="Tahoma"/>
                <a:cs typeface="Tahoma"/>
              </a:rPr>
              <a:t>X</a:t>
            </a:r>
            <a:r>
              <a:rPr sz="1200" spc="-15" baseline="-20833" dirty="0">
                <a:solidFill>
                  <a:srgbClr val="538235"/>
                </a:solidFill>
                <a:latin typeface="Tahoma"/>
                <a:cs typeface="Tahoma"/>
              </a:rPr>
              <a:t>q</a:t>
            </a:r>
            <a:r>
              <a:rPr sz="1200" spc="-10" dirty="0">
                <a:solidFill>
                  <a:srgbClr val="538235"/>
                </a:solidFill>
                <a:latin typeface="Tahoma"/>
                <a:cs typeface="Tahoma"/>
              </a:rPr>
              <a:t>)</a:t>
            </a:r>
            <a:r>
              <a:rPr sz="1200" spc="-5" dirty="0">
                <a:solidFill>
                  <a:srgbClr val="538235"/>
                </a:solidFill>
                <a:latin typeface="Tahoma"/>
                <a:cs typeface="Tahoma"/>
              </a:rPr>
              <a:t> mod</a:t>
            </a:r>
            <a:r>
              <a:rPr sz="1200" spc="-20" dirty="0">
                <a:solidFill>
                  <a:srgbClr val="538235"/>
                </a:solidFill>
                <a:latin typeface="Tahoma"/>
                <a:cs typeface="Tahoma"/>
              </a:rPr>
              <a:t> </a:t>
            </a:r>
            <a:r>
              <a:rPr sz="1200" dirty="0">
                <a:solidFill>
                  <a:srgbClr val="538235"/>
                </a:solidFill>
                <a:latin typeface="Tahoma"/>
                <a:cs typeface="Tahoma"/>
              </a:rPr>
              <a:t>n</a:t>
            </a:r>
            <a:endParaRPr sz="1200">
              <a:latin typeface="Tahoma"/>
              <a:cs typeface="Tahoma"/>
            </a:endParaRPr>
          </a:p>
        </p:txBody>
      </p:sp>
      <p:sp>
        <p:nvSpPr>
          <p:cNvPr id="5" name="object 5"/>
          <p:cNvSpPr txBox="1"/>
          <p:nvPr/>
        </p:nvSpPr>
        <p:spPr>
          <a:xfrm>
            <a:off x="525170" y="6791449"/>
            <a:ext cx="4384675" cy="847090"/>
          </a:xfrm>
          <a:prstGeom prst="rect">
            <a:avLst/>
          </a:prstGeom>
        </p:spPr>
        <p:txBody>
          <a:bodyPr vert="horz" wrap="square" lIns="0" tIns="8890" rIns="0" bIns="0" rtlCol="0">
            <a:spAutoFit/>
          </a:bodyPr>
          <a:lstStyle/>
          <a:p>
            <a:pPr marL="38100" marR="30480" algn="just">
              <a:lnSpc>
                <a:spcPct val="145700"/>
              </a:lnSpc>
              <a:spcBef>
                <a:spcPts val="70"/>
              </a:spcBef>
            </a:pPr>
            <a:r>
              <a:rPr sz="1200" b="1" spc="-5" dirty="0">
                <a:solidFill>
                  <a:srgbClr val="538235"/>
                </a:solidFill>
                <a:latin typeface="Tahoma"/>
                <a:cs typeface="Tahoma"/>
              </a:rPr>
              <a:t>Fast Modular Exponentiation: </a:t>
            </a:r>
            <a:r>
              <a:rPr sz="1200" spc="-65" dirty="0">
                <a:solidFill>
                  <a:srgbClr val="538235"/>
                </a:solidFill>
                <a:latin typeface="Tahoma"/>
                <a:cs typeface="Tahoma"/>
              </a:rPr>
              <a:t>To </a:t>
            </a:r>
            <a:r>
              <a:rPr sz="1200" spc="-5" dirty="0">
                <a:solidFill>
                  <a:srgbClr val="538235"/>
                </a:solidFill>
                <a:latin typeface="Tahoma"/>
                <a:cs typeface="Tahoma"/>
              </a:rPr>
              <a:t>compute </a:t>
            </a:r>
            <a:r>
              <a:rPr sz="1250" b="1" i="1" spc="15" dirty="0">
                <a:solidFill>
                  <a:srgbClr val="538235"/>
                </a:solidFill>
                <a:latin typeface="Arial"/>
                <a:cs typeface="Arial"/>
              </a:rPr>
              <a:t>a</a:t>
            </a:r>
            <a:r>
              <a:rPr sz="1200" b="1" i="1" spc="22" baseline="24305" dirty="0">
                <a:solidFill>
                  <a:srgbClr val="538235"/>
                </a:solidFill>
                <a:latin typeface="Arial"/>
                <a:cs typeface="Arial"/>
              </a:rPr>
              <a:t>b </a:t>
            </a:r>
            <a:r>
              <a:rPr sz="1250" b="1" i="1" dirty="0">
                <a:solidFill>
                  <a:srgbClr val="538235"/>
                </a:solidFill>
                <a:latin typeface="Arial"/>
                <a:cs typeface="Arial"/>
              </a:rPr>
              <a:t>mod n </a:t>
            </a:r>
            <a:r>
              <a:rPr sz="1200" spc="-5" dirty="0">
                <a:solidFill>
                  <a:srgbClr val="538235"/>
                </a:solidFill>
                <a:latin typeface="Tahoma"/>
                <a:cs typeface="Tahoma"/>
              </a:rPr>
              <a:t>quickly </a:t>
            </a:r>
            <a:r>
              <a:rPr sz="1200" spc="-360" dirty="0">
                <a:solidFill>
                  <a:srgbClr val="538235"/>
                </a:solidFill>
                <a:latin typeface="Tahoma"/>
                <a:cs typeface="Tahoma"/>
              </a:rPr>
              <a:t> </a:t>
            </a:r>
            <a:r>
              <a:rPr sz="1200" spc="-5" dirty="0">
                <a:solidFill>
                  <a:srgbClr val="538235"/>
                </a:solidFill>
                <a:latin typeface="Tahoma"/>
                <a:cs typeface="Tahoma"/>
              </a:rPr>
              <a:t>Example: </a:t>
            </a:r>
            <a:r>
              <a:rPr sz="1200" spc="-10" dirty="0">
                <a:solidFill>
                  <a:srgbClr val="538235"/>
                </a:solidFill>
                <a:latin typeface="Tahoma"/>
                <a:cs typeface="Tahoma"/>
              </a:rPr>
              <a:t>2</a:t>
            </a:r>
            <a:r>
              <a:rPr sz="1200" spc="-15" baseline="24305" dirty="0">
                <a:solidFill>
                  <a:srgbClr val="538235"/>
                </a:solidFill>
                <a:latin typeface="Tahoma"/>
                <a:cs typeface="Tahoma"/>
              </a:rPr>
              <a:t>560 </a:t>
            </a:r>
            <a:r>
              <a:rPr sz="1200" dirty="0">
                <a:solidFill>
                  <a:srgbClr val="538235"/>
                </a:solidFill>
                <a:latin typeface="Tahoma"/>
                <a:cs typeface="Tahoma"/>
              </a:rPr>
              <a:t>mod </a:t>
            </a:r>
            <a:r>
              <a:rPr sz="1200" spc="-10" dirty="0">
                <a:solidFill>
                  <a:srgbClr val="538235"/>
                </a:solidFill>
                <a:latin typeface="Tahoma"/>
                <a:cs typeface="Tahoma"/>
              </a:rPr>
              <a:t>561 </a:t>
            </a:r>
            <a:r>
              <a:rPr sz="1200" dirty="0">
                <a:solidFill>
                  <a:srgbClr val="538235"/>
                </a:solidFill>
                <a:latin typeface="Tahoma"/>
                <a:cs typeface="Tahoma"/>
              </a:rPr>
              <a:t>= 1 </a:t>
            </a:r>
            <a:r>
              <a:rPr sz="1200" spc="-5" dirty="0">
                <a:solidFill>
                  <a:srgbClr val="538235"/>
                </a:solidFill>
                <a:latin typeface="Tahoma"/>
                <a:cs typeface="Tahoma"/>
              </a:rPr>
              <a:t>(final </a:t>
            </a:r>
            <a:r>
              <a:rPr sz="1200" spc="-10" dirty="0">
                <a:solidFill>
                  <a:srgbClr val="538235"/>
                </a:solidFill>
                <a:latin typeface="Tahoma"/>
                <a:cs typeface="Tahoma"/>
              </a:rPr>
              <a:t>value </a:t>
            </a:r>
            <a:r>
              <a:rPr sz="1200" dirty="0">
                <a:solidFill>
                  <a:srgbClr val="538235"/>
                </a:solidFill>
                <a:latin typeface="Tahoma"/>
                <a:cs typeface="Tahoma"/>
              </a:rPr>
              <a:t>of </a:t>
            </a:r>
            <a:r>
              <a:rPr sz="1250" spc="-20" dirty="0">
                <a:solidFill>
                  <a:srgbClr val="538235"/>
                </a:solidFill>
                <a:latin typeface="Tahoma"/>
                <a:cs typeface="Tahoma"/>
              </a:rPr>
              <a:t>f</a:t>
            </a:r>
            <a:r>
              <a:rPr sz="1250" spc="-15" dirty="0">
                <a:solidFill>
                  <a:srgbClr val="538235"/>
                </a:solidFill>
                <a:latin typeface="Tahoma"/>
                <a:cs typeface="Tahoma"/>
              </a:rPr>
              <a:t> </a:t>
            </a:r>
            <a:r>
              <a:rPr sz="1200" spc="-10" dirty="0">
                <a:solidFill>
                  <a:srgbClr val="538235"/>
                </a:solidFill>
                <a:latin typeface="Tahoma"/>
                <a:cs typeface="Tahoma"/>
              </a:rPr>
              <a:t>in </a:t>
            </a:r>
            <a:r>
              <a:rPr sz="1200" dirty="0">
                <a:solidFill>
                  <a:srgbClr val="538235"/>
                </a:solidFill>
                <a:latin typeface="Tahoma"/>
                <a:cs typeface="Tahoma"/>
              </a:rPr>
              <a:t>the </a:t>
            </a:r>
            <a:r>
              <a:rPr sz="1200" spc="-5" dirty="0">
                <a:solidFill>
                  <a:srgbClr val="538235"/>
                </a:solidFill>
                <a:latin typeface="Tahoma"/>
                <a:cs typeface="Tahoma"/>
              </a:rPr>
              <a:t>below table) </a:t>
            </a:r>
            <a:r>
              <a:rPr sz="1200" dirty="0">
                <a:solidFill>
                  <a:srgbClr val="538235"/>
                </a:solidFill>
                <a:latin typeface="Tahoma"/>
                <a:cs typeface="Tahoma"/>
              </a:rPr>
              <a:t> </a:t>
            </a:r>
            <a:r>
              <a:rPr sz="1200" spc="-5" dirty="0">
                <a:solidFill>
                  <a:srgbClr val="538235"/>
                </a:solidFill>
                <a:latin typeface="Tahoma"/>
                <a:cs typeface="Tahoma"/>
              </a:rPr>
              <a:t>Initial</a:t>
            </a:r>
            <a:r>
              <a:rPr sz="1200" spc="-10" dirty="0">
                <a:solidFill>
                  <a:srgbClr val="538235"/>
                </a:solidFill>
                <a:latin typeface="Tahoma"/>
                <a:cs typeface="Tahoma"/>
              </a:rPr>
              <a:t> value</a:t>
            </a:r>
            <a:r>
              <a:rPr sz="1200" spc="20" dirty="0">
                <a:solidFill>
                  <a:srgbClr val="538235"/>
                </a:solidFill>
                <a:latin typeface="Tahoma"/>
                <a:cs typeface="Tahoma"/>
              </a:rPr>
              <a:t> </a:t>
            </a:r>
            <a:r>
              <a:rPr sz="1200" spc="-5" dirty="0">
                <a:solidFill>
                  <a:srgbClr val="538235"/>
                </a:solidFill>
                <a:latin typeface="Tahoma"/>
                <a:cs typeface="Tahoma"/>
              </a:rPr>
              <a:t>of</a:t>
            </a:r>
            <a:r>
              <a:rPr sz="1200" dirty="0">
                <a:solidFill>
                  <a:srgbClr val="538235"/>
                </a:solidFill>
                <a:latin typeface="Tahoma"/>
                <a:cs typeface="Tahoma"/>
              </a:rPr>
              <a:t> f</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1, </a:t>
            </a:r>
            <a:r>
              <a:rPr sz="1200" spc="-10" dirty="0">
                <a:solidFill>
                  <a:srgbClr val="538235"/>
                </a:solidFill>
                <a:latin typeface="Tahoma"/>
                <a:cs typeface="Tahoma"/>
              </a:rPr>
              <a:t>a=2,</a:t>
            </a:r>
            <a:r>
              <a:rPr sz="1200" dirty="0">
                <a:solidFill>
                  <a:srgbClr val="538235"/>
                </a:solidFill>
                <a:latin typeface="Tahoma"/>
                <a:cs typeface="Tahoma"/>
              </a:rPr>
              <a:t> n</a:t>
            </a:r>
            <a:r>
              <a:rPr sz="1200" spc="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561,</a:t>
            </a:r>
            <a:r>
              <a:rPr sz="1200" dirty="0">
                <a:solidFill>
                  <a:srgbClr val="538235"/>
                </a:solidFill>
                <a:latin typeface="Tahoma"/>
                <a:cs typeface="Tahoma"/>
              </a:rPr>
              <a:t> b</a:t>
            </a:r>
            <a:r>
              <a:rPr sz="1200" spc="-1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560</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(1000110000)</a:t>
            </a:r>
            <a:r>
              <a:rPr sz="1200" spc="-7" baseline="-20833" dirty="0">
                <a:solidFill>
                  <a:srgbClr val="538235"/>
                </a:solidFill>
                <a:latin typeface="Tahoma"/>
                <a:cs typeface="Tahoma"/>
              </a:rPr>
              <a:t>2</a:t>
            </a:r>
            <a:endParaRPr sz="1200" baseline="-20833">
              <a:latin typeface="Tahoma"/>
              <a:cs typeface="Tahoma"/>
            </a:endParaRPr>
          </a:p>
        </p:txBody>
      </p:sp>
      <p:graphicFrame>
        <p:nvGraphicFramePr>
          <p:cNvPr id="6" name="object 6"/>
          <p:cNvGraphicFramePr>
            <a:graphicFrameLocks noGrp="1"/>
          </p:cNvGraphicFramePr>
          <p:nvPr/>
        </p:nvGraphicFramePr>
        <p:xfrm>
          <a:off x="555777" y="7835518"/>
          <a:ext cx="5740390" cy="990116"/>
        </p:xfrm>
        <a:graphic>
          <a:graphicData uri="http://schemas.openxmlformats.org/drawingml/2006/table">
            <a:tbl>
              <a:tblPr firstRow="1" bandRow="1">
                <a:tableStyleId>{2D5ABB26-0587-4C30-8999-92F81FD0307C}</a:tableStyleId>
              </a:tblPr>
              <a:tblGrid>
                <a:gridCol w="1397000">
                  <a:extLst>
                    <a:ext uri="{9D8B030D-6E8A-4147-A177-3AD203B41FA5}">
                      <a16:colId xmlns:a16="http://schemas.microsoft.com/office/drawing/2014/main" val="20000"/>
                    </a:ext>
                  </a:extLst>
                </a:gridCol>
                <a:gridCol w="434339">
                  <a:extLst>
                    <a:ext uri="{9D8B030D-6E8A-4147-A177-3AD203B41FA5}">
                      <a16:colId xmlns:a16="http://schemas.microsoft.com/office/drawing/2014/main" val="20001"/>
                    </a:ext>
                  </a:extLst>
                </a:gridCol>
                <a:gridCol w="434339">
                  <a:extLst>
                    <a:ext uri="{9D8B030D-6E8A-4147-A177-3AD203B41FA5}">
                      <a16:colId xmlns:a16="http://schemas.microsoft.com/office/drawing/2014/main" val="20002"/>
                    </a:ext>
                  </a:extLst>
                </a:gridCol>
                <a:gridCol w="434339">
                  <a:extLst>
                    <a:ext uri="{9D8B030D-6E8A-4147-A177-3AD203B41FA5}">
                      <a16:colId xmlns:a16="http://schemas.microsoft.com/office/drawing/2014/main" val="20003"/>
                    </a:ext>
                  </a:extLst>
                </a:gridCol>
                <a:gridCol w="434339">
                  <a:extLst>
                    <a:ext uri="{9D8B030D-6E8A-4147-A177-3AD203B41FA5}">
                      <a16:colId xmlns:a16="http://schemas.microsoft.com/office/drawing/2014/main" val="20004"/>
                    </a:ext>
                  </a:extLst>
                </a:gridCol>
                <a:gridCol w="434339">
                  <a:extLst>
                    <a:ext uri="{9D8B030D-6E8A-4147-A177-3AD203B41FA5}">
                      <a16:colId xmlns:a16="http://schemas.microsoft.com/office/drawing/2014/main" val="20005"/>
                    </a:ext>
                  </a:extLst>
                </a:gridCol>
                <a:gridCol w="434339">
                  <a:extLst>
                    <a:ext uri="{9D8B030D-6E8A-4147-A177-3AD203B41FA5}">
                      <a16:colId xmlns:a16="http://schemas.microsoft.com/office/drawing/2014/main" val="20006"/>
                    </a:ext>
                  </a:extLst>
                </a:gridCol>
                <a:gridCol w="434339">
                  <a:extLst>
                    <a:ext uri="{9D8B030D-6E8A-4147-A177-3AD203B41FA5}">
                      <a16:colId xmlns:a16="http://schemas.microsoft.com/office/drawing/2014/main" val="20007"/>
                    </a:ext>
                  </a:extLst>
                </a:gridCol>
                <a:gridCol w="434339">
                  <a:extLst>
                    <a:ext uri="{9D8B030D-6E8A-4147-A177-3AD203B41FA5}">
                      <a16:colId xmlns:a16="http://schemas.microsoft.com/office/drawing/2014/main" val="20008"/>
                    </a:ext>
                  </a:extLst>
                </a:gridCol>
                <a:gridCol w="434339">
                  <a:extLst>
                    <a:ext uri="{9D8B030D-6E8A-4147-A177-3AD203B41FA5}">
                      <a16:colId xmlns:a16="http://schemas.microsoft.com/office/drawing/2014/main" val="20009"/>
                    </a:ext>
                  </a:extLst>
                </a:gridCol>
                <a:gridCol w="434339">
                  <a:extLst>
                    <a:ext uri="{9D8B030D-6E8A-4147-A177-3AD203B41FA5}">
                      <a16:colId xmlns:a16="http://schemas.microsoft.com/office/drawing/2014/main" val="20010"/>
                    </a:ext>
                  </a:extLst>
                </a:gridCol>
              </a:tblGrid>
              <a:tr h="330072">
                <a:tc>
                  <a:txBody>
                    <a:bodyPr/>
                    <a:lstStyle/>
                    <a:p>
                      <a:pPr marL="73660">
                        <a:lnSpc>
                          <a:spcPct val="100000"/>
                        </a:lnSpc>
                        <a:spcBef>
                          <a:spcPts val="595"/>
                        </a:spcBef>
                      </a:pPr>
                      <a:r>
                        <a:rPr sz="1200" dirty="0">
                          <a:solidFill>
                            <a:srgbClr val="538235"/>
                          </a:solidFill>
                          <a:latin typeface="Tahoma"/>
                          <a:cs typeface="Tahoma"/>
                        </a:rPr>
                        <a:t>f</a:t>
                      </a:r>
                      <a:r>
                        <a:rPr sz="1200" spc="-10"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(f</a:t>
                      </a:r>
                      <a:r>
                        <a:rPr sz="1200" spc="-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20" dirty="0">
                          <a:solidFill>
                            <a:srgbClr val="538235"/>
                          </a:solidFill>
                          <a:latin typeface="Tahoma"/>
                          <a:cs typeface="Tahoma"/>
                        </a:rPr>
                        <a:t>f)</a:t>
                      </a:r>
                      <a:r>
                        <a:rPr sz="1200" spc="-15"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dirty="0">
                          <a:solidFill>
                            <a:srgbClr val="538235"/>
                          </a:solidFill>
                          <a:latin typeface="Tahoma"/>
                          <a:cs typeface="Tahoma"/>
                        </a:rPr>
                        <a:t>n</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spcBef>
                          <a:spcPts val="595"/>
                        </a:spcBef>
                      </a:pPr>
                      <a:r>
                        <a:rPr sz="1200" dirty="0">
                          <a:solidFill>
                            <a:srgbClr val="538235"/>
                          </a:solidFill>
                          <a:latin typeface="Tahoma"/>
                          <a:cs typeface="Tahoma"/>
                        </a:rPr>
                        <a:t>1</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635" algn="ctr">
                        <a:lnSpc>
                          <a:spcPct val="100000"/>
                        </a:lnSpc>
                        <a:spcBef>
                          <a:spcPts val="595"/>
                        </a:spcBef>
                      </a:pPr>
                      <a:r>
                        <a:rPr sz="1200" dirty="0">
                          <a:solidFill>
                            <a:srgbClr val="538235"/>
                          </a:solidFill>
                          <a:latin typeface="Tahoma"/>
                          <a:cs typeface="Tahoma"/>
                        </a:rPr>
                        <a:t>4</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3175" algn="ctr">
                        <a:lnSpc>
                          <a:spcPct val="100000"/>
                        </a:lnSpc>
                        <a:spcBef>
                          <a:spcPts val="595"/>
                        </a:spcBef>
                      </a:pPr>
                      <a:r>
                        <a:rPr sz="1200" spc="-10" dirty="0">
                          <a:solidFill>
                            <a:srgbClr val="538235"/>
                          </a:solidFill>
                          <a:latin typeface="Tahoma"/>
                          <a:cs typeface="Tahoma"/>
                        </a:rPr>
                        <a:t>16</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635" algn="ctr">
                        <a:lnSpc>
                          <a:spcPct val="100000"/>
                        </a:lnSpc>
                        <a:spcBef>
                          <a:spcPts val="595"/>
                        </a:spcBef>
                      </a:pPr>
                      <a:r>
                        <a:rPr sz="1200" spc="-10" dirty="0">
                          <a:solidFill>
                            <a:srgbClr val="538235"/>
                          </a:solidFill>
                          <a:latin typeface="Tahoma"/>
                          <a:cs typeface="Tahoma"/>
                        </a:rPr>
                        <a:t>256</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1270" algn="ctr">
                        <a:lnSpc>
                          <a:spcPct val="100000"/>
                        </a:lnSpc>
                        <a:spcBef>
                          <a:spcPts val="595"/>
                        </a:spcBef>
                      </a:pPr>
                      <a:r>
                        <a:rPr sz="1200" spc="-5" dirty="0">
                          <a:solidFill>
                            <a:srgbClr val="538235"/>
                          </a:solidFill>
                          <a:latin typeface="Tahoma"/>
                          <a:cs typeface="Tahoma"/>
                        </a:rPr>
                        <a:t>460</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1905" algn="ctr">
                        <a:lnSpc>
                          <a:spcPct val="100000"/>
                        </a:lnSpc>
                        <a:spcBef>
                          <a:spcPts val="595"/>
                        </a:spcBef>
                      </a:pPr>
                      <a:r>
                        <a:rPr sz="1200" spc="-10" dirty="0">
                          <a:solidFill>
                            <a:srgbClr val="538235"/>
                          </a:solidFill>
                          <a:latin typeface="Tahoma"/>
                          <a:cs typeface="Tahoma"/>
                        </a:rPr>
                        <a:t>412</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1905" algn="ctr">
                        <a:lnSpc>
                          <a:spcPct val="100000"/>
                        </a:lnSpc>
                        <a:spcBef>
                          <a:spcPts val="595"/>
                        </a:spcBef>
                      </a:pPr>
                      <a:r>
                        <a:rPr sz="1200" spc="-10" dirty="0">
                          <a:solidFill>
                            <a:srgbClr val="538235"/>
                          </a:solidFill>
                          <a:latin typeface="Tahoma"/>
                          <a:cs typeface="Tahoma"/>
                        </a:rPr>
                        <a:t>166</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5715" algn="ctr">
                        <a:lnSpc>
                          <a:spcPct val="100000"/>
                        </a:lnSpc>
                        <a:spcBef>
                          <a:spcPts val="595"/>
                        </a:spcBef>
                      </a:pPr>
                      <a:r>
                        <a:rPr sz="1200" spc="-10" dirty="0">
                          <a:solidFill>
                            <a:srgbClr val="538235"/>
                          </a:solidFill>
                          <a:latin typeface="Tahoma"/>
                          <a:cs typeface="Tahoma"/>
                        </a:rPr>
                        <a:t>67</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3810" algn="ctr">
                        <a:lnSpc>
                          <a:spcPct val="100000"/>
                        </a:lnSpc>
                        <a:spcBef>
                          <a:spcPts val="595"/>
                        </a:spcBef>
                      </a:pPr>
                      <a:r>
                        <a:rPr sz="1200" dirty="0">
                          <a:solidFill>
                            <a:srgbClr val="538235"/>
                          </a:solidFill>
                          <a:latin typeface="Tahoma"/>
                          <a:cs typeface="Tahoma"/>
                        </a:rPr>
                        <a:t>1</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5715" algn="ctr">
                        <a:lnSpc>
                          <a:spcPct val="100000"/>
                        </a:lnSpc>
                        <a:spcBef>
                          <a:spcPts val="595"/>
                        </a:spcBef>
                      </a:pPr>
                      <a:r>
                        <a:rPr sz="1200" b="1" dirty="0">
                          <a:solidFill>
                            <a:srgbClr val="538235"/>
                          </a:solidFill>
                          <a:latin typeface="Tahoma"/>
                          <a:cs typeface="Tahoma"/>
                        </a:rPr>
                        <a:t>1</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0"/>
                  </a:ext>
                </a:extLst>
              </a:tr>
              <a:tr h="330073">
                <a:tc>
                  <a:txBody>
                    <a:bodyPr/>
                    <a:lstStyle/>
                    <a:p>
                      <a:pPr marL="73660">
                        <a:lnSpc>
                          <a:spcPct val="100000"/>
                        </a:lnSpc>
                        <a:spcBef>
                          <a:spcPts val="480"/>
                        </a:spcBef>
                      </a:pPr>
                      <a:r>
                        <a:rPr sz="1800" spc="-15" baseline="-4629" dirty="0">
                          <a:solidFill>
                            <a:srgbClr val="538235"/>
                          </a:solidFill>
                          <a:latin typeface="Tahoma"/>
                          <a:cs typeface="Tahoma"/>
                        </a:rPr>
                        <a:t>B</a:t>
                      </a:r>
                      <a:r>
                        <a:rPr sz="800" spc="-10" dirty="0">
                          <a:solidFill>
                            <a:srgbClr val="538235"/>
                          </a:solidFill>
                          <a:latin typeface="Tahoma"/>
                          <a:cs typeface="Tahoma"/>
                        </a:rPr>
                        <a:t>i</a:t>
                      </a:r>
                      <a:endParaRPr sz="800">
                        <a:latin typeface="Tahoma"/>
                        <a:cs typeface="Tahoma"/>
                      </a:endParaRPr>
                    </a:p>
                  </a:txBody>
                  <a:tcPr marL="0" marR="0" marT="6096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spcBef>
                          <a:spcPts val="600"/>
                        </a:spcBef>
                      </a:pPr>
                      <a:r>
                        <a:rPr sz="1200" dirty="0">
                          <a:solidFill>
                            <a:srgbClr val="538235"/>
                          </a:solidFill>
                          <a:latin typeface="Tahoma"/>
                          <a:cs typeface="Tahoma"/>
                        </a:rPr>
                        <a:t>1</a:t>
                      </a:r>
                      <a:endParaRPr sz="1200">
                        <a:latin typeface="Tahoma"/>
                        <a:cs typeface="Tahoma"/>
                      </a:endParaRPr>
                    </a:p>
                  </a:txBody>
                  <a:tcPr marL="0" marR="0" marT="7620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635" algn="ctr">
                        <a:lnSpc>
                          <a:spcPct val="100000"/>
                        </a:lnSpc>
                        <a:spcBef>
                          <a:spcPts val="600"/>
                        </a:spcBef>
                      </a:pPr>
                      <a:r>
                        <a:rPr sz="1200" dirty="0">
                          <a:solidFill>
                            <a:srgbClr val="538235"/>
                          </a:solidFill>
                          <a:latin typeface="Tahoma"/>
                          <a:cs typeface="Tahoma"/>
                        </a:rPr>
                        <a:t>0</a:t>
                      </a:r>
                      <a:endParaRPr sz="1200">
                        <a:latin typeface="Tahoma"/>
                        <a:cs typeface="Tahoma"/>
                      </a:endParaRPr>
                    </a:p>
                  </a:txBody>
                  <a:tcPr marL="0" marR="0" marT="7620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635" algn="ctr">
                        <a:lnSpc>
                          <a:spcPct val="100000"/>
                        </a:lnSpc>
                        <a:spcBef>
                          <a:spcPts val="600"/>
                        </a:spcBef>
                      </a:pPr>
                      <a:r>
                        <a:rPr sz="1200" dirty="0">
                          <a:solidFill>
                            <a:srgbClr val="538235"/>
                          </a:solidFill>
                          <a:latin typeface="Tahoma"/>
                          <a:cs typeface="Tahoma"/>
                        </a:rPr>
                        <a:t>0</a:t>
                      </a:r>
                      <a:endParaRPr sz="1200">
                        <a:latin typeface="Tahoma"/>
                        <a:cs typeface="Tahoma"/>
                      </a:endParaRPr>
                    </a:p>
                  </a:txBody>
                  <a:tcPr marL="0" marR="0" marT="7620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1270" algn="ctr">
                        <a:lnSpc>
                          <a:spcPct val="100000"/>
                        </a:lnSpc>
                        <a:spcBef>
                          <a:spcPts val="600"/>
                        </a:spcBef>
                      </a:pPr>
                      <a:r>
                        <a:rPr sz="1200" dirty="0">
                          <a:solidFill>
                            <a:srgbClr val="538235"/>
                          </a:solidFill>
                          <a:latin typeface="Tahoma"/>
                          <a:cs typeface="Tahoma"/>
                        </a:rPr>
                        <a:t>0</a:t>
                      </a:r>
                      <a:endParaRPr sz="1200">
                        <a:latin typeface="Tahoma"/>
                        <a:cs typeface="Tahoma"/>
                      </a:endParaRPr>
                    </a:p>
                  </a:txBody>
                  <a:tcPr marL="0" marR="0" marT="7620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2540" algn="ctr">
                        <a:lnSpc>
                          <a:spcPct val="100000"/>
                        </a:lnSpc>
                        <a:spcBef>
                          <a:spcPts val="600"/>
                        </a:spcBef>
                      </a:pPr>
                      <a:r>
                        <a:rPr sz="1200" dirty="0">
                          <a:solidFill>
                            <a:srgbClr val="538235"/>
                          </a:solidFill>
                          <a:latin typeface="Tahoma"/>
                          <a:cs typeface="Tahoma"/>
                        </a:rPr>
                        <a:t>1</a:t>
                      </a:r>
                      <a:endParaRPr sz="1200">
                        <a:latin typeface="Tahoma"/>
                        <a:cs typeface="Tahoma"/>
                      </a:endParaRPr>
                    </a:p>
                  </a:txBody>
                  <a:tcPr marL="0" marR="0" marT="7620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2540" algn="ctr">
                        <a:lnSpc>
                          <a:spcPct val="100000"/>
                        </a:lnSpc>
                        <a:spcBef>
                          <a:spcPts val="600"/>
                        </a:spcBef>
                      </a:pPr>
                      <a:r>
                        <a:rPr sz="1200" dirty="0">
                          <a:solidFill>
                            <a:srgbClr val="538235"/>
                          </a:solidFill>
                          <a:latin typeface="Tahoma"/>
                          <a:cs typeface="Tahoma"/>
                        </a:rPr>
                        <a:t>1</a:t>
                      </a:r>
                      <a:endParaRPr sz="1200">
                        <a:latin typeface="Tahoma"/>
                        <a:cs typeface="Tahoma"/>
                      </a:endParaRPr>
                    </a:p>
                  </a:txBody>
                  <a:tcPr marL="0" marR="0" marT="7620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3175" algn="ctr">
                        <a:lnSpc>
                          <a:spcPct val="100000"/>
                        </a:lnSpc>
                        <a:spcBef>
                          <a:spcPts val="600"/>
                        </a:spcBef>
                      </a:pPr>
                      <a:r>
                        <a:rPr sz="1200" dirty="0">
                          <a:solidFill>
                            <a:srgbClr val="538235"/>
                          </a:solidFill>
                          <a:latin typeface="Tahoma"/>
                          <a:cs typeface="Tahoma"/>
                        </a:rPr>
                        <a:t>0</a:t>
                      </a:r>
                      <a:endParaRPr sz="1200">
                        <a:latin typeface="Tahoma"/>
                        <a:cs typeface="Tahoma"/>
                      </a:endParaRPr>
                    </a:p>
                  </a:txBody>
                  <a:tcPr marL="0" marR="0" marT="7620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3175" algn="ctr">
                        <a:lnSpc>
                          <a:spcPct val="100000"/>
                        </a:lnSpc>
                        <a:spcBef>
                          <a:spcPts val="600"/>
                        </a:spcBef>
                      </a:pPr>
                      <a:r>
                        <a:rPr sz="1200" dirty="0">
                          <a:solidFill>
                            <a:srgbClr val="538235"/>
                          </a:solidFill>
                          <a:latin typeface="Tahoma"/>
                          <a:cs typeface="Tahoma"/>
                        </a:rPr>
                        <a:t>0</a:t>
                      </a:r>
                      <a:endParaRPr sz="1200">
                        <a:latin typeface="Tahoma"/>
                        <a:cs typeface="Tahoma"/>
                      </a:endParaRPr>
                    </a:p>
                  </a:txBody>
                  <a:tcPr marL="0" marR="0" marT="7620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3810" algn="ctr">
                        <a:lnSpc>
                          <a:spcPct val="100000"/>
                        </a:lnSpc>
                        <a:spcBef>
                          <a:spcPts val="600"/>
                        </a:spcBef>
                      </a:pPr>
                      <a:r>
                        <a:rPr sz="1200" dirty="0">
                          <a:solidFill>
                            <a:srgbClr val="538235"/>
                          </a:solidFill>
                          <a:latin typeface="Tahoma"/>
                          <a:cs typeface="Tahoma"/>
                        </a:rPr>
                        <a:t>0</a:t>
                      </a:r>
                      <a:endParaRPr sz="1200">
                        <a:latin typeface="Tahoma"/>
                        <a:cs typeface="Tahoma"/>
                      </a:endParaRPr>
                    </a:p>
                  </a:txBody>
                  <a:tcPr marL="0" marR="0" marT="7620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3810" algn="ctr">
                        <a:lnSpc>
                          <a:spcPct val="100000"/>
                        </a:lnSpc>
                        <a:spcBef>
                          <a:spcPts val="600"/>
                        </a:spcBef>
                      </a:pPr>
                      <a:r>
                        <a:rPr sz="1200" dirty="0">
                          <a:solidFill>
                            <a:srgbClr val="538235"/>
                          </a:solidFill>
                          <a:latin typeface="Tahoma"/>
                          <a:cs typeface="Tahoma"/>
                        </a:rPr>
                        <a:t>0</a:t>
                      </a:r>
                      <a:endParaRPr sz="1200">
                        <a:latin typeface="Tahoma"/>
                        <a:cs typeface="Tahoma"/>
                      </a:endParaRPr>
                    </a:p>
                  </a:txBody>
                  <a:tcPr marL="0" marR="0" marT="7620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1"/>
                  </a:ext>
                </a:extLst>
              </a:tr>
              <a:tr h="329971">
                <a:tc>
                  <a:txBody>
                    <a:bodyPr/>
                    <a:lstStyle/>
                    <a:p>
                      <a:pPr marL="73660">
                        <a:lnSpc>
                          <a:spcPct val="100000"/>
                        </a:lnSpc>
                        <a:spcBef>
                          <a:spcPts val="595"/>
                        </a:spcBef>
                      </a:pPr>
                      <a:r>
                        <a:rPr sz="1200" dirty="0">
                          <a:solidFill>
                            <a:srgbClr val="538235"/>
                          </a:solidFill>
                          <a:latin typeface="Tahoma"/>
                          <a:cs typeface="Tahoma"/>
                        </a:rPr>
                        <a:t>f</a:t>
                      </a:r>
                      <a:r>
                        <a:rPr sz="1200" spc="-10"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(f</a:t>
                      </a:r>
                      <a:r>
                        <a:rPr sz="1200" spc="-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a)</a:t>
                      </a:r>
                      <a:r>
                        <a:rPr sz="1200" spc="-15"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dirty="0">
                          <a:solidFill>
                            <a:srgbClr val="538235"/>
                          </a:solidFill>
                          <a:latin typeface="Tahoma"/>
                          <a:cs typeface="Tahoma"/>
                        </a:rPr>
                        <a:t>n</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ctr">
                        <a:lnSpc>
                          <a:spcPct val="100000"/>
                        </a:lnSpc>
                        <a:spcBef>
                          <a:spcPts val="595"/>
                        </a:spcBef>
                      </a:pPr>
                      <a:r>
                        <a:rPr sz="1200" dirty="0">
                          <a:solidFill>
                            <a:srgbClr val="538235"/>
                          </a:solidFill>
                          <a:latin typeface="Tahoma"/>
                          <a:cs typeface="Tahoma"/>
                        </a:rPr>
                        <a:t>2</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3175" algn="ctr">
                        <a:lnSpc>
                          <a:spcPct val="100000"/>
                        </a:lnSpc>
                        <a:spcBef>
                          <a:spcPts val="595"/>
                        </a:spcBef>
                      </a:pPr>
                      <a:r>
                        <a:rPr sz="1200" dirty="0">
                          <a:solidFill>
                            <a:srgbClr val="538235"/>
                          </a:solidFill>
                          <a:latin typeface="Tahoma"/>
                          <a:cs typeface="Tahoma"/>
                        </a:rPr>
                        <a:t>-</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3175" algn="ctr">
                        <a:lnSpc>
                          <a:spcPct val="100000"/>
                        </a:lnSpc>
                        <a:spcBef>
                          <a:spcPts val="595"/>
                        </a:spcBef>
                      </a:pPr>
                      <a:r>
                        <a:rPr sz="1200" dirty="0">
                          <a:solidFill>
                            <a:srgbClr val="538235"/>
                          </a:solidFill>
                          <a:latin typeface="Tahoma"/>
                          <a:cs typeface="Tahoma"/>
                        </a:rPr>
                        <a:t>-</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4445" algn="ctr">
                        <a:lnSpc>
                          <a:spcPct val="100000"/>
                        </a:lnSpc>
                        <a:spcBef>
                          <a:spcPts val="595"/>
                        </a:spcBef>
                      </a:pPr>
                      <a:r>
                        <a:rPr sz="1200" dirty="0">
                          <a:solidFill>
                            <a:srgbClr val="538235"/>
                          </a:solidFill>
                          <a:latin typeface="Tahoma"/>
                          <a:cs typeface="Tahoma"/>
                        </a:rPr>
                        <a:t>-</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1270" algn="ctr">
                        <a:lnSpc>
                          <a:spcPct val="100000"/>
                        </a:lnSpc>
                        <a:spcBef>
                          <a:spcPts val="595"/>
                        </a:spcBef>
                      </a:pPr>
                      <a:r>
                        <a:rPr sz="1200" spc="-5" dirty="0">
                          <a:solidFill>
                            <a:srgbClr val="538235"/>
                          </a:solidFill>
                          <a:latin typeface="Tahoma"/>
                          <a:cs typeface="Tahoma"/>
                        </a:rPr>
                        <a:t>359</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1905" algn="ctr">
                        <a:lnSpc>
                          <a:spcPct val="100000"/>
                        </a:lnSpc>
                        <a:spcBef>
                          <a:spcPts val="595"/>
                        </a:spcBef>
                      </a:pPr>
                      <a:r>
                        <a:rPr sz="1200" spc="-10" dirty="0">
                          <a:solidFill>
                            <a:srgbClr val="538235"/>
                          </a:solidFill>
                          <a:latin typeface="Tahoma"/>
                          <a:cs typeface="Tahoma"/>
                        </a:rPr>
                        <a:t>263</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59055" algn="ctr">
                        <a:lnSpc>
                          <a:spcPct val="100000"/>
                        </a:lnSpc>
                        <a:spcBef>
                          <a:spcPts val="595"/>
                        </a:spcBef>
                      </a:pPr>
                      <a:r>
                        <a:rPr sz="1200" dirty="0">
                          <a:solidFill>
                            <a:srgbClr val="538235"/>
                          </a:solidFill>
                          <a:latin typeface="Tahoma"/>
                          <a:cs typeface="Tahoma"/>
                        </a:rPr>
                        <a:t>-</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5715" algn="ctr">
                        <a:lnSpc>
                          <a:spcPct val="100000"/>
                        </a:lnSpc>
                        <a:spcBef>
                          <a:spcPts val="595"/>
                        </a:spcBef>
                      </a:pPr>
                      <a:r>
                        <a:rPr sz="1200" dirty="0">
                          <a:solidFill>
                            <a:srgbClr val="538235"/>
                          </a:solidFill>
                          <a:latin typeface="Tahoma"/>
                          <a:cs typeface="Tahoma"/>
                        </a:rPr>
                        <a:t>-</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6350" algn="ctr">
                        <a:lnSpc>
                          <a:spcPct val="100000"/>
                        </a:lnSpc>
                        <a:spcBef>
                          <a:spcPts val="595"/>
                        </a:spcBef>
                      </a:pPr>
                      <a:r>
                        <a:rPr sz="1200" dirty="0">
                          <a:solidFill>
                            <a:srgbClr val="538235"/>
                          </a:solidFill>
                          <a:latin typeface="Tahoma"/>
                          <a:cs typeface="Tahoma"/>
                        </a:rPr>
                        <a:t>-</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6350" algn="ctr">
                        <a:lnSpc>
                          <a:spcPct val="100000"/>
                        </a:lnSpc>
                        <a:spcBef>
                          <a:spcPts val="595"/>
                        </a:spcBef>
                      </a:pPr>
                      <a:r>
                        <a:rPr sz="1200" dirty="0">
                          <a:solidFill>
                            <a:srgbClr val="538235"/>
                          </a:solidFill>
                          <a:latin typeface="Tahoma"/>
                          <a:cs typeface="Tahoma"/>
                        </a:rPr>
                        <a:t>-</a:t>
                      </a:r>
                      <a:endParaRPr sz="1200">
                        <a:latin typeface="Tahoma"/>
                        <a:cs typeface="Tahoma"/>
                      </a:endParaRPr>
                    </a:p>
                  </a:txBody>
                  <a:tcPr marL="0" marR="0" marT="7556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2470" y="387553"/>
            <a:ext cx="5125085" cy="5055870"/>
          </a:xfrm>
          <a:prstGeom prst="rect">
            <a:avLst/>
          </a:prstGeom>
        </p:spPr>
        <p:txBody>
          <a:bodyPr vert="horz" wrap="square" lIns="0" tIns="13970" rIns="0" bIns="0" rtlCol="0">
            <a:spAutoFit/>
          </a:bodyPr>
          <a:lstStyle/>
          <a:p>
            <a:pPr marL="50800">
              <a:lnSpc>
                <a:spcPct val="100000"/>
              </a:lnSpc>
              <a:spcBef>
                <a:spcPts val="110"/>
              </a:spcBef>
            </a:pPr>
            <a:r>
              <a:rPr sz="1600" b="1" dirty="0">
                <a:solidFill>
                  <a:srgbClr val="538235"/>
                </a:solidFill>
                <a:latin typeface="Tahoma"/>
                <a:cs typeface="Tahoma"/>
              </a:rPr>
              <a:t>ASYMMETRIC</a:t>
            </a:r>
            <a:r>
              <a:rPr sz="1600" b="1" spc="-70" dirty="0">
                <a:solidFill>
                  <a:srgbClr val="538235"/>
                </a:solidFill>
                <a:latin typeface="Tahoma"/>
                <a:cs typeface="Tahoma"/>
              </a:rPr>
              <a:t> </a:t>
            </a:r>
            <a:r>
              <a:rPr sz="1600" b="1" dirty="0">
                <a:solidFill>
                  <a:srgbClr val="538235"/>
                </a:solidFill>
                <a:latin typeface="Tahoma"/>
                <a:cs typeface="Tahoma"/>
              </a:rPr>
              <a:t>KEY</a:t>
            </a:r>
            <a:r>
              <a:rPr sz="1600" b="1" spc="-40" dirty="0">
                <a:solidFill>
                  <a:srgbClr val="538235"/>
                </a:solidFill>
                <a:latin typeface="Tahoma"/>
                <a:cs typeface="Tahoma"/>
              </a:rPr>
              <a:t> </a:t>
            </a:r>
            <a:r>
              <a:rPr sz="1600" b="1" dirty="0">
                <a:solidFill>
                  <a:srgbClr val="538235"/>
                </a:solidFill>
                <a:latin typeface="Tahoma"/>
                <a:cs typeface="Tahoma"/>
              </a:rPr>
              <a:t>CIPHERS</a:t>
            </a:r>
            <a:endParaRPr sz="1600">
              <a:latin typeface="Tahoma"/>
              <a:cs typeface="Tahoma"/>
            </a:endParaRPr>
          </a:p>
          <a:p>
            <a:pPr>
              <a:lnSpc>
                <a:spcPct val="100000"/>
              </a:lnSpc>
            </a:pPr>
            <a:endParaRPr sz="1900">
              <a:latin typeface="Tahoma"/>
              <a:cs typeface="Tahoma"/>
            </a:endParaRPr>
          </a:p>
          <a:p>
            <a:pPr marL="50800">
              <a:lnSpc>
                <a:spcPct val="100000"/>
              </a:lnSpc>
              <a:spcBef>
                <a:spcPts val="1535"/>
              </a:spcBef>
            </a:pPr>
            <a:r>
              <a:rPr sz="1200" b="1" dirty="0">
                <a:solidFill>
                  <a:srgbClr val="538235"/>
                </a:solidFill>
                <a:latin typeface="Tahoma"/>
                <a:cs typeface="Tahoma"/>
              </a:rPr>
              <a:t>#Problem:</a:t>
            </a:r>
            <a:r>
              <a:rPr sz="1200" b="1" spc="-20" dirty="0">
                <a:solidFill>
                  <a:srgbClr val="538235"/>
                </a:solidFill>
                <a:latin typeface="Tahoma"/>
                <a:cs typeface="Tahoma"/>
              </a:rPr>
              <a:t> </a:t>
            </a:r>
            <a:r>
              <a:rPr sz="1200" b="1" dirty="0">
                <a:solidFill>
                  <a:srgbClr val="538235"/>
                </a:solidFill>
                <a:latin typeface="Tahoma"/>
                <a:cs typeface="Tahoma"/>
              </a:rPr>
              <a:t>Perform</a:t>
            </a:r>
            <a:r>
              <a:rPr sz="1200" b="1" spc="-5" dirty="0">
                <a:solidFill>
                  <a:srgbClr val="538235"/>
                </a:solidFill>
                <a:latin typeface="Tahoma"/>
                <a:cs typeface="Tahoma"/>
              </a:rPr>
              <a:t> encryption</a:t>
            </a:r>
            <a:r>
              <a:rPr sz="1200" b="1" spc="-35" dirty="0">
                <a:solidFill>
                  <a:srgbClr val="538235"/>
                </a:solidFill>
                <a:latin typeface="Tahoma"/>
                <a:cs typeface="Tahoma"/>
              </a:rPr>
              <a:t> </a:t>
            </a:r>
            <a:r>
              <a:rPr sz="1200" b="1" spc="-5" dirty="0">
                <a:solidFill>
                  <a:srgbClr val="538235"/>
                </a:solidFill>
                <a:latin typeface="Tahoma"/>
                <a:cs typeface="Tahoma"/>
              </a:rPr>
              <a:t>and decryption for the</a:t>
            </a:r>
            <a:r>
              <a:rPr sz="1200" b="1" spc="-10" dirty="0">
                <a:solidFill>
                  <a:srgbClr val="538235"/>
                </a:solidFill>
                <a:latin typeface="Tahoma"/>
                <a:cs typeface="Tahoma"/>
              </a:rPr>
              <a:t> </a:t>
            </a:r>
            <a:r>
              <a:rPr sz="1200" b="1" dirty="0">
                <a:solidFill>
                  <a:srgbClr val="538235"/>
                </a:solidFill>
                <a:latin typeface="Tahoma"/>
                <a:cs typeface="Tahoma"/>
              </a:rPr>
              <a:t>parameters</a:t>
            </a:r>
            <a:endParaRPr sz="1200">
              <a:latin typeface="Tahoma"/>
              <a:cs typeface="Tahoma"/>
            </a:endParaRPr>
          </a:p>
          <a:p>
            <a:pPr marL="50800">
              <a:lnSpc>
                <a:spcPct val="100000"/>
              </a:lnSpc>
              <a:spcBef>
                <a:spcPts val="720"/>
              </a:spcBef>
            </a:pPr>
            <a:r>
              <a:rPr sz="1200" spc="-5" dirty="0">
                <a:solidFill>
                  <a:srgbClr val="538235"/>
                </a:solidFill>
                <a:latin typeface="Tahoma"/>
                <a:cs typeface="Tahoma"/>
              </a:rPr>
              <a:t>p=3,</a:t>
            </a:r>
            <a:r>
              <a:rPr sz="1200" spc="-15" dirty="0">
                <a:solidFill>
                  <a:srgbClr val="538235"/>
                </a:solidFill>
                <a:latin typeface="Tahoma"/>
                <a:cs typeface="Tahoma"/>
              </a:rPr>
              <a:t> </a:t>
            </a:r>
            <a:r>
              <a:rPr sz="1200" spc="-5" dirty="0">
                <a:solidFill>
                  <a:srgbClr val="538235"/>
                </a:solidFill>
                <a:latin typeface="Tahoma"/>
                <a:cs typeface="Tahoma"/>
              </a:rPr>
              <a:t>q=11,</a:t>
            </a:r>
            <a:r>
              <a:rPr sz="1200" spc="-15" dirty="0">
                <a:solidFill>
                  <a:srgbClr val="538235"/>
                </a:solidFill>
                <a:latin typeface="Tahoma"/>
                <a:cs typeface="Tahoma"/>
              </a:rPr>
              <a:t> </a:t>
            </a:r>
            <a:r>
              <a:rPr sz="1200" spc="-35" dirty="0">
                <a:solidFill>
                  <a:srgbClr val="538235"/>
                </a:solidFill>
                <a:latin typeface="Tahoma"/>
                <a:cs typeface="Tahoma"/>
              </a:rPr>
              <a:t>e=7,</a:t>
            </a:r>
            <a:r>
              <a:rPr sz="1200" spc="10" dirty="0">
                <a:solidFill>
                  <a:srgbClr val="538235"/>
                </a:solidFill>
                <a:latin typeface="Tahoma"/>
                <a:cs typeface="Tahoma"/>
              </a:rPr>
              <a:t> </a:t>
            </a:r>
            <a:r>
              <a:rPr sz="1200" dirty="0">
                <a:solidFill>
                  <a:srgbClr val="538235"/>
                </a:solidFill>
                <a:latin typeface="Tahoma"/>
                <a:cs typeface="Tahoma"/>
              </a:rPr>
              <a:t>M=5</a:t>
            </a:r>
            <a:endParaRPr sz="1200">
              <a:latin typeface="Tahoma"/>
              <a:cs typeface="Tahoma"/>
            </a:endParaRPr>
          </a:p>
          <a:p>
            <a:pPr marL="50800">
              <a:lnSpc>
                <a:spcPct val="100000"/>
              </a:lnSpc>
              <a:spcBef>
                <a:spcPts val="720"/>
              </a:spcBef>
            </a:pPr>
            <a:r>
              <a:rPr sz="1200" spc="-5" dirty="0">
                <a:solidFill>
                  <a:srgbClr val="538235"/>
                </a:solidFill>
                <a:latin typeface="Tahoma"/>
                <a:cs typeface="Tahoma"/>
              </a:rPr>
              <a:t>Solution:</a:t>
            </a:r>
            <a:endParaRPr sz="1200">
              <a:latin typeface="Tahoma"/>
              <a:cs typeface="Tahoma"/>
            </a:endParaRPr>
          </a:p>
          <a:p>
            <a:pPr marL="50800">
              <a:lnSpc>
                <a:spcPct val="100000"/>
              </a:lnSpc>
              <a:spcBef>
                <a:spcPts val="720"/>
              </a:spcBef>
            </a:pPr>
            <a:r>
              <a:rPr sz="1200" b="1" spc="-5" dirty="0">
                <a:solidFill>
                  <a:srgbClr val="538235"/>
                </a:solidFill>
                <a:latin typeface="Tahoma"/>
                <a:cs typeface="Tahoma"/>
              </a:rPr>
              <a:t>Encryption</a:t>
            </a:r>
            <a:endParaRPr sz="1200">
              <a:latin typeface="Tahoma"/>
              <a:cs typeface="Tahoma"/>
            </a:endParaRPr>
          </a:p>
          <a:p>
            <a:pPr marL="50800">
              <a:lnSpc>
                <a:spcPct val="100000"/>
              </a:lnSpc>
              <a:spcBef>
                <a:spcPts val="720"/>
              </a:spcBef>
            </a:pPr>
            <a:r>
              <a:rPr sz="1200" dirty="0">
                <a:solidFill>
                  <a:srgbClr val="538235"/>
                </a:solidFill>
                <a:latin typeface="Tahoma"/>
                <a:cs typeface="Tahoma"/>
              </a:rPr>
              <a:t>C</a:t>
            </a:r>
            <a:r>
              <a:rPr sz="1200" spc="-15" dirty="0">
                <a:solidFill>
                  <a:srgbClr val="538235"/>
                </a:solidFill>
                <a:latin typeface="Tahoma"/>
                <a:cs typeface="Tahoma"/>
              </a:rPr>
              <a:t> </a:t>
            </a:r>
            <a:r>
              <a:rPr sz="1200" dirty="0">
                <a:solidFill>
                  <a:srgbClr val="538235"/>
                </a:solidFill>
                <a:latin typeface="Tahoma"/>
                <a:cs typeface="Tahoma"/>
              </a:rPr>
              <a:t>=</a:t>
            </a:r>
            <a:r>
              <a:rPr sz="1200" spc="-25" dirty="0">
                <a:solidFill>
                  <a:srgbClr val="538235"/>
                </a:solidFill>
                <a:latin typeface="Tahoma"/>
                <a:cs typeface="Tahoma"/>
              </a:rPr>
              <a:t> </a:t>
            </a:r>
            <a:r>
              <a:rPr sz="1200" dirty="0">
                <a:solidFill>
                  <a:srgbClr val="538235"/>
                </a:solidFill>
                <a:latin typeface="Tahoma"/>
                <a:cs typeface="Tahoma"/>
              </a:rPr>
              <a:t>M</a:t>
            </a:r>
            <a:r>
              <a:rPr sz="1200" baseline="24305" dirty="0">
                <a:solidFill>
                  <a:srgbClr val="538235"/>
                </a:solidFill>
                <a:latin typeface="Tahoma"/>
                <a:cs typeface="Tahoma"/>
              </a:rPr>
              <a:t>e</a:t>
            </a:r>
            <a:r>
              <a:rPr sz="1200" spc="157" baseline="24305"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dirty="0">
                <a:solidFill>
                  <a:srgbClr val="538235"/>
                </a:solidFill>
                <a:latin typeface="Tahoma"/>
                <a:cs typeface="Tahoma"/>
              </a:rPr>
              <a:t>n</a:t>
            </a:r>
            <a:endParaRPr sz="1200">
              <a:latin typeface="Tahoma"/>
              <a:cs typeface="Tahoma"/>
            </a:endParaRPr>
          </a:p>
          <a:p>
            <a:pPr marL="50800" marR="3342640">
              <a:lnSpc>
                <a:spcPct val="150000"/>
              </a:lnSpc>
              <a:spcBef>
                <a:spcPts val="5"/>
              </a:spcBef>
            </a:pPr>
            <a:r>
              <a:rPr sz="1200" dirty="0">
                <a:solidFill>
                  <a:srgbClr val="538235"/>
                </a:solidFill>
                <a:latin typeface="Tahoma"/>
                <a:cs typeface="Tahoma"/>
              </a:rPr>
              <a:t>n</a:t>
            </a:r>
            <a:r>
              <a:rPr sz="1200" spc="-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p</a:t>
            </a:r>
            <a:r>
              <a:rPr sz="1200" spc="-10" dirty="0">
                <a:solidFill>
                  <a:srgbClr val="538235"/>
                </a:solidFill>
                <a:latin typeface="Tahoma"/>
                <a:cs typeface="Tahoma"/>
              </a:rPr>
              <a:t> </a:t>
            </a:r>
            <a:r>
              <a:rPr sz="1200" dirty="0">
                <a:solidFill>
                  <a:srgbClr val="538235"/>
                </a:solidFill>
                <a:latin typeface="Segoe UI Symbol"/>
                <a:cs typeface="Segoe UI Symbol"/>
              </a:rPr>
              <a:t>✕</a:t>
            </a:r>
            <a:r>
              <a:rPr sz="1200" spc="25" dirty="0">
                <a:solidFill>
                  <a:srgbClr val="538235"/>
                </a:solidFill>
                <a:latin typeface="Segoe UI Symbol"/>
                <a:cs typeface="Segoe UI Symbol"/>
              </a:rPr>
              <a:t> </a:t>
            </a:r>
            <a:r>
              <a:rPr sz="1200" dirty="0">
                <a:solidFill>
                  <a:srgbClr val="538235"/>
                </a:solidFill>
                <a:latin typeface="Tahoma"/>
                <a:cs typeface="Tahoma"/>
              </a:rPr>
              <a:t>q</a:t>
            </a:r>
            <a:r>
              <a:rPr sz="1200" spc="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3</a:t>
            </a:r>
            <a:r>
              <a:rPr sz="1200" spc="-30" dirty="0">
                <a:solidFill>
                  <a:srgbClr val="538235"/>
                </a:solidFill>
                <a:latin typeface="Tahoma"/>
                <a:cs typeface="Tahoma"/>
              </a:rPr>
              <a:t> </a:t>
            </a:r>
            <a:r>
              <a:rPr sz="1200" dirty="0">
                <a:solidFill>
                  <a:srgbClr val="538235"/>
                </a:solidFill>
                <a:latin typeface="Segoe UI Symbol"/>
                <a:cs typeface="Segoe UI Symbol"/>
              </a:rPr>
              <a:t>✕</a:t>
            </a:r>
            <a:r>
              <a:rPr sz="1200" spc="50" dirty="0">
                <a:solidFill>
                  <a:srgbClr val="538235"/>
                </a:solidFill>
                <a:latin typeface="Segoe UI Symbol"/>
                <a:cs typeface="Segoe UI Symbol"/>
              </a:rPr>
              <a:t> </a:t>
            </a:r>
            <a:r>
              <a:rPr sz="1200" spc="-5" dirty="0">
                <a:solidFill>
                  <a:srgbClr val="538235"/>
                </a:solidFill>
                <a:latin typeface="Tahoma"/>
                <a:cs typeface="Tahoma"/>
              </a:rPr>
              <a:t>11</a:t>
            </a:r>
            <a:r>
              <a:rPr sz="1200" spc="-3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33 </a:t>
            </a:r>
            <a:r>
              <a:rPr sz="1200" spc="-360" dirty="0">
                <a:solidFill>
                  <a:srgbClr val="538235"/>
                </a:solidFill>
                <a:latin typeface="Tahoma"/>
                <a:cs typeface="Tahoma"/>
              </a:rPr>
              <a:t> </a:t>
            </a:r>
            <a:r>
              <a:rPr sz="1200" dirty="0">
                <a:solidFill>
                  <a:srgbClr val="538235"/>
                </a:solidFill>
                <a:latin typeface="Tahoma"/>
                <a:cs typeface="Tahoma"/>
              </a:rPr>
              <a:t>C =</a:t>
            </a:r>
            <a:r>
              <a:rPr sz="1200" spc="-10" dirty="0">
                <a:solidFill>
                  <a:srgbClr val="538235"/>
                </a:solidFill>
                <a:latin typeface="Tahoma"/>
                <a:cs typeface="Tahoma"/>
              </a:rPr>
              <a:t> 5</a:t>
            </a:r>
            <a:r>
              <a:rPr sz="1200" spc="-15" baseline="24305" dirty="0">
                <a:solidFill>
                  <a:srgbClr val="538235"/>
                </a:solidFill>
                <a:latin typeface="Tahoma"/>
                <a:cs typeface="Tahoma"/>
              </a:rPr>
              <a:t>7</a:t>
            </a:r>
            <a:r>
              <a:rPr sz="1200" spc="195" baseline="24305" dirty="0">
                <a:solidFill>
                  <a:srgbClr val="538235"/>
                </a:solidFill>
                <a:latin typeface="Tahoma"/>
                <a:cs typeface="Tahoma"/>
              </a:rPr>
              <a:t> </a:t>
            </a:r>
            <a:r>
              <a:rPr sz="1200" dirty="0">
                <a:solidFill>
                  <a:srgbClr val="538235"/>
                </a:solidFill>
                <a:latin typeface="Tahoma"/>
                <a:cs typeface="Tahoma"/>
              </a:rPr>
              <a:t>mod</a:t>
            </a:r>
            <a:r>
              <a:rPr sz="1200" spc="-20" dirty="0">
                <a:solidFill>
                  <a:srgbClr val="538235"/>
                </a:solidFill>
                <a:latin typeface="Tahoma"/>
                <a:cs typeface="Tahoma"/>
              </a:rPr>
              <a:t> </a:t>
            </a:r>
            <a:r>
              <a:rPr sz="1200" spc="-5" dirty="0">
                <a:solidFill>
                  <a:srgbClr val="538235"/>
                </a:solidFill>
                <a:latin typeface="Tahoma"/>
                <a:cs typeface="Tahoma"/>
              </a:rPr>
              <a:t>33</a:t>
            </a:r>
            <a:endParaRPr sz="1200">
              <a:latin typeface="Tahoma"/>
              <a:cs typeface="Tahoma"/>
            </a:endParaRPr>
          </a:p>
          <a:p>
            <a:pPr marL="50800">
              <a:lnSpc>
                <a:spcPct val="100000"/>
              </a:lnSpc>
              <a:spcBef>
                <a:spcPts val="720"/>
              </a:spcBef>
            </a:pPr>
            <a:r>
              <a:rPr sz="1200" spc="-10" dirty="0">
                <a:solidFill>
                  <a:srgbClr val="538235"/>
                </a:solidFill>
                <a:latin typeface="Tahoma"/>
                <a:cs typeface="Tahoma"/>
              </a:rPr>
              <a:t>5</a:t>
            </a:r>
            <a:r>
              <a:rPr sz="1200" spc="-15" baseline="24305" dirty="0">
                <a:solidFill>
                  <a:srgbClr val="538235"/>
                </a:solidFill>
                <a:latin typeface="Tahoma"/>
                <a:cs typeface="Tahoma"/>
              </a:rPr>
              <a:t>3</a:t>
            </a:r>
            <a:r>
              <a:rPr sz="1200" spc="172" baseline="2430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spc="-10" dirty="0">
                <a:solidFill>
                  <a:srgbClr val="538235"/>
                </a:solidFill>
                <a:latin typeface="Tahoma"/>
                <a:cs typeface="Tahoma"/>
              </a:rPr>
              <a:t>125</a:t>
            </a:r>
            <a:r>
              <a:rPr sz="1200" spc="-1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spc="-5" dirty="0">
                <a:solidFill>
                  <a:srgbClr val="538235"/>
                </a:solidFill>
                <a:latin typeface="Tahoma"/>
                <a:cs typeface="Tahoma"/>
              </a:rPr>
              <a:t>26</a:t>
            </a:r>
            <a:r>
              <a:rPr sz="1200" spc="-15"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spc="-5" dirty="0">
                <a:solidFill>
                  <a:srgbClr val="538235"/>
                </a:solidFill>
                <a:latin typeface="Tahoma"/>
                <a:cs typeface="Tahoma"/>
              </a:rPr>
              <a:t>33</a:t>
            </a:r>
            <a:endParaRPr sz="1200">
              <a:latin typeface="Tahoma"/>
              <a:cs typeface="Tahoma"/>
            </a:endParaRPr>
          </a:p>
          <a:p>
            <a:pPr marL="50800">
              <a:lnSpc>
                <a:spcPct val="100000"/>
              </a:lnSpc>
              <a:spcBef>
                <a:spcPts val="720"/>
              </a:spcBef>
            </a:pPr>
            <a:r>
              <a:rPr sz="1200" spc="-10" dirty="0">
                <a:solidFill>
                  <a:srgbClr val="538235"/>
                </a:solidFill>
                <a:latin typeface="Tahoma"/>
                <a:cs typeface="Tahoma"/>
              </a:rPr>
              <a:t>5</a:t>
            </a:r>
            <a:r>
              <a:rPr sz="1200" spc="-15" baseline="24305" dirty="0">
                <a:solidFill>
                  <a:srgbClr val="538235"/>
                </a:solidFill>
                <a:latin typeface="Tahoma"/>
                <a:cs typeface="Tahoma"/>
              </a:rPr>
              <a:t>6</a:t>
            </a:r>
            <a:r>
              <a:rPr sz="1200" spc="172" baseline="2430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10" dirty="0">
                <a:solidFill>
                  <a:srgbClr val="538235"/>
                </a:solidFill>
                <a:latin typeface="Tahoma"/>
                <a:cs typeface="Tahoma"/>
              </a:rPr>
              <a:t>676</a:t>
            </a:r>
            <a:r>
              <a:rPr sz="1200" spc="-1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16</a:t>
            </a:r>
            <a:r>
              <a:rPr sz="1200" spc="-15" dirty="0">
                <a:solidFill>
                  <a:srgbClr val="538235"/>
                </a:solidFill>
                <a:latin typeface="Tahoma"/>
                <a:cs typeface="Tahoma"/>
              </a:rPr>
              <a:t> </a:t>
            </a:r>
            <a:r>
              <a:rPr sz="1200" spc="-5" dirty="0">
                <a:solidFill>
                  <a:srgbClr val="538235"/>
                </a:solidFill>
                <a:latin typeface="Tahoma"/>
                <a:cs typeface="Tahoma"/>
              </a:rPr>
              <a:t>mod</a:t>
            </a:r>
            <a:r>
              <a:rPr sz="1200" spc="-20" dirty="0">
                <a:solidFill>
                  <a:srgbClr val="538235"/>
                </a:solidFill>
                <a:latin typeface="Tahoma"/>
                <a:cs typeface="Tahoma"/>
              </a:rPr>
              <a:t> </a:t>
            </a:r>
            <a:r>
              <a:rPr sz="1200" spc="-5" dirty="0">
                <a:solidFill>
                  <a:srgbClr val="538235"/>
                </a:solidFill>
                <a:latin typeface="Tahoma"/>
                <a:cs typeface="Tahoma"/>
              </a:rPr>
              <a:t>33</a:t>
            </a:r>
            <a:endParaRPr sz="1200">
              <a:latin typeface="Tahoma"/>
              <a:cs typeface="Tahoma"/>
            </a:endParaRPr>
          </a:p>
          <a:p>
            <a:pPr marL="50800">
              <a:lnSpc>
                <a:spcPct val="100000"/>
              </a:lnSpc>
              <a:spcBef>
                <a:spcPts val="720"/>
              </a:spcBef>
            </a:pPr>
            <a:r>
              <a:rPr sz="1200" spc="-10" dirty="0">
                <a:solidFill>
                  <a:srgbClr val="538235"/>
                </a:solidFill>
                <a:latin typeface="Tahoma"/>
                <a:cs typeface="Tahoma"/>
              </a:rPr>
              <a:t>5</a:t>
            </a:r>
            <a:r>
              <a:rPr sz="1200" spc="-15" baseline="24305" dirty="0">
                <a:solidFill>
                  <a:srgbClr val="538235"/>
                </a:solidFill>
                <a:latin typeface="Tahoma"/>
                <a:cs typeface="Tahoma"/>
              </a:rPr>
              <a:t>7</a:t>
            </a:r>
            <a:r>
              <a:rPr sz="1200" spc="172" baseline="2430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16.5</a:t>
            </a:r>
            <a:r>
              <a:rPr sz="1200" spc="-1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80</a:t>
            </a:r>
            <a:r>
              <a:rPr sz="1200" spc="-10"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14</a:t>
            </a:r>
            <a:r>
              <a:rPr sz="1200" spc="-10"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spc="-5" dirty="0">
                <a:solidFill>
                  <a:srgbClr val="538235"/>
                </a:solidFill>
                <a:latin typeface="Tahoma"/>
                <a:cs typeface="Tahoma"/>
              </a:rPr>
              <a:t>33</a:t>
            </a:r>
            <a:endParaRPr sz="1200">
              <a:latin typeface="Tahoma"/>
              <a:cs typeface="Tahoma"/>
            </a:endParaRPr>
          </a:p>
          <a:p>
            <a:pPr marL="50800">
              <a:lnSpc>
                <a:spcPct val="100000"/>
              </a:lnSpc>
              <a:spcBef>
                <a:spcPts val="720"/>
              </a:spcBef>
            </a:pPr>
            <a:r>
              <a:rPr sz="1200" dirty="0">
                <a:solidFill>
                  <a:srgbClr val="538235"/>
                </a:solidFill>
                <a:latin typeface="Tahoma"/>
                <a:cs typeface="Tahoma"/>
              </a:rPr>
              <a:t>C</a:t>
            </a:r>
            <a:r>
              <a:rPr sz="1200" spc="-30" dirty="0">
                <a:solidFill>
                  <a:srgbClr val="538235"/>
                </a:solidFill>
                <a:latin typeface="Tahoma"/>
                <a:cs typeface="Tahoma"/>
              </a:rPr>
              <a:t> </a:t>
            </a:r>
            <a:r>
              <a:rPr sz="1200" dirty="0">
                <a:solidFill>
                  <a:srgbClr val="538235"/>
                </a:solidFill>
                <a:latin typeface="Tahoma"/>
                <a:cs typeface="Tahoma"/>
              </a:rPr>
              <a:t>=</a:t>
            </a:r>
            <a:r>
              <a:rPr sz="1200" spc="-40" dirty="0">
                <a:solidFill>
                  <a:srgbClr val="538235"/>
                </a:solidFill>
                <a:latin typeface="Tahoma"/>
                <a:cs typeface="Tahoma"/>
              </a:rPr>
              <a:t> </a:t>
            </a:r>
            <a:r>
              <a:rPr sz="1200" spc="-5" dirty="0">
                <a:solidFill>
                  <a:srgbClr val="538235"/>
                </a:solidFill>
                <a:latin typeface="Tahoma"/>
                <a:cs typeface="Tahoma"/>
              </a:rPr>
              <a:t>14</a:t>
            </a:r>
            <a:endParaRPr sz="1200">
              <a:latin typeface="Tahoma"/>
              <a:cs typeface="Tahoma"/>
            </a:endParaRPr>
          </a:p>
          <a:p>
            <a:pPr marL="50800">
              <a:lnSpc>
                <a:spcPct val="100000"/>
              </a:lnSpc>
              <a:spcBef>
                <a:spcPts val="720"/>
              </a:spcBef>
            </a:pPr>
            <a:r>
              <a:rPr sz="1200" b="1" spc="-5" dirty="0">
                <a:solidFill>
                  <a:srgbClr val="538235"/>
                </a:solidFill>
                <a:latin typeface="Tahoma"/>
                <a:cs typeface="Tahoma"/>
              </a:rPr>
              <a:t>Decryption</a:t>
            </a:r>
            <a:endParaRPr sz="1200">
              <a:latin typeface="Tahoma"/>
              <a:cs typeface="Tahoma"/>
            </a:endParaRPr>
          </a:p>
          <a:p>
            <a:pPr marL="50800">
              <a:lnSpc>
                <a:spcPct val="100000"/>
              </a:lnSpc>
              <a:spcBef>
                <a:spcPts val="720"/>
              </a:spcBef>
            </a:pPr>
            <a:r>
              <a:rPr sz="1200" dirty="0">
                <a:solidFill>
                  <a:srgbClr val="538235"/>
                </a:solidFill>
                <a:latin typeface="Tahoma"/>
                <a:cs typeface="Tahoma"/>
              </a:rPr>
              <a:t>M</a:t>
            </a:r>
            <a:r>
              <a:rPr sz="1200" spc="-25" dirty="0">
                <a:solidFill>
                  <a:srgbClr val="538235"/>
                </a:solidFill>
                <a:latin typeface="Tahoma"/>
                <a:cs typeface="Tahoma"/>
              </a:rPr>
              <a:t> </a:t>
            </a:r>
            <a:r>
              <a:rPr sz="1200" dirty="0">
                <a:solidFill>
                  <a:srgbClr val="538235"/>
                </a:solidFill>
                <a:latin typeface="Tahoma"/>
                <a:cs typeface="Tahoma"/>
              </a:rPr>
              <a:t>=</a:t>
            </a:r>
            <a:r>
              <a:rPr sz="1200" spc="-25" dirty="0">
                <a:solidFill>
                  <a:srgbClr val="538235"/>
                </a:solidFill>
                <a:latin typeface="Tahoma"/>
                <a:cs typeface="Tahoma"/>
              </a:rPr>
              <a:t> </a:t>
            </a:r>
            <a:r>
              <a:rPr sz="1200" spc="-5" dirty="0">
                <a:solidFill>
                  <a:srgbClr val="538235"/>
                </a:solidFill>
                <a:latin typeface="Tahoma"/>
                <a:cs typeface="Tahoma"/>
              </a:rPr>
              <a:t>C</a:t>
            </a:r>
            <a:r>
              <a:rPr sz="1200" spc="-7" baseline="24305" dirty="0">
                <a:solidFill>
                  <a:srgbClr val="538235"/>
                </a:solidFill>
                <a:latin typeface="Tahoma"/>
                <a:cs typeface="Tahoma"/>
              </a:rPr>
              <a:t>d</a:t>
            </a:r>
            <a:r>
              <a:rPr sz="1200" spc="165" baseline="2430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dirty="0">
                <a:solidFill>
                  <a:srgbClr val="538235"/>
                </a:solidFill>
                <a:latin typeface="Tahoma"/>
                <a:cs typeface="Tahoma"/>
              </a:rPr>
              <a:t>n</a:t>
            </a:r>
            <a:endParaRPr sz="1200">
              <a:latin typeface="Tahoma"/>
              <a:cs typeface="Tahoma"/>
            </a:endParaRPr>
          </a:p>
          <a:p>
            <a:pPr marL="50800">
              <a:lnSpc>
                <a:spcPct val="100000"/>
              </a:lnSpc>
              <a:spcBef>
                <a:spcPts val="720"/>
              </a:spcBef>
            </a:pPr>
            <a:r>
              <a:rPr sz="1200" spc="-5" dirty="0">
                <a:solidFill>
                  <a:srgbClr val="538235"/>
                </a:solidFill>
                <a:latin typeface="Tahoma"/>
                <a:cs typeface="Tahoma"/>
              </a:rPr>
              <a:t>ɸ(n)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(p</a:t>
            </a:r>
            <a:r>
              <a:rPr sz="1200" spc="5"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1)(q</a:t>
            </a:r>
            <a:r>
              <a:rPr sz="1200" spc="10"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1) </a:t>
            </a:r>
            <a:r>
              <a:rPr sz="1200" dirty="0">
                <a:solidFill>
                  <a:srgbClr val="538235"/>
                </a:solidFill>
                <a:latin typeface="Tahoma"/>
                <a:cs typeface="Tahoma"/>
              </a:rPr>
              <a:t>=</a:t>
            </a:r>
            <a:r>
              <a:rPr sz="1200" spc="-10" dirty="0">
                <a:solidFill>
                  <a:srgbClr val="538235"/>
                </a:solidFill>
                <a:latin typeface="Tahoma"/>
                <a:cs typeface="Tahoma"/>
              </a:rPr>
              <a:t> 2.10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20</a:t>
            </a:r>
            <a:endParaRPr sz="1200">
              <a:latin typeface="Tahoma"/>
              <a:cs typeface="Tahoma"/>
            </a:endParaRPr>
          </a:p>
          <a:p>
            <a:pPr marL="50800" marR="1992630">
              <a:lnSpc>
                <a:spcPct val="150000"/>
              </a:lnSpc>
            </a:pPr>
            <a:r>
              <a:rPr sz="1200" dirty="0">
                <a:solidFill>
                  <a:srgbClr val="538235"/>
                </a:solidFill>
                <a:latin typeface="Tahoma"/>
                <a:cs typeface="Tahoma"/>
              </a:rPr>
              <a:t>d</a:t>
            </a:r>
            <a:r>
              <a:rPr sz="1200" spc="-1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e</a:t>
            </a:r>
            <a:r>
              <a:rPr sz="1200" spc="-15" baseline="24305" dirty="0">
                <a:solidFill>
                  <a:srgbClr val="538235"/>
                </a:solidFill>
                <a:latin typeface="Tahoma"/>
                <a:cs typeface="Tahoma"/>
              </a:rPr>
              <a:t>-1</a:t>
            </a:r>
            <a:r>
              <a:rPr sz="1200" spc="232" baseline="24305" dirty="0">
                <a:solidFill>
                  <a:srgbClr val="538235"/>
                </a:solidFill>
                <a:latin typeface="Tahoma"/>
                <a:cs typeface="Tahoma"/>
              </a:rPr>
              <a:t> </a:t>
            </a:r>
            <a:r>
              <a:rPr sz="1200" dirty="0">
                <a:solidFill>
                  <a:srgbClr val="538235"/>
                </a:solidFill>
                <a:latin typeface="Tahoma"/>
                <a:cs typeface="Tahoma"/>
              </a:rPr>
              <a:t>mod</a:t>
            </a:r>
            <a:r>
              <a:rPr sz="1200" spc="-20" dirty="0">
                <a:solidFill>
                  <a:srgbClr val="538235"/>
                </a:solidFill>
                <a:latin typeface="Tahoma"/>
                <a:cs typeface="Tahoma"/>
              </a:rPr>
              <a:t> </a:t>
            </a:r>
            <a:r>
              <a:rPr sz="1200" spc="-5" dirty="0">
                <a:solidFill>
                  <a:srgbClr val="538235"/>
                </a:solidFill>
                <a:latin typeface="Tahoma"/>
                <a:cs typeface="Tahoma"/>
              </a:rPr>
              <a:t>ɸ(n)</a:t>
            </a:r>
            <a:r>
              <a:rPr sz="1200" spc="25" dirty="0">
                <a:solidFill>
                  <a:srgbClr val="538235"/>
                </a:solidFill>
                <a:latin typeface="Tahoma"/>
                <a:cs typeface="Tahoma"/>
              </a:rPr>
              <a:t> </a:t>
            </a:r>
            <a:r>
              <a:rPr sz="1200" spc="-5" dirty="0">
                <a:solidFill>
                  <a:srgbClr val="538235"/>
                </a:solidFill>
                <a:latin typeface="Tahoma"/>
                <a:cs typeface="Tahoma"/>
              </a:rPr>
              <a:t>=&gt;</a:t>
            </a:r>
            <a:r>
              <a:rPr sz="1200" spc="-10" dirty="0">
                <a:solidFill>
                  <a:srgbClr val="538235"/>
                </a:solidFill>
                <a:latin typeface="Tahoma"/>
                <a:cs typeface="Tahoma"/>
              </a:rPr>
              <a:t> </a:t>
            </a:r>
            <a:r>
              <a:rPr sz="1200" dirty="0">
                <a:solidFill>
                  <a:srgbClr val="538235"/>
                </a:solidFill>
                <a:latin typeface="Tahoma"/>
                <a:cs typeface="Tahoma"/>
              </a:rPr>
              <a:t>d</a:t>
            </a:r>
            <a:r>
              <a:rPr sz="1200" spc="-1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7</a:t>
            </a:r>
            <a:r>
              <a:rPr sz="1200" spc="-7" baseline="24305" dirty="0">
                <a:solidFill>
                  <a:srgbClr val="538235"/>
                </a:solidFill>
                <a:latin typeface="Tahoma"/>
                <a:cs typeface="Tahoma"/>
              </a:rPr>
              <a:t>-1</a:t>
            </a:r>
            <a:r>
              <a:rPr sz="1200" spc="187" baseline="24305"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spc="-5" dirty="0">
                <a:solidFill>
                  <a:srgbClr val="538235"/>
                </a:solidFill>
                <a:latin typeface="Tahoma"/>
                <a:cs typeface="Tahoma"/>
              </a:rPr>
              <a:t>20 =&gt;</a:t>
            </a:r>
            <a:r>
              <a:rPr sz="1200" spc="-10" dirty="0">
                <a:solidFill>
                  <a:srgbClr val="538235"/>
                </a:solidFill>
                <a:latin typeface="Tahoma"/>
                <a:cs typeface="Tahoma"/>
              </a:rPr>
              <a:t> </a:t>
            </a:r>
            <a:r>
              <a:rPr sz="1200" spc="-5" dirty="0">
                <a:solidFill>
                  <a:srgbClr val="538235"/>
                </a:solidFill>
                <a:latin typeface="Tahoma"/>
                <a:cs typeface="Tahoma"/>
              </a:rPr>
              <a:t>d=3 </a:t>
            </a:r>
            <a:r>
              <a:rPr sz="1200" spc="-360" dirty="0">
                <a:solidFill>
                  <a:srgbClr val="538235"/>
                </a:solidFill>
                <a:latin typeface="Tahoma"/>
                <a:cs typeface="Tahoma"/>
              </a:rPr>
              <a:t> </a:t>
            </a:r>
            <a:r>
              <a:rPr sz="1200" dirty="0">
                <a:solidFill>
                  <a:srgbClr val="538235"/>
                </a:solidFill>
                <a:latin typeface="Tahoma"/>
                <a:cs typeface="Tahoma"/>
              </a:rPr>
              <a:t>M</a:t>
            </a:r>
            <a:r>
              <a:rPr sz="1200" spc="-10"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10" dirty="0">
                <a:solidFill>
                  <a:srgbClr val="538235"/>
                </a:solidFill>
                <a:latin typeface="Tahoma"/>
                <a:cs typeface="Tahoma"/>
              </a:rPr>
              <a:t>14</a:t>
            </a:r>
            <a:r>
              <a:rPr sz="1200" spc="-15" baseline="24305" dirty="0">
                <a:solidFill>
                  <a:srgbClr val="538235"/>
                </a:solidFill>
                <a:latin typeface="Tahoma"/>
                <a:cs typeface="Tahoma"/>
              </a:rPr>
              <a:t>3</a:t>
            </a:r>
            <a:r>
              <a:rPr sz="1200" spc="187" baseline="2430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spc="-5" dirty="0">
                <a:solidFill>
                  <a:srgbClr val="538235"/>
                </a:solidFill>
                <a:latin typeface="Tahoma"/>
                <a:cs typeface="Tahoma"/>
              </a:rPr>
              <a:t>33</a:t>
            </a:r>
            <a:endParaRPr sz="1200">
              <a:latin typeface="Tahoma"/>
              <a:cs typeface="Tahoma"/>
            </a:endParaRPr>
          </a:p>
        </p:txBody>
      </p:sp>
      <p:sp>
        <p:nvSpPr>
          <p:cNvPr id="3" name="object 3"/>
          <p:cNvSpPr txBox="1"/>
          <p:nvPr/>
        </p:nvSpPr>
        <p:spPr>
          <a:xfrm>
            <a:off x="3318383" y="5509386"/>
            <a:ext cx="2181225" cy="208279"/>
          </a:xfrm>
          <a:prstGeom prst="rect">
            <a:avLst/>
          </a:prstGeom>
        </p:spPr>
        <p:txBody>
          <a:bodyPr vert="horz" wrap="square" lIns="0" tIns="12700" rIns="0" bIns="0" rtlCol="0">
            <a:spAutoFit/>
          </a:bodyPr>
          <a:lstStyle/>
          <a:p>
            <a:pPr marL="38100">
              <a:lnSpc>
                <a:spcPct val="100000"/>
              </a:lnSpc>
              <a:spcBef>
                <a:spcPts val="100"/>
              </a:spcBef>
            </a:pPr>
            <a:r>
              <a:rPr sz="1200" spc="-10" dirty="0">
                <a:solidFill>
                  <a:srgbClr val="538235"/>
                </a:solidFill>
                <a:latin typeface="Tahoma"/>
                <a:cs typeface="Tahoma"/>
              </a:rPr>
              <a:t>14</a:t>
            </a:r>
            <a:r>
              <a:rPr sz="1200" spc="-15" baseline="24305" dirty="0">
                <a:solidFill>
                  <a:srgbClr val="538235"/>
                </a:solidFill>
                <a:latin typeface="Tahoma"/>
                <a:cs typeface="Tahoma"/>
              </a:rPr>
              <a:t>3</a:t>
            </a:r>
            <a:r>
              <a:rPr sz="1200" spc="179" baseline="2430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31.14</a:t>
            </a:r>
            <a:r>
              <a:rPr sz="1200" spc="-1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434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5</a:t>
            </a:r>
            <a:r>
              <a:rPr sz="1200" spc="-10"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spc="-5" dirty="0">
                <a:solidFill>
                  <a:srgbClr val="538235"/>
                </a:solidFill>
                <a:latin typeface="Tahoma"/>
                <a:cs typeface="Tahoma"/>
              </a:rPr>
              <a:t>33</a:t>
            </a:r>
            <a:endParaRPr sz="1200">
              <a:latin typeface="Tahoma"/>
              <a:cs typeface="Tahoma"/>
            </a:endParaRPr>
          </a:p>
        </p:txBody>
      </p:sp>
      <p:sp>
        <p:nvSpPr>
          <p:cNvPr id="4" name="object 4"/>
          <p:cNvSpPr txBox="1"/>
          <p:nvPr/>
        </p:nvSpPr>
        <p:spPr>
          <a:xfrm>
            <a:off x="525170" y="5417946"/>
            <a:ext cx="2525395" cy="2494915"/>
          </a:xfrm>
          <a:prstGeom prst="rect">
            <a:avLst/>
          </a:prstGeom>
        </p:spPr>
        <p:txBody>
          <a:bodyPr vert="horz" wrap="square" lIns="0" tIns="104139" rIns="0" bIns="0" rtlCol="0">
            <a:spAutoFit/>
          </a:bodyPr>
          <a:lstStyle/>
          <a:p>
            <a:pPr marL="38100">
              <a:lnSpc>
                <a:spcPct val="100000"/>
              </a:lnSpc>
              <a:spcBef>
                <a:spcPts val="819"/>
              </a:spcBef>
            </a:pPr>
            <a:r>
              <a:rPr sz="1200" spc="-10" dirty="0">
                <a:solidFill>
                  <a:srgbClr val="538235"/>
                </a:solidFill>
                <a:latin typeface="Tahoma"/>
                <a:cs typeface="Tahoma"/>
              </a:rPr>
              <a:t>14</a:t>
            </a:r>
            <a:r>
              <a:rPr sz="1200" spc="-15" baseline="24305" dirty="0">
                <a:solidFill>
                  <a:srgbClr val="538235"/>
                </a:solidFill>
                <a:latin typeface="Tahoma"/>
                <a:cs typeface="Tahoma"/>
              </a:rPr>
              <a:t>2</a:t>
            </a:r>
            <a:r>
              <a:rPr sz="1200" spc="172" baseline="2430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10" dirty="0">
                <a:solidFill>
                  <a:srgbClr val="538235"/>
                </a:solidFill>
                <a:latin typeface="Tahoma"/>
                <a:cs typeface="Tahoma"/>
              </a:rPr>
              <a:t>196</a:t>
            </a:r>
            <a:r>
              <a:rPr sz="1200" spc="-1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31</a:t>
            </a:r>
            <a:r>
              <a:rPr sz="1200" spc="-10" dirty="0">
                <a:solidFill>
                  <a:srgbClr val="538235"/>
                </a:solidFill>
                <a:latin typeface="Tahoma"/>
                <a:cs typeface="Tahoma"/>
              </a:rPr>
              <a:t> </a:t>
            </a:r>
            <a:r>
              <a:rPr sz="1200" dirty="0">
                <a:solidFill>
                  <a:srgbClr val="538235"/>
                </a:solidFill>
                <a:latin typeface="Tahoma"/>
                <a:cs typeface="Tahoma"/>
              </a:rPr>
              <a:t>mod</a:t>
            </a:r>
            <a:r>
              <a:rPr sz="1200" spc="-30" dirty="0">
                <a:solidFill>
                  <a:srgbClr val="538235"/>
                </a:solidFill>
                <a:latin typeface="Tahoma"/>
                <a:cs typeface="Tahoma"/>
              </a:rPr>
              <a:t> </a:t>
            </a:r>
            <a:r>
              <a:rPr sz="1200" spc="-5" dirty="0">
                <a:solidFill>
                  <a:srgbClr val="538235"/>
                </a:solidFill>
                <a:latin typeface="Tahoma"/>
                <a:cs typeface="Tahoma"/>
              </a:rPr>
              <a:t>33</a:t>
            </a:r>
            <a:endParaRPr sz="1200">
              <a:latin typeface="Tahoma"/>
              <a:cs typeface="Tahoma"/>
            </a:endParaRPr>
          </a:p>
          <a:p>
            <a:pPr marL="38100">
              <a:lnSpc>
                <a:spcPct val="100000"/>
              </a:lnSpc>
              <a:spcBef>
                <a:spcPts val="720"/>
              </a:spcBef>
            </a:pPr>
            <a:r>
              <a:rPr sz="1200" dirty="0">
                <a:solidFill>
                  <a:srgbClr val="538235"/>
                </a:solidFill>
                <a:latin typeface="Tahoma"/>
                <a:cs typeface="Tahoma"/>
              </a:rPr>
              <a:t>M</a:t>
            </a:r>
            <a:r>
              <a:rPr sz="1200" spc="-40" dirty="0">
                <a:solidFill>
                  <a:srgbClr val="538235"/>
                </a:solidFill>
                <a:latin typeface="Tahoma"/>
                <a:cs typeface="Tahoma"/>
              </a:rPr>
              <a:t> </a:t>
            </a:r>
            <a:r>
              <a:rPr sz="1200" dirty="0">
                <a:solidFill>
                  <a:srgbClr val="538235"/>
                </a:solidFill>
                <a:latin typeface="Tahoma"/>
                <a:cs typeface="Tahoma"/>
              </a:rPr>
              <a:t>=</a:t>
            </a:r>
            <a:r>
              <a:rPr sz="1200" spc="-35" dirty="0">
                <a:solidFill>
                  <a:srgbClr val="538235"/>
                </a:solidFill>
                <a:latin typeface="Tahoma"/>
                <a:cs typeface="Tahoma"/>
              </a:rPr>
              <a:t> </a:t>
            </a:r>
            <a:r>
              <a:rPr sz="1200" dirty="0">
                <a:solidFill>
                  <a:srgbClr val="538235"/>
                </a:solidFill>
                <a:latin typeface="Tahoma"/>
                <a:cs typeface="Tahoma"/>
              </a:rPr>
              <a:t>5</a:t>
            </a:r>
            <a:endParaRPr sz="1200">
              <a:latin typeface="Tahoma"/>
              <a:cs typeface="Tahoma"/>
            </a:endParaRPr>
          </a:p>
          <a:p>
            <a:pPr marL="38100">
              <a:lnSpc>
                <a:spcPct val="100000"/>
              </a:lnSpc>
              <a:spcBef>
                <a:spcPts val="720"/>
              </a:spcBef>
            </a:pPr>
            <a:r>
              <a:rPr sz="1200" b="1" spc="-5" dirty="0">
                <a:solidFill>
                  <a:srgbClr val="538235"/>
                </a:solidFill>
                <a:latin typeface="Tahoma"/>
                <a:cs typeface="Tahoma"/>
              </a:rPr>
              <a:t>Decryption</a:t>
            </a:r>
            <a:r>
              <a:rPr sz="1200" b="1" spc="-45" dirty="0">
                <a:solidFill>
                  <a:srgbClr val="538235"/>
                </a:solidFill>
                <a:latin typeface="Tahoma"/>
                <a:cs typeface="Tahoma"/>
              </a:rPr>
              <a:t> </a:t>
            </a:r>
            <a:r>
              <a:rPr sz="1200" b="1" dirty="0">
                <a:solidFill>
                  <a:srgbClr val="538235"/>
                </a:solidFill>
                <a:latin typeface="Tahoma"/>
                <a:cs typeface="Tahoma"/>
              </a:rPr>
              <a:t>Using</a:t>
            </a:r>
            <a:r>
              <a:rPr sz="1200" b="1" spc="-55" dirty="0">
                <a:solidFill>
                  <a:srgbClr val="538235"/>
                </a:solidFill>
                <a:latin typeface="Tahoma"/>
                <a:cs typeface="Tahoma"/>
              </a:rPr>
              <a:t> </a:t>
            </a:r>
            <a:r>
              <a:rPr sz="1200" b="1" spc="-10" dirty="0">
                <a:solidFill>
                  <a:srgbClr val="538235"/>
                </a:solidFill>
                <a:latin typeface="Tahoma"/>
                <a:cs typeface="Tahoma"/>
              </a:rPr>
              <a:t>CRT</a:t>
            </a:r>
            <a:endParaRPr sz="1200">
              <a:latin typeface="Tahoma"/>
              <a:cs typeface="Tahoma"/>
            </a:endParaRPr>
          </a:p>
          <a:p>
            <a:pPr marL="38100">
              <a:lnSpc>
                <a:spcPct val="100000"/>
              </a:lnSpc>
              <a:spcBef>
                <a:spcPts val="720"/>
              </a:spcBef>
            </a:pPr>
            <a:r>
              <a:rPr sz="1200" spc="-10" dirty="0">
                <a:solidFill>
                  <a:srgbClr val="538235"/>
                </a:solidFill>
                <a:latin typeface="Tahoma"/>
                <a:cs typeface="Tahoma"/>
              </a:rPr>
              <a:t>C=14,</a:t>
            </a:r>
            <a:r>
              <a:rPr sz="1200" spc="-20" dirty="0">
                <a:solidFill>
                  <a:srgbClr val="538235"/>
                </a:solidFill>
                <a:latin typeface="Tahoma"/>
                <a:cs typeface="Tahoma"/>
              </a:rPr>
              <a:t> </a:t>
            </a:r>
            <a:r>
              <a:rPr sz="1200" spc="-5" dirty="0">
                <a:solidFill>
                  <a:srgbClr val="538235"/>
                </a:solidFill>
                <a:latin typeface="Tahoma"/>
                <a:cs typeface="Tahoma"/>
              </a:rPr>
              <a:t>p=3,</a:t>
            </a:r>
            <a:r>
              <a:rPr sz="1200" spc="355" dirty="0">
                <a:solidFill>
                  <a:srgbClr val="538235"/>
                </a:solidFill>
                <a:latin typeface="Tahoma"/>
                <a:cs typeface="Tahoma"/>
              </a:rPr>
              <a:t> </a:t>
            </a:r>
            <a:r>
              <a:rPr sz="1200" spc="-5" dirty="0">
                <a:solidFill>
                  <a:srgbClr val="538235"/>
                </a:solidFill>
                <a:latin typeface="Tahoma"/>
                <a:cs typeface="Tahoma"/>
              </a:rPr>
              <a:t>q=11</a:t>
            </a:r>
            <a:r>
              <a:rPr sz="1200" spc="-40" dirty="0">
                <a:solidFill>
                  <a:srgbClr val="538235"/>
                </a:solidFill>
                <a:latin typeface="Tahoma"/>
                <a:cs typeface="Tahoma"/>
              </a:rPr>
              <a:t> </a:t>
            </a:r>
            <a:r>
              <a:rPr sz="1200" spc="-5" dirty="0">
                <a:solidFill>
                  <a:srgbClr val="538235"/>
                </a:solidFill>
                <a:latin typeface="Tahoma"/>
                <a:cs typeface="Tahoma"/>
              </a:rPr>
              <a:t>n=33</a:t>
            </a:r>
            <a:endParaRPr sz="1200">
              <a:latin typeface="Tahoma"/>
              <a:cs typeface="Tahoma"/>
            </a:endParaRPr>
          </a:p>
          <a:p>
            <a:pPr marL="38100">
              <a:lnSpc>
                <a:spcPct val="100000"/>
              </a:lnSpc>
              <a:spcBef>
                <a:spcPts val="360"/>
              </a:spcBef>
            </a:pPr>
            <a:r>
              <a:rPr sz="1800" spc="-7" baseline="-16203" dirty="0">
                <a:solidFill>
                  <a:srgbClr val="538235"/>
                </a:solidFill>
                <a:latin typeface="Tahoma"/>
                <a:cs typeface="Tahoma"/>
              </a:rPr>
              <a:t>V</a:t>
            </a:r>
            <a:r>
              <a:rPr sz="1200" spc="-7" baseline="-45138" dirty="0">
                <a:solidFill>
                  <a:srgbClr val="538235"/>
                </a:solidFill>
                <a:latin typeface="Tahoma"/>
                <a:cs typeface="Tahoma"/>
              </a:rPr>
              <a:t>p</a:t>
            </a:r>
            <a:r>
              <a:rPr sz="1200" spc="165" baseline="-45138" dirty="0">
                <a:solidFill>
                  <a:srgbClr val="538235"/>
                </a:solidFill>
                <a:latin typeface="Tahoma"/>
                <a:cs typeface="Tahoma"/>
              </a:rPr>
              <a:t> </a:t>
            </a:r>
            <a:r>
              <a:rPr sz="1800" baseline="-16203" dirty="0">
                <a:solidFill>
                  <a:srgbClr val="538235"/>
                </a:solidFill>
                <a:latin typeface="Tahoma"/>
                <a:cs typeface="Tahoma"/>
              </a:rPr>
              <a:t>=</a:t>
            </a:r>
            <a:r>
              <a:rPr sz="1800" spc="-22" baseline="-16203" dirty="0">
                <a:solidFill>
                  <a:srgbClr val="538235"/>
                </a:solidFill>
                <a:latin typeface="Tahoma"/>
                <a:cs typeface="Tahoma"/>
              </a:rPr>
              <a:t> </a:t>
            </a:r>
            <a:r>
              <a:rPr sz="1800" spc="-7" baseline="-16203" dirty="0">
                <a:solidFill>
                  <a:srgbClr val="538235"/>
                </a:solidFill>
                <a:latin typeface="Tahoma"/>
                <a:cs typeface="Tahoma"/>
              </a:rPr>
              <a:t>C</a:t>
            </a:r>
            <a:r>
              <a:rPr sz="800" spc="-5" dirty="0">
                <a:solidFill>
                  <a:srgbClr val="538235"/>
                </a:solidFill>
                <a:latin typeface="Tahoma"/>
                <a:cs typeface="Tahoma"/>
              </a:rPr>
              <a:t>d</a:t>
            </a:r>
            <a:r>
              <a:rPr sz="800" spc="-20" dirty="0">
                <a:solidFill>
                  <a:srgbClr val="538235"/>
                </a:solidFill>
                <a:latin typeface="Tahoma"/>
                <a:cs typeface="Tahoma"/>
              </a:rPr>
              <a:t> </a:t>
            </a:r>
            <a:r>
              <a:rPr sz="800" spc="-5" dirty="0">
                <a:solidFill>
                  <a:srgbClr val="538235"/>
                </a:solidFill>
                <a:latin typeface="Tahoma"/>
                <a:cs typeface="Tahoma"/>
              </a:rPr>
              <a:t>mod</a:t>
            </a:r>
            <a:r>
              <a:rPr sz="800" spc="5" dirty="0">
                <a:solidFill>
                  <a:srgbClr val="538235"/>
                </a:solidFill>
                <a:latin typeface="Tahoma"/>
                <a:cs typeface="Tahoma"/>
              </a:rPr>
              <a:t> </a:t>
            </a:r>
            <a:r>
              <a:rPr sz="800" spc="-10" dirty="0">
                <a:solidFill>
                  <a:srgbClr val="538235"/>
                </a:solidFill>
                <a:latin typeface="Tahoma"/>
                <a:cs typeface="Tahoma"/>
              </a:rPr>
              <a:t>(p-1)</a:t>
            </a:r>
            <a:r>
              <a:rPr sz="800" spc="150" dirty="0">
                <a:solidFill>
                  <a:srgbClr val="538235"/>
                </a:solidFill>
                <a:latin typeface="Tahoma"/>
                <a:cs typeface="Tahoma"/>
              </a:rPr>
              <a:t> </a:t>
            </a:r>
            <a:r>
              <a:rPr sz="1800" baseline="-16203" dirty="0">
                <a:solidFill>
                  <a:srgbClr val="538235"/>
                </a:solidFill>
                <a:latin typeface="Tahoma"/>
                <a:cs typeface="Tahoma"/>
              </a:rPr>
              <a:t>mod</a:t>
            </a:r>
            <a:r>
              <a:rPr sz="1800" spc="-30" baseline="-16203" dirty="0">
                <a:solidFill>
                  <a:srgbClr val="538235"/>
                </a:solidFill>
                <a:latin typeface="Tahoma"/>
                <a:cs typeface="Tahoma"/>
              </a:rPr>
              <a:t> </a:t>
            </a:r>
            <a:r>
              <a:rPr sz="1800" baseline="-16203" dirty="0">
                <a:solidFill>
                  <a:srgbClr val="538235"/>
                </a:solidFill>
                <a:latin typeface="Tahoma"/>
                <a:cs typeface="Tahoma"/>
              </a:rPr>
              <a:t>p</a:t>
            </a:r>
            <a:endParaRPr sz="1800" baseline="-16203">
              <a:latin typeface="Tahoma"/>
              <a:cs typeface="Tahoma"/>
            </a:endParaRPr>
          </a:p>
          <a:p>
            <a:pPr marL="38100">
              <a:lnSpc>
                <a:spcPct val="100000"/>
              </a:lnSpc>
              <a:spcBef>
                <a:spcPts val="1080"/>
              </a:spcBef>
            </a:pPr>
            <a:r>
              <a:rPr sz="1200" spc="-5" dirty="0">
                <a:solidFill>
                  <a:srgbClr val="538235"/>
                </a:solidFill>
                <a:latin typeface="Tahoma"/>
                <a:cs typeface="Tahoma"/>
              </a:rPr>
              <a:t>V</a:t>
            </a:r>
            <a:r>
              <a:rPr sz="1200" spc="-7" baseline="-20833" dirty="0">
                <a:solidFill>
                  <a:srgbClr val="538235"/>
                </a:solidFill>
                <a:latin typeface="Tahoma"/>
                <a:cs typeface="Tahoma"/>
              </a:rPr>
              <a:t>p</a:t>
            </a:r>
            <a:r>
              <a:rPr sz="1200" spc="165" baseline="-20833"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10" dirty="0">
                <a:solidFill>
                  <a:srgbClr val="538235"/>
                </a:solidFill>
                <a:latin typeface="Tahoma"/>
                <a:cs typeface="Tahoma"/>
              </a:rPr>
              <a:t>14</a:t>
            </a:r>
            <a:r>
              <a:rPr sz="1200" spc="-15" baseline="24305" dirty="0">
                <a:solidFill>
                  <a:srgbClr val="538235"/>
                </a:solidFill>
                <a:latin typeface="Tahoma"/>
                <a:cs typeface="Tahoma"/>
              </a:rPr>
              <a:t>3</a:t>
            </a:r>
            <a:r>
              <a:rPr sz="1200" spc="-37" baseline="24305" dirty="0">
                <a:solidFill>
                  <a:srgbClr val="538235"/>
                </a:solidFill>
                <a:latin typeface="Tahoma"/>
                <a:cs typeface="Tahoma"/>
              </a:rPr>
              <a:t> </a:t>
            </a:r>
            <a:r>
              <a:rPr sz="1200" spc="-7" baseline="24305" dirty="0">
                <a:solidFill>
                  <a:srgbClr val="538235"/>
                </a:solidFill>
                <a:latin typeface="Tahoma"/>
                <a:cs typeface="Tahoma"/>
              </a:rPr>
              <a:t>mod 2</a:t>
            </a:r>
            <a:r>
              <a:rPr sz="1200" spc="187" baseline="24305"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dirty="0">
                <a:solidFill>
                  <a:srgbClr val="538235"/>
                </a:solidFill>
                <a:latin typeface="Tahoma"/>
                <a:cs typeface="Tahoma"/>
              </a:rPr>
              <a:t>3</a:t>
            </a:r>
            <a:endParaRPr sz="1200">
              <a:latin typeface="Tahoma"/>
              <a:cs typeface="Tahoma"/>
            </a:endParaRPr>
          </a:p>
          <a:p>
            <a:pPr marL="38100">
              <a:lnSpc>
                <a:spcPct val="100000"/>
              </a:lnSpc>
              <a:spcBef>
                <a:spcPts val="720"/>
              </a:spcBef>
            </a:pPr>
            <a:r>
              <a:rPr sz="1200" spc="-5" dirty="0">
                <a:solidFill>
                  <a:srgbClr val="538235"/>
                </a:solidFill>
                <a:latin typeface="Tahoma"/>
                <a:cs typeface="Tahoma"/>
              </a:rPr>
              <a:t>V</a:t>
            </a:r>
            <a:r>
              <a:rPr sz="1200" spc="-7" baseline="-20833" dirty="0">
                <a:solidFill>
                  <a:srgbClr val="538235"/>
                </a:solidFill>
                <a:latin typeface="Tahoma"/>
                <a:cs typeface="Tahoma"/>
              </a:rPr>
              <a:t>p</a:t>
            </a:r>
            <a:r>
              <a:rPr sz="1200" spc="165" baseline="-20833"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spc="-5" dirty="0">
                <a:solidFill>
                  <a:srgbClr val="538235"/>
                </a:solidFill>
                <a:latin typeface="Tahoma"/>
                <a:cs typeface="Tahoma"/>
              </a:rPr>
              <a:t>14</a:t>
            </a:r>
            <a:r>
              <a:rPr sz="1200" spc="-35"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dirty="0">
                <a:solidFill>
                  <a:srgbClr val="538235"/>
                </a:solidFill>
                <a:latin typeface="Tahoma"/>
                <a:cs typeface="Tahoma"/>
              </a:rPr>
              <a:t>3</a:t>
            </a:r>
            <a:r>
              <a:rPr sz="1200" spc="-1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2</a:t>
            </a:r>
            <a:endParaRPr sz="1200">
              <a:latin typeface="Tahoma"/>
              <a:cs typeface="Tahoma"/>
            </a:endParaRPr>
          </a:p>
          <a:p>
            <a:pPr marL="38100">
              <a:lnSpc>
                <a:spcPct val="100000"/>
              </a:lnSpc>
              <a:spcBef>
                <a:spcPts val="720"/>
              </a:spcBef>
            </a:pPr>
            <a:r>
              <a:rPr sz="1200" spc="-5" dirty="0">
                <a:solidFill>
                  <a:srgbClr val="538235"/>
                </a:solidFill>
                <a:latin typeface="Tahoma"/>
                <a:cs typeface="Tahoma"/>
              </a:rPr>
              <a:t>X</a:t>
            </a:r>
            <a:r>
              <a:rPr sz="1200" spc="-7" baseline="-20833" dirty="0">
                <a:solidFill>
                  <a:srgbClr val="538235"/>
                </a:solidFill>
                <a:latin typeface="Tahoma"/>
                <a:cs typeface="Tahoma"/>
              </a:rPr>
              <a:t>p</a:t>
            </a:r>
            <a:r>
              <a:rPr sz="1200" spc="172" baseline="-20833"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11</a:t>
            </a:r>
            <a:r>
              <a:rPr sz="1200" spc="-10" dirty="0">
                <a:solidFill>
                  <a:srgbClr val="538235"/>
                </a:solidFill>
                <a:latin typeface="Tahoma"/>
                <a:cs typeface="Tahoma"/>
              </a:rPr>
              <a:t> </a:t>
            </a:r>
            <a:r>
              <a:rPr sz="1200" dirty="0">
                <a:solidFill>
                  <a:srgbClr val="538235"/>
                </a:solidFill>
                <a:latin typeface="Segoe UI Symbol"/>
                <a:cs typeface="Segoe UI Symbol"/>
              </a:rPr>
              <a:t>✕</a:t>
            </a:r>
            <a:r>
              <a:rPr sz="1200" spc="20" dirty="0">
                <a:solidFill>
                  <a:srgbClr val="538235"/>
                </a:solidFill>
                <a:latin typeface="Segoe UI Symbol"/>
                <a:cs typeface="Segoe UI Symbol"/>
              </a:rPr>
              <a:t> </a:t>
            </a:r>
            <a:r>
              <a:rPr sz="1200" spc="-10" dirty="0">
                <a:solidFill>
                  <a:srgbClr val="538235"/>
                </a:solidFill>
                <a:latin typeface="Tahoma"/>
                <a:cs typeface="Tahoma"/>
              </a:rPr>
              <a:t>(11</a:t>
            </a:r>
            <a:r>
              <a:rPr sz="1200" spc="-15" baseline="24305" dirty="0">
                <a:solidFill>
                  <a:srgbClr val="538235"/>
                </a:solidFill>
                <a:latin typeface="Tahoma"/>
                <a:cs typeface="Tahoma"/>
              </a:rPr>
              <a:t>-1</a:t>
            </a:r>
            <a:r>
              <a:rPr sz="1200" spc="179" baseline="24305" dirty="0">
                <a:solidFill>
                  <a:srgbClr val="538235"/>
                </a:solidFill>
                <a:latin typeface="Tahoma"/>
                <a:cs typeface="Tahoma"/>
              </a:rPr>
              <a:t> </a:t>
            </a:r>
            <a:r>
              <a:rPr sz="1200" dirty="0">
                <a:solidFill>
                  <a:srgbClr val="538235"/>
                </a:solidFill>
                <a:latin typeface="Tahoma"/>
                <a:cs typeface="Tahoma"/>
              </a:rPr>
              <a:t>mod </a:t>
            </a:r>
            <a:r>
              <a:rPr sz="1200" spc="-5" dirty="0">
                <a:solidFill>
                  <a:srgbClr val="538235"/>
                </a:solidFill>
                <a:latin typeface="Tahoma"/>
                <a:cs typeface="Tahoma"/>
              </a:rPr>
              <a:t>3)</a:t>
            </a:r>
            <a:endParaRPr sz="1200">
              <a:latin typeface="Tahoma"/>
              <a:cs typeface="Tahoma"/>
            </a:endParaRPr>
          </a:p>
          <a:p>
            <a:pPr marL="38100">
              <a:lnSpc>
                <a:spcPct val="100000"/>
              </a:lnSpc>
              <a:spcBef>
                <a:spcPts val="725"/>
              </a:spcBef>
            </a:pPr>
            <a:r>
              <a:rPr sz="1200" spc="-5" dirty="0">
                <a:solidFill>
                  <a:srgbClr val="538235"/>
                </a:solidFill>
                <a:latin typeface="Tahoma"/>
                <a:cs typeface="Tahoma"/>
              </a:rPr>
              <a:t>X</a:t>
            </a:r>
            <a:r>
              <a:rPr sz="1200" spc="-7" baseline="-20833" dirty="0">
                <a:solidFill>
                  <a:srgbClr val="538235"/>
                </a:solidFill>
                <a:latin typeface="Tahoma"/>
                <a:cs typeface="Tahoma"/>
              </a:rPr>
              <a:t>p</a:t>
            </a:r>
            <a:r>
              <a:rPr sz="1200" spc="172" baseline="-20833"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11</a:t>
            </a:r>
            <a:r>
              <a:rPr sz="1200" dirty="0">
                <a:solidFill>
                  <a:srgbClr val="538235"/>
                </a:solidFill>
                <a:latin typeface="Tahoma"/>
                <a:cs typeface="Tahoma"/>
              </a:rPr>
              <a:t> </a:t>
            </a:r>
            <a:r>
              <a:rPr sz="1200" dirty="0">
                <a:solidFill>
                  <a:srgbClr val="538235"/>
                </a:solidFill>
                <a:latin typeface="Segoe UI Symbol"/>
                <a:cs typeface="Segoe UI Symbol"/>
              </a:rPr>
              <a:t>✕</a:t>
            </a:r>
            <a:r>
              <a:rPr sz="1200" spc="25" dirty="0">
                <a:solidFill>
                  <a:srgbClr val="538235"/>
                </a:solidFill>
                <a:latin typeface="Segoe UI Symbol"/>
                <a:cs typeface="Segoe UI Symbol"/>
              </a:rPr>
              <a:t> </a:t>
            </a:r>
            <a:r>
              <a:rPr sz="1200" spc="-10" dirty="0">
                <a:solidFill>
                  <a:srgbClr val="538235"/>
                </a:solidFill>
                <a:latin typeface="Tahoma"/>
                <a:cs typeface="Tahoma"/>
              </a:rPr>
              <a:t>(2</a:t>
            </a:r>
            <a:r>
              <a:rPr sz="1200" spc="-15" baseline="24305" dirty="0">
                <a:solidFill>
                  <a:srgbClr val="538235"/>
                </a:solidFill>
                <a:latin typeface="Tahoma"/>
                <a:cs typeface="Tahoma"/>
              </a:rPr>
              <a:t>-1</a:t>
            </a:r>
            <a:r>
              <a:rPr sz="1200" spc="187" baseline="24305"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spc="-5" dirty="0">
                <a:solidFill>
                  <a:srgbClr val="538235"/>
                </a:solidFill>
                <a:latin typeface="Tahoma"/>
                <a:cs typeface="Tahoma"/>
              </a:rPr>
              <a:t>3)</a:t>
            </a:r>
            <a:r>
              <a:rPr sz="1200" spc="-1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11</a:t>
            </a:r>
            <a:r>
              <a:rPr sz="1200" spc="-5" dirty="0">
                <a:solidFill>
                  <a:srgbClr val="538235"/>
                </a:solidFill>
                <a:latin typeface="Segoe UI Symbol"/>
                <a:cs typeface="Segoe UI Symbol"/>
              </a:rPr>
              <a:t>✕</a:t>
            </a:r>
            <a:r>
              <a:rPr sz="1200" spc="-5" dirty="0">
                <a:solidFill>
                  <a:srgbClr val="538235"/>
                </a:solidFill>
                <a:latin typeface="Tahoma"/>
                <a:cs typeface="Tahoma"/>
              </a:rPr>
              <a:t>2</a:t>
            </a:r>
            <a:r>
              <a:rPr sz="1200" spc="-30"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22</a:t>
            </a:r>
            <a:endParaRPr sz="1200">
              <a:latin typeface="Tahoma"/>
              <a:cs typeface="Tahoma"/>
            </a:endParaRPr>
          </a:p>
        </p:txBody>
      </p:sp>
      <p:sp>
        <p:nvSpPr>
          <p:cNvPr id="5" name="object 5"/>
          <p:cNvSpPr txBox="1"/>
          <p:nvPr/>
        </p:nvSpPr>
        <p:spPr>
          <a:xfrm>
            <a:off x="3269615" y="6561201"/>
            <a:ext cx="2540635" cy="1351915"/>
          </a:xfrm>
          <a:prstGeom prst="rect">
            <a:avLst/>
          </a:prstGeom>
        </p:spPr>
        <p:txBody>
          <a:bodyPr vert="horz" wrap="square" lIns="0" tIns="12700" rIns="0" bIns="0" rtlCol="0">
            <a:spAutoFit/>
          </a:bodyPr>
          <a:lstStyle/>
          <a:p>
            <a:pPr marL="38100">
              <a:lnSpc>
                <a:spcPct val="100000"/>
              </a:lnSpc>
              <a:spcBef>
                <a:spcPts val="100"/>
              </a:spcBef>
            </a:pPr>
            <a:r>
              <a:rPr sz="1800" spc="-7" baseline="-16203" dirty="0">
                <a:solidFill>
                  <a:srgbClr val="538235"/>
                </a:solidFill>
                <a:latin typeface="Tahoma"/>
                <a:cs typeface="Tahoma"/>
              </a:rPr>
              <a:t>V</a:t>
            </a:r>
            <a:r>
              <a:rPr sz="1200" spc="-7" baseline="-45138" dirty="0">
                <a:solidFill>
                  <a:srgbClr val="538235"/>
                </a:solidFill>
                <a:latin typeface="Tahoma"/>
                <a:cs typeface="Tahoma"/>
              </a:rPr>
              <a:t>q</a:t>
            </a:r>
            <a:r>
              <a:rPr sz="1200" spc="165" baseline="-45138" dirty="0">
                <a:solidFill>
                  <a:srgbClr val="538235"/>
                </a:solidFill>
                <a:latin typeface="Tahoma"/>
                <a:cs typeface="Tahoma"/>
              </a:rPr>
              <a:t> </a:t>
            </a:r>
            <a:r>
              <a:rPr sz="1800" baseline="-16203" dirty="0">
                <a:solidFill>
                  <a:srgbClr val="538235"/>
                </a:solidFill>
                <a:latin typeface="Tahoma"/>
                <a:cs typeface="Tahoma"/>
              </a:rPr>
              <a:t>=</a:t>
            </a:r>
            <a:r>
              <a:rPr sz="1800" spc="-30" baseline="-16203" dirty="0">
                <a:solidFill>
                  <a:srgbClr val="538235"/>
                </a:solidFill>
                <a:latin typeface="Tahoma"/>
                <a:cs typeface="Tahoma"/>
              </a:rPr>
              <a:t> </a:t>
            </a:r>
            <a:r>
              <a:rPr sz="1800" spc="-7" baseline="-16203" dirty="0">
                <a:solidFill>
                  <a:srgbClr val="538235"/>
                </a:solidFill>
                <a:latin typeface="Tahoma"/>
                <a:cs typeface="Tahoma"/>
              </a:rPr>
              <a:t>C</a:t>
            </a:r>
            <a:r>
              <a:rPr sz="800" spc="-5" dirty="0">
                <a:solidFill>
                  <a:srgbClr val="538235"/>
                </a:solidFill>
                <a:latin typeface="Tahoma"/>
                <a:cs typeface="Tahoma"/>
              </a:rPr>
              <a:t>d</a:t>
            </a:r>
            <a:r>
              <a:rPr sz="800" spc="-25" dirty="0">
                <a:solidFill>
                  <a:srgbClr val="538235"/>
                </a:solidFill>
                <a:latin typeface="Tahoma"/>
                <a:cs typeface="Tahoma"/>
              </a:rPr>
              <a:t> </a:t>
            </a:r>
            <a:r>
              <a:rPr sz="800" spc="-5" dirty="0">
                <a:solidFill>
                  <a:srgbClr val="538235"/>
                </a:solidFill>
                <a:latin typeface="Tahoma"/>
                <a:cs typeface="Tahoma"/>
              </a:rPr>
              <a:t>mod (q-1)</a:t>
            </a:r>
            <a:r>
              <a:rPr sz="800" spc="150" dirty="0">
                <a:solidFill>
                  <a:srgbClr val="538235"/>
                </a:solidFill>
                <a:latin typeface="Tahoma"/>
                <a:cs typeface="Tahoma"/>
              </a:rPr>
              <a:t> </a:t>
            </a:r>
            <a:r>
              <a:rPr sz="1800" baseline="-16203" dirty="0">
                <a:solidFill>
                  <a:srgbClr val="538235"/>
                </a:solidFill>
                <a:latin typeface="Tahoma"/>
                <a:cs typeface="Tahoma"/>
              </a:rPr>
              <a:t>mod</a:t>
            </a:r>
            <a:r>
              <a:rPr sz="1800" spc="-37" baseline="-16203" dirty="0">
                <a:solidFill>
                  <a:srgbClr val="538235"/>
                </a:solidFill>
                <a:latin typeface="Tahoma"/>
                <a:cs typeface="Tahoma"/>
              </a:rPr>
              <a:t> </a:t>
            </a:r>
            <a:r>
              <a:rPr sz="1800" baseline="-16203" dirty="0">
                <a:solidFill>
                  <a:srgbClr val="538235"/>
                </a:solidFill>
                <a:latin typeface="Tahoma"/>
                <a:cs typeface="Tahoma"/>
              </a:rPr>
              <a:t>q</a:t>
            </a:r>
            <a:endParaRPr sz="1800" baseline="-16203">
              <a:latin typeface="Tahoma"/>
              <a:cs typeface="Tahoma"/>
            </a:endParaRPr>
          </a:p>
          <a:p>
            <a:pPr marL="38100">
              <a:lnSpc>
                <a:spcPct val="100000"/>
              </a:lnSpc>
              <a:spcBef>
                <a:spcPts val="1080"/>
              </a:spcBef>
            </a:pPr>
            <a:r>
              <a:rPr sz="1200" spc="-5" dirty="0">
                <a:solidFill>
                  <a:srgbClr val="538235"/>
                </a:solidFill>
                <a:latin typeface="Tahoma"/>
                <a:cs typeface="Tahoma"/>
              </a:rPr>
              <a:t>V</a:t>
            </a:r>
            <a:r>
              <a:rPr sz="1200" spc="-7" baseline="-20833" dirty="0">
                <a:solidFill>
                  <a:srgbClr val="538235"/>
                </a:solidFill>
                <a:latin typeface="Tahoma"/>
                <a:cs typeface="Tahoma"/>
              </a:rPr>
              <a:t>q</a:t>
            </a:r>
            <a:r>
              <a:rPr sz="1200" spc="165" baseline="-20833"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10" dirty="0">
                <a:solidFill>
                  <a:srgbClr val="538235"/>
                </a:solidFill>
                <a:latin typeface="Tahoma"/>
                <a:cs typeface="Tahoma"/>
              </a:rPr>
              <a:t>14</a:t>
            </a:r>
            <a:r>
              <a:rPr sz="1200" spc="-15" baseline="24305" dirty="0">
                <a:solidFill>
                  <a:srgbClr val="538235"/>
                </a:solidFill>
                <a:latin typeface="Tahoma"/>
                <a:cs typeface="Tahoma"/>
              </a:rPr>
              <a:t>3</a:t>
            </a:r>
            <a:r>
              <a:rPr sz="1200" spc="-30" baseline="24305" dirty="0">
                <a:solidFill>
                  <a:srgbClr val="538235"/>
                </a:solidFill>
                <a:latin typeface="Tahoma"/>
                <a:cs typeface="Tahoma"/>
              </a:rPr>
              <a:t> </a:t>
            </a:r>
            <a:r>
              <a:rPr sz="1200" spc="-7" baseline="24305" dirty="0">
                <a:solidFill>
                  <a:srgbClr val="538235"/>
                </a:solidFill>
                <a:latin typeface="Tahoma"/>
                <a:cs typeface="Tahoma"/>
              </a:rPr>
              <a:t>mod 10</a:t>
            </a:r>
            <a:r>
              <a:rPr sz="1200" spc="217" baseline="24305" dirty="0">
                <a:solidFill>
                  <a:srgbClr val="538235"/>
                </a:solidFill>
                <a:latin typeface="Tahoma"/>
                <a:cs typeface="Tahoma"/>
              </a:rPr>
              <a:t> </a:t>
            </a:r>
            <a:r>
              <a:rPr sz="1200" dirty="0">
                <a:solidFill>
                  <a:srgbClr val="538235"/>
                </a:solidFill>
                <a:latin typeface="Tahoma"/>
                <a:cs typeface="Tahoma"/>
              </a:rPr>
              <a:t>mod</a:t>
            </a:r>
            <a:r>
              <a:rPr sz="1200" spc="-20" dirty="0">
                <a:solidFill>
                  <a:srgbClr val="538235"/>
                </a:solidFill>
                <a:latin typeface="Tahoma"/>
                <a:cs typeface="Tahoma"/>
              </a:rPr>
              <a:t> </a:t>
            </a:r>
            <a:r>
              <a:rPr sz="1200" spc="-5" dirty="0">
                <a:solidFill>
                  <a:srgbClr val="538235"/>
                </a:solidFill>
                <a:latin typeface="Tahoma"/>
                <a:cs typeface="Tahoma"/>
              </a:rPr>
              <a:t>11</a:t>
            </a:r>
            <a:endParaRPr sz="1200">
              <a:latin typeface="Tahoma"/>
              <a:cs typeface="Tahoma"/>
            </a:endParaRPr>
          </a:p>
          <a:p>
            <a:pPr marL="38100">
              <a:lnSpc>
                <a:spcPct val="100000"/>
              </a:lnSpc>
              <a:spcBef>
                <a:spcPts val="720"/>
              </a:spcBef>
            </a:pPr>
            <a:r>
              <a:rPr sz="1200" spc="-5" dirty="0">
                <a:solidFill>
                  <a:srgbClr val="538235"/>
                </a:solidFill>
                <a:latin typeface="Tahoma"/>
                <a:cs typeface="Tahoma"/>
              </a:rPr>
              <a:t>V</a:t>
            </a:r>
            <a:r>
              <a:rPr sz="1200" spc="-7" baseline="-20833" dirty="0">
                <a:solidFill>
                  <a:srgbClr val="538235"/>
                </a:solidFill>
                <a:latin typeface="Tahoma"/>
                <a:cs typeface="Tahoma"/>
              </a:rPr>
              <a:t>q</a:t>
            </a:r>
            <a:r>
              <a:rPr sz="1200" spc="172" baseline="-20833"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14</a:t>
            </a:r>
            <a:r>
              <a:rPr sz="1200" spc="-15" baseline="24305" dirty="0">
                <a:solidFill>
                  <a:srgbClr val="538235"/>
                </a:solidFill>
                <a:latin typeface="Tahoma"/>
                <a:cs typeface="Tahoma"/>
              </a:rPr>
              <a:t>3</a:t>
            </a:r>
            <a:r>
              <a:rPr sz="1200" spc="7" baseline="24305"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00" spc="-5" dirty="0">
                <a:solidFill>
                  <a:srgbClr val="538235"/>
                </a:solidFill>
                <a:latin typeface="Tahoma"/>
                <a:cs typeface="Tahoma"/>
              </a:rPr>
              <a:t>11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3</a:t>
            </a:r>
            <a:r>
              <a:rPr sz="1200" spc="-7" baseline="24305" dirty="0">
                <a:solidFill>
                  <a:srgbClr val="538235"/>
                </a:solidFill>
                <a:latin typeface="Tahoma"/>
                <a:cs typeface="Tahoma"/>
              </a:rPr>
              <a:t>3</a:t>
            </a:r>
            <a:r>
              <a:rPr sz="1200" spc="187" baseline="24305" dirty="0">
                <a:solidFill>
                  <a:srgbClr val="538235"/>
                </a:solidFill>
                <a:latin typeface="Tahoma"/>
                <a:cs typeface="Tahoma"/>
              </a:rPr>
              <a:t> </a:t>
            </a:r>
            <a:r>
              <a:rPr sz="1200" dirty="0">
                <a:solidFill>
                  <a:srgbClr val="538235"/>
                </a:solidFill>
                <a:latin typeface="Tahoma"/>
                <a:cs typeface="Tahoma"/>
              </a:rPr>
              <a:t>mod </a:t>
            </a:r>
            <a:r>
              <a:rPr sz="1200" spc="-5" dirty="0">
                <a:solidFill>
                  <a:srgbClr val="538235"/>
                </a:solidFill>
                <a:latin typeface="Tahoma"/>
                <a:cs typeface="Tahoma"/>
              </a:rPr>
              <a:t>11</a:t>
            </a:r>
            <a:r>
              <a:rPr sz="1200" spc="-3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5</a:t>
            </a:r>
            <a:endParaRPr sz="1200">
              <a:latin typeface="Tahoma"/>
              <a:cs typeface="Tahoma"/>
            </a:endParaRPr>
          </a:p>
          <a:p>
            <a:pPr marL="38100">
              <a:lnSpc>
                <a:spcPct val="100000"/>
              </a:lnSpc>
              <a:spcBef>
                <a:spcPts val="720"/>
              </a:spcBef>
            </a:pPr>
            <a:r>
              <a:rPr sz="1200" spc="-5" dirty="0">
                <a:solidFill>
                  <a:srgbClr val="538235"/>
                </a:solidFill>
                <a:latin typeface="Tahoma"/>
                <a:cs typeface="Tahoma"/>
              </a:rPr>
              <a:t>X</a:t>
            </a:r>
            <a:r>
              <a:rPr sz="1200" spc="-7" baseline="-20833" dirty="0">
                <a:solidFill>
                  <a:srgbClr val="538235"/>
                </a:solidFill>
                <a:latin typeface="Tahoma"/>
                <a:cs typeface="Tahoma"/>
              </a:rPr>
              <a:t>q</a:t>
            </a:r>
            <a:r>
              <a:rPr sz="1200" spc="172" baseline="-20833"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3</a:t>
            </a:r>
            <a:r>
              <a:rPr sz="1200" spc="-10" dirty="0">
                <a:solidFill>
                  <a:srgbClr val="538235"/>
                </a:solidFill>
                <a:latin typeface="Tahoma"/>
                <a:cs typeface="Tahoma"/>
              </a:rPr>
              <a:t> </a:t>
            </a:r>
            <a:r>
              <a:rPr sz="1200" dirty="0">
                <a:solidFill>
                  <a:srgbClr val="538235"/>
                </a:solidFill>
                <a:latin typeface="Segoe UI Symbol"/>
                <a:cs typeface="Segoe UI Symbol"/>
              </a:rPr>
              <a:t>✕</a:t>
            </a:r>
            <a:r>
              <a:rPr sz="1200" spc="25" dirty="0">
                <a:solidFill>
                  <a:srgbClr val="538235"/>
                </a:solidFill>
                <a:latin typeface="Segoe UI Symbol"/>
                <a:cs typeface="Segoe UI Symbol"/>
              </a:rPr>
              <a:t> </a:t>
            </a:r>
            <a:r>
              <a:rPr sz="1200" spc="-10" dirty="0">
                <a:solidFill>
                  <a:srgbClr val="538235"/>
                </a:solidFill>
                <a:latin typeface="Tahoma"/>
                <a:cs typeface="Tahoma"/>
              </a:rPr>
              <a:t>(3</a:t>
            </a:r>
            <a:r>
              <a:rPr sz="1200" spc="-15" baseline="24305" dirty="0">
                <a:solidFill>
                  <a:srgbClr val="538235"/>
                </a:solidFill>
                <a:latin typeface="Tahoma"/>
                <a:cs typeface="Tahoma"/>
              </a:rPr>
              <a:t>-1</a:t>
            </a:r>
            <a:r>
              <a:rPr sz="1200" spc="187" baseline="24305" dirty="0">
                <a:solidFill>
                  <a:srgbClr val="538235"/>
                </a:solidFill>
                <a:latin typeface="Tahoma"/>
                <a:cs typeface="Tahoma"/>
              </a:rPr>
              <a:t> </a:t>
            </a:r>
            <a:r>
              <a:rPr sz="1200" spc="-5" dirty="0">
                <a:solidFill>
                  <a:srgbClr val="538235"/>
                </a:solidFill>
                <a:latin typeface="Tahoma"/>
                <a:cs typeface="Tahoma"/>
              </a:rPr>
              <a:t>mod</a:t>
            </a:r>
            <a:r>
              <a:rPr sz="1200" dirty="0">
                <a:solidFill>
                  <a:srgbClr val="538235"/>
                </a:solidFill>
                <a:latin typeface="Tahoma"/>
                <a:cs typeface="Tahoma"/>
              </a:rPr>
              <a:t> </a:t>
            </a:r>
            <a:r>
              <a:rPr sz="1200" spc="-10" dirty="0">
                <a:solidFill>
                  <a:srgbClr val="538235"/>
                </a:solidFill>
                <a:latin typeface="Tahoma"/>
                <a:cs typeface="Tahoma"/>
              </a:rPr>
              <a:t>11)</a:t>
            </a:r>
            <a:endParaRPr sz="1200">
              <a:latin typeface="Tahoma"/>
              <a:cs typeface="Tahoma"/>
            </a:endParaRPr>
          </a:p>
          <a:p>
            <a:pPr marL="38100">
              <a:lnSpc>
                <a:spcPct val="100000"/>
              </a:lnSpc>
              <a:spcBef>
                <a:spcPts val="720"/>
              </a:spcBef>
            </a:pPr>
            <a:r>
              <a:rPr sz="1200" spc="-5" dirty="0">
                <a:solidFill>
                  <a:srgbClr val="538235"/>
                </a:solidFill>
                <a:latin typeface="Tahoma"/>
                <a:cs typeface="Tahoma"/>
              </a:rPr>
              <a:t>X</a:t>
            </a:r>
            <a:r>
              <a:rPr sz="1200" spc="-7" baseline="-20833" dirty="0">
                <a:solidFill>
                  <a:srgbClr val="538235"/>
                </a:solidFill>
                <a:latin typeface="Tahoma"/>
                <a:cs typeface="Tahoma"/>
              </a:rPr>
              <a:t>q</a:t>
            </a:r>
            <a:r>
              <a:rPr sz="1200" spc="172" baseline="-20833"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3 </a:t>
            </a:r>
            <a:r>
              <a:rPr sz="1200" dirty="0">
                <a:solidFill>
                  <a:srgbClr val="538235"/>
                </a:solidFill>
                <a:latin typeface="Segoe UI Symbol"/>
                <a:cs typeface="Segoe UI Symbol"/>
              </a:rPr>
              <a:t>✕</a:t>
            </a:r>
            <a:r>
              <a:rPr sz="1200" spc="30" dirty="0">
                <a:solidFill>
                  <a:srgbClr val="538235"/>
                </a:solidFill>
                <a:latin typeface="Segoe UI Symbol"/>
                <a:cs typeface="Segoe UI Symbol"/>
              </a:rPr>
              <a:t> </a:t>
            </a:r>
            <a:r>
              <a:rPr sz="1200" spc="-10" dirty="0">
                <a:solidFill>
                  <a:srgbClr val="538235"/>
                </a:solidFill>
                <a:latin typeface="Tahoma"/>
                <a:cs typeface="Tahoma"/>
              </a:rPr>
              <a:t>(3</a:t>
            </a:r>
            <a:r>
              <a:rPr sz="1200" spc="-15" baseline="24305" dirty="0">
                <a:solidFill>
                  <a:srgbClr val="538235"/>
                </a:solidFill>
                <a:latin typeface="Tahoma"/>
                <a:cs typeface="Tahoma"/>
              </a:rPr>
              <a:t>-1</a:t>
            </a:r>
            <a:r>
              <a:rPr sz="1200" spc="187" baseline="24305"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spc="-10" dirty="0">
                <a:solidFill>
                  <a:srgbClr val="538235"/>
                </a:solidFill>
                <a:latin typeface="Tahoma"/>
                <a:cs typeface="Tahoma"/>
              </a:rPr>
              <a:t>11)</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3</a:t>
            </a:r>
            <a:r>
              <a:rPr sz="1200" spc="-5" dirty="0">
                <a:solidFill>
                  <a:srgbClr val="538235"/>
                </a:solidFill>
                <a:latin typeface="Tahoma"/>
                <a:cs typeface="Tahoma"/>
              </a:rPr>
              <a:t> </a:t>
            </a:r>
            <a:r>
              <a:rPr sz="1200" dirty="0">
                <a:solidFill>
                  <a:srgbClr val="538235"/>
                </a:solidFill>
                <a:latin typeface="Segoe UI Symbol"/>
                <a:cs typeface="Segoe UI Symbol"/>
              </a:rPr>
              <a:t>✕</a:t>
            </a:r>
            <a:r>
              <a:rPr sz="1200" spc="30" dirty="0">
                <a:solidFill>
                  <a:srgbClr val="538235"/>
                </a:solidFill>
                <a:latin typeface="Segoe UI Symbol"/>
                <a:cs typeface="Segoe UI Symbol"/>
              </a:rPr>
              <a:t> </a:t>
            </a:r>
            <a:r>
              <a:rPr sz="1200" dirty="0">
                <a:solidFill>
                  <a:srgbClr val="538235"/>
                </a:solidFill>
                <a:latin typeface="Tahoma"/>
                <a:cs typeface="Tahoma"/>
              </a:rPr>
              <a:t>4</a:t>
            </a:r>
            <a:r>
              <a:rPr sz="1200" spc="-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12</a:t>
            </a:r>
            <a:endParaRPr sz="1200">
              <a:latin typeface="Tahoma"/>
              <a:cs typeface="Tahoma"/>
            </a:endParaRPr>
          </a:p>
        </p:txBody>
      </p:sp>
      <p:sp>
        <p:nvSpPr>
          <p:cNvPr id="6" name="object 6"/>
          <p:cNvSpPr txBox="1"/>
          <p:nvPr/>
        </p:nvSpPr>
        <p:spPr>
          <a:xfrm>
            <a:off x="525170" y="7887461"/>
            <a:ext cx="5062855" cy="574040"/>
          </a:xfrm>
          <a:prstGeom prst="rect">
            <a:avLst/>
          </a:prstGeom>
        </p:spPr>
        <p:txBody>
          <a:bodyPr vert="horz" wrap="square" lIns="0" tIns="104139" rIns="0" bIns="0" rtlCol="0">
            <a:spAutoFit/>
          </a:bodyPr>
          <a:lstStyle/>
          <a:p>
            <a:pPr marL="38100">
              <a:lnSpc>
                <a:spcPct val="100000"/>
              </a:lnSpc>
              <a:spcBef>
                <a:spcPts val="819"/>
              </a:spcBef>
            </a:pPr>
            <a:r>
              <a:rPr sz="1200" dirty="0">
                <a:solidFill>
                  <a:srgbClr val="538235"/>
                </a:solidFill>
                <a:latin typeface="Tahoma"/>
                <a:cs typeface="Tahoma"/>
              </a:rPr>
              <a:t>M</a:t>
            </a:r>
            <a:r>
              <a:rPr sz="1200" spc="-10"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(V</a:t>
            </a:r>
            <a:r>
              <a:rPr sz="1200" spc="-7" baseline="-20833" dirty="0">
                <a:solidFill>
                  <a:srgbClr val="538235"/>
                </a:solidFill>
                <a:latin typeface="Tahoma"/>
                <a:cs typeface="Tahoma"/>
              </a:rPr>
              <a:t>p</a:t>
            </a:r>
            <a:r>
              <a:rPr sz="1200" spc="-5" dirty="0">
                <a:solidFill>
                  <a:srgbClr val="538235"/>
                </a:solidFill>
                <a:latin typeface="Tahoma"/>
                <a:cs typeface="Tahoma"/>
              </a:rPr>
              <a:t>X</a:t>
            </a:r>
            <a:r>
              <a:rPr sz="1200" spc="-7" baseline="-20833" dirty="0">
                <a:solidFill>
                  <a:srgbClr val="538235"/>
                </a:solidFill>
                <a:latin typeface="Tahoma"/>
                <a:cs typeface="Tahoma"/>
              </a:rPr>
              <a:t>p</a:t>
            </a:r>
            <a:r>
              <a:rPr sz="1200" spc="187" baseline="-20833"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10" dirty="0">
                <a:solidFill>
                  <a:srgbClr val="538235"/>
                </a:solidFill>
                <a:latin typeface="Tahoma"/>
                <a:cs typeface="Tahoma"/>
              </a:rPr>
              <a:t>V</a:t>
            </a:r>
            <a:r>
              <a:rPr sz="1200" spc="-15" baseline="-20833" dirty="0">
                <a:solidFill>
                  <a:srgbClr val="538235"/>
                </a:solidFill>
                <a:latin typeface="Tahoma"/>
                <a:cs typeface="Tahoma"/>
              </a:rPr>
              <a:t>q</a:t>
            </a:r>
            <a:r>
              <a:rPr sz="1200" spc="-10" dirty="0">
                <a:solidFill>
                  <a:srgbClr val="538235"/>
                </a:solidFill>
                <a:latin typeface="Tahoma"/>
                <a:cs typeface="Tahoma"/>
              </a:rPr>
              <a:t>X</a:t>
            </a:r>
            <a:r>
              <a:rPr sz="1200" spc="-15" baseline="-20833" dirty="0">
                <a:solidFill>
                  <a:srgbClr val="538235"/>
                </a:solidFill>
                <a:latin typeface="Tahoma"/>
                <a:cs typeface="Tahoma"/>
              </a:rPr>
              <a:t>q</a:t>
            </a:r>
            <a:r>
              <a:rPr sz="1200" spc="-10" dirty="0">
                <a:solidFill>
                  <a:srgbClr val="538235"/>
                </a:solidFill>
                <a:latin typeface="Tahoma"/>
                <a:cs typeface="Tahoma"/>
              </a:rPr>
              <a:t>)</a:t>
            </a:r>
            <a:r>
              <a:rPr sz="1200" dirty="0">
                <a:solidFill>
                  <a:srgbClr val="538235"/>
                </a:solidFill>
                <a:latin typeface="Tahoma"/>
                <a:cs typeface="Tahoma"/>
              </a:rPr>
              <a:t> mod</a:t>
            </a:r>
            <a:r>
              <a:rPr sz="1200" spc="-15" dirty="0">
                <a:solidFill>
                  <a:srgbClr val="538235"/>
                </a:solidFill>
                <a:latin typeface="Tahoma"/>
                <a:cs typeface="Tahoma"/>
              </a:rPr>
              <a:t> </a:t>
            </a:r>
            <a:r>
              <a:rPr sz="1200" dirty="0">
                <a:solidFill>
                  <a:srgbClr val="538235"/>
                </a:solidFill>
                <a:latin typeface="Tahoma"/>
                <a:cs typeface="Tahoma"/>
              </a:rPr>
              <a:t>n</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10" dirty="0">
                <a:solidFill>
                  <a:srgbClr val="538235"/>
                </a:solidFill>
                <a:latin typeface="Tahoma"/>
                <a:cs typeface="Tahoma"/>
              </a:rPr>
              <a:t>(2.22</a:t>
            </a:r>
            <a:r>
              <a:rPr sz="1200" dirty="0">
                <a:solidFill>
                  <a:srgbClr val="538235"/>
                </a:solidFill>
                <a:latin typeface="Tahoma"/>
                <a:cs typeface="Tahoma"/>
              </a:rPr>
              <a:t> +</a:t>
            </a:r>
            <a:r>
              <a:rPr sz="1200" spc="-5" dirty="0">
                <a:solidFill>
                  <a:srgbClr val="538235"/>
                </a:solidFill>
                <a:latin typeface="Tahoma"/>
                <a:cs typeface="Tahoma"/>
              </a:rPr>
              <a:t> </a:t>
            </a:r>
            <a:r>
              <a:rPr sz="1200" spc="-10" dirty="0">
                <a:solidFill>
                  <a:srgbClr val="538235"/>
                </a:solidFill>
                <a:latin typeface="Tahoma"/>
                <a:cs typeface="Tahoma"/>
              </a:rPr>
              <a:t>5.12)</a:t>
            </a:r>
            <a:r>
              <a:rPr sz="1200" spc="20"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spc="-5" dirty="0">
                <a:solidFill>
                  <a:srgbClr val="538235"/>
                </a:solidFill>
                <a:latin typeface="Tahoma"/>
                <a:cs typeface="Tahoma"/>
              </a:rPr>
              <a:t>33</a:t>
            </a:r>
            <a:r>
              <a:rPr sz="1200" dirty="0">
                <a:solidFill>
                  <a:srgbClr val="538235"/>
                </a:solidFill>
                <a:latin typeface="Tahoma"/>
                <a:cs typeface="Tahoma"/>
              </a:rPr>
              <a:t> =</a:t>
            </a:r>
            <a:r>
              <a:rPr sz="1200" spc="-10" dirty="0">
                <a:solidFill>
                  <a:srgbClr val="538235"/>
                </a:solidFill>
                <a:latin typeface="Tahoma"/>
                <a:cs typeface="Tahoma"/>
              </a:rPr>
              <a:t> (44+60)</a:t>
            </a:r>
            <a:r>
              <a:rPr sz="1200" spc="2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spc="-5" dirty="0">
                <a:solidFill>
                  <a:srgbClr val="538235"/>
                </a:solidFill>
                <a:latin typeface="Tahoma"/>
                <a:cs typeface="Tahoma"/>
              </a:rPr>
              <a:t>33</a:t>
            </a:r>
            <a:r>
              <a:rPr sz="1200" spc="-2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5</a:t>
            </a:r>
            <a:endParaRPr sz="1200">
              <a:latin typeface="Tahoma"/>
              <a:cs typeface="Tahoma"/>
            </a:endParaRPr>
          </a:p>
          <a:p>
            <a:pPr marL="38100">
              <a:lnSpc>
                <a:spcPct val="100000"/>
              </a:lnSpc>
              <a:spcBef>
                <a:spcPts val="720"/>
              </a:spcBef>
            </a:pPr>
            <a:r>
              <a:rPr sz="1200" dirty="0">
                <a:solidFill>
                  <a:srgbClr val="538235"/>
                </a:solidFill>
                <a:latin typeface="Tahoma"/>
                <a:cs typeface="Tahoma"/>
              </a:rPr>
              <a:t>M</a:t>
            </a:r>
            <a:r>
              <a:rPr sz="1200" spc="-40" dirty="0">
                <a:solidFill>
                  <a:srgbClr val="538235"/>
                </a:solidFill>
                <a:latin typeface="Tahoma"/>
                <a:cs typeface="Tahoma"/>
              </a:rPr>
              <a:t> </a:t>
            </a:r>
            <a:r>
              <a:rPr sz="1200" dirty="0">
                <a:solidFill>
                  <a:srgbClr val="538235"/>
                </a:solidFill>
                <a:latin typeface="Tahoma"/>
                <a:cs typeface="Tahoma"/>
              </a:rPr>
              <a:t>=</a:t>
            </a:r>
            <a:r>
              <a:rPr sz="1200" spc="-35" dirty="0">
                <a:solidFill>
                  <a:srgbClr val="538235"/>
                </a:solidFill>
                <a:latin typeface="Tahoma"/>
                <a:cs typeface="Tahoma"/>
              </a:rPr>
              <a:t> </a:t>
            </a:r>
            <a:r>
              <a:rPr sz="1200" dirty="0">
                <a:solidFill>
                  <a:srgbClr val="538235"/>
                </a:solidFill>
                <a:latin typeface="Tahoma"/>
                <a:cs typeface="Tahoma"/>
              </a:rPr>
              <a:t>5</a:t>
            </a:r>
            <a:endParaRPr sz="1200">
              <a:latin typeface="Tahoma"/>
              <a:cs typeface="Tahom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387553"/>
            <a:ext cx="5756910" cy="6702425"/>
          </a:xfrm>
          <a:prstGeom prst="rect">
            <a:avLst/>
          </a:prstGeom>
        </p:spPr>
        <p:txBody>
          <a:bodyPr vert="horz" wrap="square" lIns="0" tIns="13970" rIns="0" bIns="0" rtlCol="0">
            <a:spAutoFit/>
          </a:bodyPr>
          <a:lstStyle/>
          <a:p>
            <a:pPr marL="12700">
              <a:lnSpc>
                <a:spcPct val="100000"/>
              </a:lnSpc>
              <a:spcBef>
                <a:spcPts val="110"/>
              </a:spcBef>
            </a:pPr>
            <a:r>
              <a:rPr sz="1600" b="1" dirty="0">
                <a:solidFill>
                  <a:srgbClr val="538235"/>
                </a:solidFill>
                <a:latin typeface="Tahoma"/>
                <a:cs typeface="Tahoma"/>
              </a:rPr>
              <a:t>ASYMMETRIC</a:t>
            </a:r>
            <a:r>
              <a:rPr sz="1600" b="1" spc="-70" dirty="0">
                <a:solidFill>
                  <a:srgbClr val="538235"/>
                </a:solidFill>
                <a:latin typeface="Tahoma"/>
                <a:cs typeface="Tahoma"/>
              </a:rPr>
              <a:t> </a:t>
            </a:r>
            <a:r>
              <a:rPr sz="1600" b="1" dirty="0">
                <a:solidFill>
                  <a:srgbClr val="538235"/>
                </a:solidFill>
                <a:latin typeface="Tahoma"/>
                <a:cs typeface="Tahoma"/>
              </a:rPr>
              <a:t>KEY</a:t>
            </a:r>
            <a:r>
              <a:rPr sz="1600" b="1" spc="-40" dirty="0">
                <a:solidFill>
                  <a:srgbClr val="538235"/>
                </a:solidFill>
                <a:latin typeface="Tahoma"/>
                <a:cs typeface="Tahoma"/>
              </a:rPr>
              <a:t> </a:t>
            </a:r>
            <a:r>
              <a:rPr sz="1600" b="1" dirty="0">
                <a:solidFill>
                  <a:srgbClr val="538235"/>
                </a:solidFill>
                <a:latin typeface="Tahoma"/>
                <a:cs typeface="Tahoma"/>
              </a:rPr>
              <a:t>CIPHERS</a:t>
            </a:r>
            <a:endParaRPr sz="1600">
              <a:latin typeface="Tahoma"/>
              <a:cs typeface="Tahoma"/>
            </a:endParaRPr>
          </a:p>
          <a:p>
            <a:pPr>
              <a:lnSpc>
                <a:spcPct val="100000"/>
              </a:lnSpc>
            </a:pPr>
            <a:endParaRPr sz="1900">
              <a:latin typeface="Tahoma"/>
              <a:cs typeface="Tahoma"/>
            </a:endParaRPr>
          </a:p>
          <a:p>
            <a:pPr marL="12700">
              <a:lnSpc>
                <a:spcPct val="100000"/>
              </a:lnSpc>
              <a:spcBef>
                <a:spcPts val="1535"/>
              </a:spcBef>
            </a:pPr>
            <a:r>
              <a:rPr sz="1200" b="1" dirty="0">
                <a:solidFill>
                  <a:srgbClr val="538235"/>
                </a:solidFill>
                <a:latin typeface="Tahoma"/>
                <a:cs typeface="Tahoma"/>
              </a:rPr>
              <a:t>Security</a:t>
            </a:r>
            <a:r>
              <a:rPr sz="1200" b="1" spc="-40" dirty="0">
                <a:solidFill>
                  <a:srgbClr val="538235"/>
                </a:solidFill>
                <a:latin typeface="Tahoma"/>
                <a:cs typeface="Tahoma"/>
              </a:rPr>
              <a:t> </a:t>
            </a:r>
            <a:r>
              <a:rPr sz="1200" b="1" dirty="0">
                <a:solidFill>
                  <a:srgbClr val="538235"/>
                </a:solidFill>
                <a:latin typeface="Tahoma"/>
                <a:cs typeface="Tahoma"/>
              </a:rPr>
              <a:t>of</a:t>
            </a:r>
            <a:r>
              <a:rPr sz="1200" b="1" spc="-50" dirty="0">
                <a:solidFill>
                  <a:srgbClr val="538235"/>
                </a:solidFill>
                <a:latin typeface="Tahoma"/>
                <a:cs typeface="Tahoma"/>
              </a:rPr>
              <a:t> </a:t>
            </a:r>
            <a:r>
              <a:rPr sz="1200" b="1" spc="-5" dirty="0">
                <a:solidFill>
                  <a:srgbClr val="538235"/>
                </a:solidFill>
                <a:latin typeface="Tahoma"/>
                <a:cs typeface="Tahoma"/>
              </a:rPr>
              <a:t>RSA</a:t>
            </a:r>
            <a:endParaRPr sz="1200">
              <a:latin typeface="Tahoma"/>
              <a:cs typeface="Tahoma"/>
            </a:endParaRPr>
          </a:p>
          <a:p>
            <a:pPr marL="182880" indent="-170815">
              <a:lnSpc>
                <a:spcPct val="100000"/>
              </a:lnSpc>
              <a:spcBef>
                <a:spcPts val="720"/>
              </a:spcBef>
              <a:buFont typeface="Wingdings"/>
              <a:buChar char=""/>
              <a:tabLst>
                <a:tab pos="183515" algn="l"/>
              </a:tabLst>
            </a:pPr>
            <a:r>
              <a:rPr sz="1200" spc="-5" dirty="0">
                <a:solidFill>
                  <a:srgbClr val="538235"/>
                </a:solidFill>
                <a:latin typeface="Tahoma"/>
                <a:cs typeface="Tahoma"/>
              </a:rPr>
              <a:t>Brute</a:t>
            </a:r>
            <a:r>
              <a:rPr sz="1200" spc="-30" dirty="0">
                <a:solidFill>
                  <a:srgbClr val="538235"/>
                </a:solidFill>
                <a:latin typeface="Tahoma"/>
                <a:cs typeface="Tahoma"/>
              </a:rPr>
              <a:t> </a:t>
            </a:r>
            <a:r>
              <a:rPr sz="1200" spc="-5" dirty="0">
                <a:solidFill>
                  <a:srgbClr val="538235"/>
                </a:solidFill>
                <a:latin typeface="Tahoma"/>
                <a:cs typeface="Tahoma"/>
              </a:rPr>
              <a:t>force</a:t>
            </a:r>
            <a:endParaRPr sz="1200">
              <a:latin typeface="Tahoma"/>
              <a:cs typeface="Tahoma"/>
            </a:endParaRPr>
          </a:p>
          <a:p>
            <a:pPr marR="2415540" algn="r">
              <a:lnSpc>
                <a:spcPct val="100000"/>
              </a:lnSpc>
              <a:spcBef>
                <a:spcPts val="720"/>
              </a:spcBef>
            </a:pPr>
            <a:r>
              <a:rPr sz="1200" spc="-5" dirty="0">
                <a:solidFill>
                  <a:srgbClr val="538235"/>
                </a:solidFill>
                <a:latin typeface="Tahoma"/>
                <a:cs typeface="Tahoma"/>
              </a:rPr>
              <a:t>This</a:t>
            </a:r>
            <a:r>
              <a:rPr sz="1200" spc="15" dirty="0">
                <a:solidFill>
                  <a:srgbClr val="538235"/>
                </a:solidFill>
                <a:latin typeface="Tahoma"/>
                <a:cs typeface="Tahoma"/>
              </a:rPr>
              <a:t> </a:t>
            </a:r>
            <a:r>
              <a:rPr sz="1200" spc="-5" dirty="0">
                <a:solidFill>
                  <a:srgbClr val="538235"/>
                </a:solidFill>
                <a:latin typeface="Tahoma"/>
                <a:cs typeface="Tahoma"/>
              </a:rPr>
              <a:t>involves</a:t>
            </a:r>
            <a:r>
              <a:rPr sz="1200" dirty="0">
                <a:solidFill>
                  <a:srgbClr val="538235"/>
                </a:solidFill>
                <a:latin typeface="Tahoma"/>
                <a:cs typeface="Tahoma"/>
              </a:rPr>
              <a:t> </a:t>
            </a:r>
            <a:r>
              <a:rPr sz="1200" spc="-5" dirty="0">
                <a:solidFill>
                  <a:srgbClr val="538235"/>
                </a:solidFill>
                <a:latin typeface="Tahoma"/>
                <a:cs typeface="Tahoma"/>
              </a:rPr>
              <a:t>trying</a:t>
            </a:r>
            <a:r>
              <a:rPr sz="1200" spc="15" dirty="0">
                <a:solidFill>
                  <a:srgbClr val="538235"/>
                </a:solidFill>
                <a:latin typeface="Tahoma"/>
                <a:cs typeface="Tahoma"/>
              </a:rPr>
              <a:t> </a:t>
            </a:r>
            <a:r>
              <a:rPr sz="1200" spc="-10" dirty="0">
                <a:solidFill>
                  <a:srgbClr val="538235"/>
                </a:solidFill>
                <a:latin typeface="Tahoma"/>
                <a:cs typeface="Tahoma"/>
              </a:rPr>
              <a:t>all</a:t>
            </a:r>
            <a:r>
              <a:rPr sz="1200" spc="15" dirty="0">
                <a:solidFill>
                  <a:srgbClr val="538235"/>
                </a:solidFill>
                <a:latin typeface="Tahoma"/>
                <a:cs typeface="Tahoma"/>
              </a:rPr>
              <a:t> </a:t>
            </a:r>
            <a:r>
              <a:rPr sz="1200" spc="-10" dirty="0">
                <a:solidFill>
                  <a:srgbClr val="538235"/>
                </a:solidFill>
                <a:latin typeface="Tahoma"/>
                <a:cs typeface="Tahoma"/>
              </a:rPr>
              <a:t>possible</a:t>
            </a:r>
            <a:r>
              <a:rPr sz="1200" spc="20" dirty="0">
                <a:solidFill>
                  <a:srgbClr val="538235"/>
                </a:solidFill>
                <a:latin typeface="Tahoma"/>
                <a:cs typeface="Tahoma"/>
              </a:rPr>
              <a:t> </a:t>
            </a:r>
            <a:r>
              <a:rPr sz="1200" spc="-10" dirty="0">
                <a:solidFill>
                  <a:srgbClr val="538235"/>
                </a:solidFill>
                <a:latin typeface="Tahoma"/>
                <a:cs typeface="Tahoma"/>
              </a:rPr>
              <a:t>private</a:t>
            </a:r>
            <a:r>
              <a:rPr sz="1200" dirty="0">
                <a:solidFill>
                  <a:srgbClr val="538235"/>
                </a:solidFill>
                <a:latin typeface="Tahoma"/>
                <a:cs typeface="Tahoma"/>
              </a:rPr>
              <a:t> </a:t>
            </a:r>
            <a:r>
              <a:rPr sz="1200" spc="-5" dirty="0">
                <a:solidFill>
                  <a:srgbClr val="538235"/>
                </a:solidFill>
                <a:latin typeface="Tahoma"/>
                <a:cs typeface="Tahoma"/>
              </a:rPr>
              <a:t>keys.</a:t>
            </a:r>
            <a:endParaRPr sz="1200">
              <a:latin typeface="Tahoma"/>
              <a:cs typeface="Tahoma"/>
            </a:endParaRPr>
          </a:p>
          <a:p>
            <a:pPr marL="182880" indent="-170815">
              <a:lnSpc>
                <a:spcPct val="100000"/>
              </a:lnSpc>
              <a:spcBef>
                <a:spcPts val="720"/>
              </a:spcBef>
              <a:buFont typeface="Wingdings"/>
              <a:buChar char=""/>
              <a:tabLst>
                <a:tab pos="183515" algn="l"/>
              </a:tabLst>
            </a:pPr>
            <a:r>
              <a:rPr sz="1200" spc="-5" dirty="0">
                <a:solidFill>
                  <a:srgbClr val="538235"/>
                </a:solidFill>
                <a:latin typeface="Tahoma"/>
                <a:cs typeface="Tahoma"/>
              </a:rPr>
              <a:t>Mathematical</a:t>
            </a:r>
            <a:r>
              <a:rPr sz="1200" spc="-40" dirty="0">
                <a:solidFill>
                  <a:srgbClr val="538235"/>
                </a:solidFill>
                <a:latin typeface="Tahoma"/>
                <a:cs typeface="Tahoma"/>
              </a:rPr>
              <a:t> </a:t>
            </a:r>
            <a:r>
              <a:rPr sz="1200" spc="-5" dirty="0">
                <a:solidFill>
                  <a:srgbClr val="538235"/>
                </a:solidFill>
                <a:latin typeface="Tahoma"/>
                <a:cs typeface="Tahoma"/>
              </a:rPr>
              <a:t>attacks</a:t>
            </a:r>
            <a:endParaRPr sz="1200">
              <a:latin typeface="Tahoma"/>
              <a:cs typeface="Tahoma"/>
            </a:endParaRPr>
          </a:p>
          <a:p>
            <a:pPr marL="356870" marR="17780">
              <a:lnSpc>
                <a:spcPts val="2160"/>
              </a:lnSpc>
              <a:spcBef>
                <a:spcPts val="190"/>
              </a:spcBef>
            </a:pPr>
            <a:r>
              <a:rPr sz="1200" spc="-5" dirty="0">
                <a:solidFill>
                  <a:srgbClr val="538235"/>
                </a:solidFill>
                <a:latin typeface="Tahoma"/>
                <a:cs typeface="Tahoma"/>
              </a:rPr>
              <a:t>There</a:t>
            </a:r>
            <a:r>
              <a:rPr sz="1200" spc="20" dirty="0">
                <a:solidFill>
                  <a:srgbClr val="538235"/>
                </a:solidFill>
                <a:latin typeface="Tahoma"/>
                <a:cs typeface="Tahoma"/>
              </a:rPr>
              <a:t> </a:t>
            </a:r>
            <a:r>
              <a:rPr sz="1200" spc="-5" dirty="0">
                <a:solidFill>
                  <a:srgbClr val="538235"/>
                </a:solidFill>
                <a:latin typeface="Tahoma"/>
                <a:cs typeface="Tahoma"/>
              </a:rPr>
              <a:t>are</a:t>
            </a:r>
            <a:r>
              <a:rPr sz="1200" dirty="0">
                <a:solidFill>
                  <a:srgbClr val="538235"/>
                </a:solidFill>
                <a:latin typeface="Tahoma"/>
                <a:cs typeface="Tahoma"/>
              </a:rPr>
              <a:t> </a:t>
            </a:r>
            <a:r>
              <a:rPr sz="1200" spc="-10" dirty="0">
                <a:solidFill>
                  <a:srgbClr val="538235"/>
                </a:solidFill>
                <a:latin typeface="Tahoma"/>
                <a:cs typeface="Tahoma"/>
              </a:rPr>
              <a:t>several</a:t>
            </a:r>
            <a:r>
              <a:rPr sz="1200" spc="45" dirty="0">
                <a:solidFill>
                  <a:srgbClr val="538235"/>
                </a:solidFill>
                <a:latin typeface="Tahoma"/>
                <a:cs typeface="Tahoma"/>
              </a:rPr>
              <a:t> </a:t>
            </a:r>
            <a:r>
              <a:rPr sz="1200" spc="-5" dirty="0">
                <a:solidFill>
                  <a:srgbClr val="538235"/>
                </a:solidFill>
                <a:latin typeface="Tahoma"/>
                <a:cs typeface="Tahoma"/>
              </a:rPr>
              <a:t>approaches,</a:t>
            </a:r>
            <a:r>
              <a:rPr sz="1200" dirty="0">
                <a:solidFill>
                  <a:srgbClr val="538235"/>
                </a:solidFill>
                <a:latin typeface="Tahoma"/>
                <a:cs typeface="Tahoma"/>
              </a:rPr>
              <a:t> </a:t>
            </a:r>
            <a:r>
              <a:rPr sz="1200" spc="-10" dirty="0">
                <a:solidFill>
                  <a:srgbClr val="538235"/>
                </a:solidFill>
                <a:latin typeface="Tahoma"/>
                <a:cs typeface="Tahoma"/>
              </a:rPr>
              <a:t>all</a:t>
            </a:r>
            <a:r>
              <a:rPr sz="1200" spc="20" dirty="0">
                <a:solidFill>
                  <a:srgbClr val="538235"/>
                </a:solidFill>
                <a:latin typeface="Tahoma"/>
                <a:cs typeface="Tahoma"/>
              </a:rPr>
              <a:t> </a:t>
            </a:r>
            <a:r>
              <a:rPr sz="1200" spc="-10" dirty="0">
                <a:solidFill>
                  <a:srgbClr val="538235"/>
                </a:solidFill>
                <a:latin typeface="Tahoma"/>
                <a:cs typeface="Tahoma"/>
              </a:rPr>
              <a:t>equivalent</a:t>
            </a:r>
            <a:r>
              <a:rPr sz="1200" spc="40" dirty="0">
                <a:solidFill>
                  <a:srgbClr val="538235"/>
                </a:solidFill>
                <a:latin typeface="Tahoma"/>
                <a:cs typeface="Tahoma"/>
              </a:rPr>
              <a:t> </a:t>
            </a:r>
            <a:r>
              <a:rPr sz="1200" spc="-10" dirty="0">
                <a:solidFill>
                  <a:srgbClr val="538235"/>
                </a:solidFill>
                <a:latin typeface="Tahoma"/>
                <a:cs typeface="Tahoma"/>
              </a:rPr>
              <a:t>in</a:t>
            </a:r>
            <a:r>
              <a:rPr sz="1200" spc="10" dirty="0">
                <a:solidFill>
                  <a:srgbClr val="538235"/>
                </a:solidFill>
                <a:latin typeface="Tahoma"/>
                <a:cs typeface="Tahoma"/>
              </a:rPr>
              <a:t> </a:t>
            </a:r>
            <a:r>
              <a:rPr sz="1200" spc="-5" dirty="0">
                <a:solidFill>
                  <a:srgbClr val="538235"/>
                </a:solidFill>
                <a:latin typeface="Tahoma"/>
                <a:cs typeface="Tahoma"/>
              </a:rPr>
              <a:t>effort</a:t>
            </a:r>
            <a:r>
              <a:rPr sz="1200" spc="10" dirty="0">
                <a:solidFill>
                  <a:srgbClr val="538235"/>
                </a:solidFill>
                <a:latin typeface="Tahoma"/>
                <a:cs typeface="Tahoma"/>
              </a:rPr>
              <a:t> </a:t>
            </a:r>
            <a:r>
              <a:rPr sz="1200" dirty="0">
                <a:solidFill>
                  <a:srgbClr val="538235"/>
                </a:solidFill>
                <a:latin typeface="Tahoma"/>
                <a:cs typeface="Tahoma"/>
              </a:rPr>
              <a:t>to</a:t>
            </a:r>
            <a:r>
              <a:rPr sz="1200" spc="-20" dirty="0">
                <a:solidFill>
                  <a:srgbClr val="538235"/>
                </a:solidFill>
                <a:latin typeface="Tahoma"/>
                <a:cs typeface="Tahoma"/>
              </a:rPr>
              <a:t> </a:t>
            </a:r>
            <a:r>
              <a:rPr sz="1200" spc="-10" dirty="0">
                <a:solidFill>
                  <a:srgbClr val="538235"/>
                </a:solidFill>
                <a:latin typeface="Tahoma"/>
                <a:cs typeface="Tahoma"/>
              </a:rPr>
              <a:t>factoring</a:t>
            </a:r>
            <a:r>
              <a:rPr sz="1200" spc="15" dirty="0">
                <a:solidFill>
                  <a:srgbClr val="538235"/>
                </a:solidFill>
                <a:latin typeface="Tahoma"/>
                <a:cs typeface="Tahoma"/>
              </a:rPr>
              <a:t> </a:t>
            </a:r>
            <a:r>
              <a:rPr sz="1200" dirty="0">
                <a:solidFill>
                  <a:srgbClr val="538235"/>
                </a:solidFill>
                <a:latin typeface="Tahoma"/>
                <a:cs typeface="Tahoma"/>
              </a:rPr>
              <a:t>the product</a:t>
            </a:r>
            <a:r>
              <a:rPr sz="1200" spc="-10" dirty="0">
                <a:solidFill>
                  <a:srgbClr val="538235"/>
                </a:solidFill>
                <a:latin typeface="Tahoma"/>
                <a:cs typeface="Tahoma"/>
              </a:rPr>
              <a:t> </a:t>
            </a:r>
            <a:r>
              <a:rPr sz="1200" dirty="0">
                <a:solidFill>
                  <a:srgbClr val="538235"/>
                </a:solidFill>
                <a:latin typeface="Tahoma"/>
                <a:cs typeface="Tahoma"/>
              </a:rPr>
              <a:t>of </a:t>
            </a:r>
            <a:r>
              <a:rPr sz="1200" spc="-360" dirty="0">
                <a:solidFill>
                  <a:srgbClr val="538235"/>
                </a:solidFill>
                <a:latin typeface="Tahoma"/>
                <a:cs typeface="Tahoma"/>
              </a:rPr>
              <a:t> </a:t>
            </a:r>
            <a:r>
              <a:rPr sz="1200" dirty="0">
                <a:solidFill>
                  <a:srgbClr val="538235"/>
                </a:solidFill>
                <a:latin typeface="Tahoma"/>
                <a:cs typeface="Tahoma"/>
              </a:rPr>
              <a:t>two</a:t>
            </a:r>
            <a:r>
              <a:rPr sz="1200" spc="-30" dirty="0">
                <a:solidFill>
                  <a:srgbClr val="538235"/>
                </a:solidFill>
                <a:latin typeface="Tahoma"/>
                <a:cs typeface="Tahoma"/>
              </a:rPr>
              <a:t> </a:t>
            </a:r>
            <a:r>
              <a:rPr sz="1200" spc="-5" dirty="0">
                <a:solidFill>
                  <a:srgbClr val="538235"/>
                </a:solidFill>
                <a:latin typeface="Tahoma"/>
                <a:cs typeface="Tahoma"/>
              </a:rPr>
              <a:t>primes.</a:t>
            </a:r>
            <a:endParaRPr sz="1200">
              <a:latin typeface="Tahoma"/>
              <a:cs typeface="Tahoma"/>
            </a:endParaRPr>
          </a:p>
          <a:p>
            <a:pPr marL="182880" indent="-170815">
              <a:lnSpc>
                <a:spcPct val="100000"/>
              </a:lnSpc>
              <a:spcBef>
                <a:spcPts val="535"/>
              </a:spcBef>
              <a:buFont typeface="Wingdings"/>
              <a:buChar char=""/>
              <a:tabLst>
                <a:tab pos="183515" algn="l"/>
              </a:tabLst>
            </a:pPr>
            <a:r>
              <a:rPr sz="1200" spc="-10" dirty="0">
                <a:solidFill>
                  <a:srgbClr val="538235"/>
                </a:solidFill>
                <a:latin typeface="Tahoma"/>
                <a:cs typeface="Tahoma"/>
              </a:rPr>
              <a:t>Timing</a:t>
            </a:r>
            <a:r>
              <a:rPr sz="1200" spc="5" dirty="0">
                <a:solidFill>
                  <a:srgbClr val="538235"/>
                </a:solidFill>
                <a:latin typeface="Tahoma"/>
                <a:cs typeface="Tahoma"/>
              </a:rPr>
              <a:t> </a:t>
            </a:r>
            <a:r>
              <a:rPr sz="1200" spc="-5" dirty="0">
                <a:solidFill>
                  <a:srgbClr val="538235"/>
                </a:solidFill>
                <a:latin typeface="Tahoma"/>
                <a:cs typeface="Tahoma"/>
              </a:rPr>
              <a:t>attacks</a:t>
            </a:r>
            <a:endParaRPr sz="1200">
              <a:latin typeface="Tahoma"/>
              <a:cs typeface="Tahoma"/>
            </a:endParaRPr>
          </a:p>
          <a:p>
            <a:pPr marL="527685" lvl="1" indent="-171450">
              <a:lnSpc>
                <a:spcPct val="100000"/>
              </a:lnSpc>
              <a:spcBef>
                <a:spcPts val="720"/>
              </a:spcBef>
              <a:buFont typeface="Arial MT"/>
              <a:buChar char="•"/>
              <a:tabLst>
                <a:tab pos="528320" algn="l"/>
              </a:tabLst>
            </a:pPr>
            <a:r>
              <a:rPr sz="1200" spc="-5" dirty="0">
                <a:solidFill>
                  <a:srgbClr val="538235"/>
                </a:solidFill>
                <a:latin typeface="Tahoma"/>
                <a:cs typeface="Tahoma"/>
              </a:rPr>
              <a:t>These</a:t>
            </a:r>
            <a:r>
              <a:rPr sz="1200" spc="20" dirty="0">
                <a:solidFill>
                  <a:srgbClr val="538235"/>
                </a:solidFill>
                <a:latin typeface="Tahoma"/>
                <a:cs typeface="Tahoma"/>
              </a:rPr>
              <a:t> </a:t>
            </a:r>
            <a:r>
              <a:rPr sz="1200" spc="-5" dirty="0">
                <a:solidFill>
                  <a:srgbClr val="538235"/>
                </a:solidFill>
                <a:latin typeface="Tahoma"/>
                <a:cs typeface="Tahoma"/>
              </a:rPr>
              <a:t>depend</a:t>
            </a:r>
            <a:r>
              <a:rPr sz="1200" spc="15" dirty="0">
                <a:solidFill>
                  <a:srgbClr val="538235"/>
                </a:solidFill>
                <a:latin typeface="Tahoma"/>
                <a:cs typeface="Tahoma"/>
              </a:rPr>
              <a:t> </a:t>
            </a:r>
            <a:r>
              <a:rPr sz="1200" dirty="0">
                <a:solidFill>
                  <a:srgbClr val="538235"/>
                </a:solidFill>
                <a:latin typeface="Tahoma"/>
                <a:cs typeface="Tahoma"/>
              </a:rPr>
              <a:t>on</a:t>
            </a:r>
            <a:r>
              <a:rPr sz="1200" spc="5" dirty="0">
                <a:solidFill>
                  <a:srgbClr val="538235"/>
                </a:solidFill>
                <a:latin typeface="Tahoma"/>
                <a:cs typeface="Tahoma"/>
              </a:rPr>
              <a:t> </a:t>
            </a:r>
            <a:r>
              <a:rPr sz="1200" dirty="0">
                <a:solidFill>
                  <a:srgbClr val="538235"/>
                </a:solidFill>
                <a:latin typeface="Tahoma"/>
                <a:cs typeface="Tahoma"/>
              </a:rPr>
              <a:t>the </a:t>
            </a:r>
            <a:r>
              <a:rPr sz="1200" spc="-5" dirty="0">
                <a:solidFill>
                  <a:srgbClr val="538235"/>
                </a:solidFill>
                <a:latin typeface="Tahoma"/>
                <a:cs typeface="Tahoma"/>
              </a:rPr>
              <a:t>running</a:t>
            </a:r>
            <a:r>
              <a:rPr sz="1200" spc="15" dirty="0">
                <a:solidFill>
                  <a:srgbClr val="538235"/>
                </a:solidFill>
                <a:latin typeface="Tahoma"/>
                <a:cs typeface="Tahoma"/>
              </a:rPr>
              <a:t> </a:t>
            </a:r>
            <a:r>
              <a:rPr sz="1200" spc="-5" dirty="0">
                <a:solidFill>
                  <a:srgbClr val="538235"/>
                </a:solidFill>
                <a:latin typeface="Tahoma"/>
                <a:cs typeface="Tahoma"/>
              </a:rPr>
              <a:t>time</a:t>
            </a:r>
            <a:r>
              <a:rPr sz="1200" spc="20" dirty="0">
                <a:solidFill>
                  <a:srgbClr val="538235"/>
                </a:solidFill>
                <a:latin typeface="Tahoma"/>
                <a:cs typeface="Tahoma"/>
              </a:rPr>
              <a:t> </a:t>
            </a:r>
            <a:r>
              <a:rPr sz="1200" dirty="0">
                <a:solidFill>
                  <a:srgbClr val="538235"/>
                </a:solidFill>
                <a:latin typeface="Tahoma"/>
                <a:cs typeface="Tahoma"/>
              </a:rPr>
              <a:t>of</a:t>
            </a:r>
            <a:r>
              <a:rPr sz="1200" spc="5" dirty="0">
                <a:solidFill>
                  <a:srgbClr val="538235"/>
                </a:solidFill>
                <a:latin typeface="Tahoma"/>
                <a:cs typeface="Tahoma"/>
              </a:rPr>
              <a:t> </a:t>
            </a:r>
            <a:r>
              <a:rPr sz="1200" dirty="0">
                <a:solidFill>
                  <a:srgbClr val="538235"/>
                </a:solidFill>
                <a:latin typeface="Tahoma"/>
                <a:cs typeface="Tahoma"/>
              </a:rPr>
              <a:t>the </a:t>
            </a:r>
            <a:r>
              <a:rPr sz="1200" spc="-5" dirty="0">
                <a:solidFill>
                  <a:srgbClr val="538235"/>
                </a:solidFill>
                <a:latin typeface="Tahoma"/>
                <a:cs typeface="Tahoma"/>
              </a:rPr>
              <a:t>decryption</a:t>
            </a:r>
            <a:r>
              <a:rPr sz="1200" spc="5" dirty="0">
                <a:solidFill>
                  <a:srgbClr val="538235"/>
                </a:solidFill>
                <a:latin typeface="Tahoma"/>
                <a:cs typeface="Tahoma"/>
              </a:rPr>
              <a:t> </a:t>
            </a:r>
            <a:r>
              <a:rPr sz="1200" spc="-5" dirty="0">
                <a:solidFill>
                  <a:srgbClr val="538235"/>
                </a:solidFill>
                <a:latin typeface="Tahoma"/>
                <a:cs typeface="Tahoma"/>
              </a:rPr>
              <a:t>algorithm.</a:t>
            </a:r>
            <a:endParaRPr sz="1200">
              <a:latin typeface="Tahoma"/>
              <a:cs typeface="Tahoma"/>
            </a:endParaRPr>
          </a:p>
          <a:p>
            <a:pPr marL="527685" lvl="1" indent="-171450">
              <a:lnSpc>
                <a:spcPct val="100000"/>
              </a:lnSpc>
              <a:spcBef>
                <a:spcPts val="720"/>
              </a:spcBef>
              <a:buFont typeface="Arial MT"/>
              <a:buChar char="•"/>
              <a:tabLst>
                <a:tab pos="528320" algn="l"/>
              </a:tabLst>
            </a:pPr>
            <a:r>
              <a:rPr sz="1200" spc="-5" dirty="0">
                <a:solidFill>
                  <a:srgbClr val="538235"/>
                </a:solidFill>
                <a:latin typeface="Tahoma"/>
                <a:cs typeface="Tahoma"/>
              </a:rPr>
              <a:t>Countermeasures</a:t>
            </a:r>
            <a:r>
              <a:rPr sz="1200" spc="70" dirty="0">
                <a:solidFill>
                  <a:srgbClr val="538235"/>
                </a:solidFill>
                <a:latin typeface="Tahoma"/>
                <a:cs typeface="Tahoma"/>
              </a:rPr>
              <a:t> </a:t>
            </a:r>
            <a:r>
              <a:rPr sz="1200" dirty="0">
                <a:solidFill>
                  <a:srgbClr val="538235"/>
                </a:solidFill>
                <a:latin typeface="Tahoma"/>
                <a:cs typeface="Tahoma"/>
              </a:rPr>
              <a:t>to</a:t>
            </a:r>
            <a:r>
              <a:rPr sz="1200" spc="-25" dirty="0">
                <a:solidFill>
                  <a:srgbClr val="538235"/>
                </a:solidFill>
                <a:latin typeface="Tahoma"/>
                <a:cs typeface="Tahoma"/>
              </a:rPr>
              <a:t> </a:t>
            </a:r>
            <a:r>
              <a:rPr sz="1200" spc="-5" dirty="0">
                <a:solidFill>
                  <a:srgbClr val="538235"/>
                </a:solidFill>
                <a:latin typeface="Tahoma"/>
                <a:cs typeface="Tahoma"/>
              </a:rPr>
              <a:t>prevent</a:t>
            </a:r>
            <a:r>
              <a:rPr sz="1200" spc="15" dirty="0">
                <a:solidFill>
                  <a:srgbClr val="538235"/>
                </a:solidFill>
                <a:latin typeface="Tahoma"/>
                <a:cs typeface="Tahoma"/>
              </a:rPr>
              <a:t> </a:t>
            </a:r>
            <a:r>
              <a:rPr sz="1200" spc="-5" dirty="0">
                <a:solidFill>
                  <a:srgbClr val="538235"/>
                </a:solidFill>
                <a:latin typeface="Tahoma"/>
                <a:cs typeface="Tahoma"/>
              </a:rPr>
              <a:t>timing</a:t>
            </a:r>
            <a:r>
              <a:rPr sz="1200" spc="15" dirty="0">
                <a:solidFill>
                  <a:srgbClr val="538235"/>
                </a:solidFill>
                <a:latin typeface="Tahoma"/>
                <a:cs typeface="Tahoma"/>
              </a:rPr>
              <a:t> </a:t>
            </a:r>
            <a:r>
              <a:rPr sz="1200" spc="-5" dirty="0">
                <a:solidFill>
                  <a:srgbClr val="538235"/>
                </a:solidFill>
                <a:latin typeface="Tahoma"/>
                <a:cs typeface="Tahoma"/>
              </a:rPr>
              <a:t>attacks</a:t>
            </a:r>
            <a:r>
              <a:rPr sz="1200" spc="-25" dirty="0">
                <a:solidFill>
                  <a:srgbClr val="538235"/>
                </a:solidFill>
                <a:latin typeface="Tahoma"/>
                <a:cs typeface="Tahoma"/>
              </a:rPr>
              <a:t> </a:t>
            </a:r>
            <a:r>
              <a:rPr sz="1200" spc="-5" dirty="0">
                <a:solidFill>
                  <a:srgbClr val="538235"/>
                </a:solidFill>
                <a:latin typeface="Tahoma"/>
                <a:cs typeface="Tahoma"/>
              </a:rPr>
              <a:t>are </a:t>
            </a:r>
            <a:r>
              <a:rPr sz="1200" dirty="0">
                <a:solidFill>
                  <a:srgbClr val="538235"/>
                </a:solidFill>
                <a:latin typeface="Tahoma"/>
                <a:cs typeface="Tahoma"/>
              </a:rPr>
              <a:t>(i)</a:t>
            </a:r>
            <a:r>
              <a:rPr sz="1200" spc="25" dirty="0">
                <a:solidFill>
                  <a:srgbClr val="538235"/>
                </a:solidFill>
                <a:latin typeface="Tahoma"/>
                <a:cs typeface="Tahoma"/>
              </a:rPr>
              <a:t> </a:t>
            </a:r>
            <a:r>
              <a:rPr sz="1200" spc="-5" dirty="0">
                <a:solidFill>
                  <a:srgbClr val="538235"/>
                </a:solidFill>
                <a:latin typeface="Tahoma"/>
                <a:cs typeface="Tahoma"/>
              </a:rPr>
              <a:t>Constant</a:t>
            </a:r>
            <a:r>
              <a:rPr sz="1200" spc="15" dirty="0">
                <a:solidFill>
                  <a:srgbClr val="538235"/>
                </a:solidFill>
                <a:latin typeface="Tahoma"/>
                <a:cs typeface="Tahoma"/>
              </a:rPr>
              <a:t> </a:t>
            </a:r>
            <a:r>
              <a:rPr sz="1200" spc="-5" dirty="0">
                <a:solidFill>
                  <a:srgbClr val="538235"/>
                </a:solidFill>
                <a:latin typeface="Tahoma"/>
                <a:cs typeface="Tahoma"/>
              </a:rPr>
              <a:t>exponentiation</a:t>
            </a:r>
            <a:endParaRPr sz="1200">
              <a:latin typeface="Tahoma"/>
              <a:cs typeface="Tahoma"/>
            </a:endParaRPr>
          </a:p>
          <a:p>
            <a:pPr marR="2464435" algn="r">
              <a:lnSpc>
                <a:spcPct val="100000"/>
              </a:lnSpc>
              <a:spcBef>
                <a:spcPts val="720"/>
              </a:spcBef>
            </a:pPr>
            <a:r>
              <a:rPr sz="1200" spc="-5" dirty="0">
                <a:solidFill>
                  <a:srgbClr val="538235"/>
                </a:solidFill>
                <a:latin typeface="Tahoma"/>
                <a:cs typeface="Tahoma"/>
              </a:rPr>
              <a:t>time,</a:t>
            </a:r>
            <a:r>
              <a:rPr sz="1200" spc="20" dirty="0">
                <a:solidFill>
                  <a:srgbClr val="538235"/>
                </a:solidFill>
                <a:latin typeface="Tahoma"/>
                <a:cs typeface="Tahoma"/>
              </a:rPr>
              <a:t> </a:t>
            </a:r>
            <a:r>
              <a:rPr sz="1200" spc="-10" dirty="0">
                <a:solidFill>
                  <a:srgbClr val="538235"/>
                </a:solidFill>
                <a:latin typeface="Tahoma"/>
                <a:cs typeface="Tahoma"/>
              </a:rPr>
              <a:t>(ii)</a:t>
            </a:r>
            <a:r>
              <a:rPr sz="1200" spc="20" dirty="0">
                <a:solidFill>
                  <a:srgbClr val="538235"/>
                </a:solidFill>
                <a:latin typeface="Tahoma"/>
                <a:cs typeface="Tahoma"/>
              </a:rPr>
              <a:t> </a:t>
            </a:r>
            <a:r>
              <a:rPr sz="1200" dirty="0">
                <a:solidFill>
                  <a:srgbClr val="538235"/>
                </a:solidFill>
                <a:latin typeface="Tahoma"/>
                <a:cs typeface="Tahoma"/>
              </a:rPr>
              <a:t>Random</a:t>
            </a:r>
            <a:r>
              <a:rPr sz="1200" spc="-20" dirty="0">
                <a:solidFill>
                  <a:srgbClr val="538235"/>
                </a:solidFill>
                <a:latin typeface="Tahoma"/>
                <a:cs typeface="Tahoma"/>
              </a:rPr>
              <a:t> </a:t>
            </a:r>
            <a:r>
              <a:rPr sz="1200" spc="-25" dirty="0">
                <a:solidFill>
                  <a:srgbClr val="538235"/>
                </a:solidFill>
                <a:latin typeface="Tahoma"/>
                <a:cs typeface="Tahoma"/>
              </a:rPr>
              <a:t>delay,</a:t>
            </a:r>
            <a:r>
              <a:rPr sz="1200" spc="-5" dirty="0">
                <a:solidFill>
                  <a:srgbClr val="538235"/>
                </a:solidFill>
                <a:latin typeface="Tahoma"/>
                <a:cs typeface="Tahoma"/>
              </a:rPr>
              <a:t> and </a:t>
            </a:r>
            <a:r>
              <a:rPr sz="1200" spc="-10" dirty="0">
                <a:solidFill>
                  <a:srgbClr val="538235"/>
                </a:solidFill>
                <a:latin typeface="Tahoma"/>
                <a:cs typeface="Tahoma"/>
              </a:rPr>
              <a:t>(iii)</a:t>
            </a:r>
            <a:r>
              <a:rPr sz="1200" spc="45" dirty="0">
                <a:solidFill>
                  <a:srgbClr val="538235"/>
                </a:solidFill>
                <a:latin typeface="Tahoma"/>
                <a:cs typeface="Tahoma"/>
              </a:rPr>
              <a:t> </a:t>
            </a:r>
            <a:r>
              <a:rPr sz="1200" spc="-10" dirty="0">
                <a:solidFill>
                  <a:srgbClr val="538235"/>
                </a:solidFill>
                <a:latin typeface="Tahoma"/>
                <a:cs typeface="Tahoma"/>
              </a:rPr>
              <a:t>Blinding</a:t>
            </a:r>
            <a:endParaRPr sz="1200">
              <a:latin typeface="Tahoma"/>
              <a:cs typeface="Tahoma"/>
            </a:endParaRPr>
          </a:p>
          <a:p>
            <a:pPr marL="182880" indent="-170815">
              <a:lnSpc>
                <a:spcPct val="100000"/>
              </a:lnSpc>
              <a:spcBef>
                <a:spcPts val="720"/>
              </a:spcBef>
              <a:buFont typeface="Wingdings"/>
              <a:buChar char=""/>
              <a:tabLst>
                <a:tab pos="183515" algn="l"/>
              </a:tabLst>
            </a:pPr>
            <a:r>
              <a:rPr sz="1200" spc="-5" dirty="0">
                <a:solidFill>
                  <a:srgbClr val="538235"/>
                </a:solidFill>
                <a:latin typeface="Tahoma"/>
                <a:cs typeface="Tahoma"/>
              </a:rPr>
              <a:t>Chosen</a:t>
            </a:r>
            <a:r>
              <a:rPr sz="1200" spc="10" dirty="0">
                <a:solidFill>
                  <a:srgbClr val="538235"/>
                </a:solidFill>
                <a:latin typeface="Tahoma"/>
                <a:cs typeface="Tahoma"/>
              </a:rPr>
              <a:t> </a:t>
            </a:r>
            <a:r>
              <a:rPr sz="1200" spc="-5" dirty="0">
                <a:solidFill>
                  <a:srgbClr val="538235"/>
                </a:solidFill>
                <a:latin typeface="Tahoma"/>
                <a:cs typeface="Tahoma"/>
              </a:rPr>
              <a:t>ciphertext</a:t>
            </a:r>
            <a:r>
              <a:rPr sz="1200" spc="15" dirty="0">
                <a:solidFill>
                  <a:srgbClr val="538235"/>
                </a:solidFill>
                <a:latin typeface="Tahoma"/>
                <a:cs typeface="Tahoma"/>
              </a:rPr>
              <a:t> </a:t>
            </a:r>
            <a:r>
              <a:rPr sz="1200" spc="-5" dirty="0">
                <a:solidFill>
                  <a:srgbClr val="538235"/>
                </a:solidFill>
                <a:latin typeface="Tahoma"/>
                <a:cs typeface="Tahoma"/>
              </a:rPr>
              <a:t>attacks</a:t>
            </a:r>
            <a:endParaRPr sz="1200">
              <a:latin typeface="Tahoma"/>
              <a:cs typeface="Tahoma"/>
            </a:endParaRPr>
          </a:p>
          <a:p>
            <a:pPr marL="527685" indent="-171450">
              <a:lnSpc>
                <a:spcPct val="100000"/>
              </a:lnSpc>
              <a:spcBef>
                <a:spcPts val="720"/>
              </a:spcBef>
              <a:buFont typeface="Wingdings"/>
              <a:buChar char=""/>
              <a:tabLst>
                <a:tab pos="528320" algn="l"/>
              </a:tabLst>
            </a:pPr>
            <a:r>
              <a:rPr sz="1200" spc="-5" dirty="0">
                <a:solidFill>
                  <a:srgbClr val="538235"/>
                </a:solidFill>
                <a:latin typeface="Tahoma"/>
                <a:cs typeface="Tahoma"/>
              </a:rPr>
              <a:t>This</a:t>
            </a:r>
            <a:r>
              <a:rPr sz="1200" spc="15" dirty="0">
                <a:solidFill>
                  <a:srgbClr val="538235"/>
                </a:solidFill>
                <a:latin typeface="Tahoma"/>
                <a:cs typeface="Tahoma"/>
              </a:rPr>
              <a:t> </a:t>
            </a:r>
            <a:r>
              <a:rPr sz="1200" dirty="0">
                <a:solidFill>
                  <a:srgbClr val="538235"/>
                </a:solidFill>
                <a:latin typeface="Tahoma"/>
                <a:cs typeface="Tahoma"/>
              </a:rPr>
              <a:t>type</a:t>
            </a:r>
            <a:r>
              <a:rPr sz="1200" spc="-30" dirty="0">
                <a:solidFill>
                  <a:srgbClr val="538235"/>
                </a:solidFill>
                <a:latin typeface="Tahoma"/>
                <a:cs typeface="Tahoma"/>
              </a:rPr>
              <a:t> </a:t>
            </a:r>
            <a:r>
              <a:rPr sz="1200" dirty="0">
                <a:solidFill>
                  <a:srgbClr val="538235"/>
                </a:solidFill>
                <a:latin typeface="Tahoma"/>
                <a:cs typeface="Tahoma"/>
              </a:rPr>
              <a:t>of</a:t>
            </a:r>
            <a:r>
              <a:rPr sz="1200" spc="5" dirty="0">
                <a:solidFill>
                  <a:srgbClr val="538235"/>
                </a:solidFill>
                <a:latin typeface="Tahoma"/>
                <a:cs typeface="Tahoma"/>
              </a:rPr>
              <a:t> </a:t>
            </a:r>
            <a:r>
              <a:rPr sz="1200" spc="-5" dirty="0">
                <a:solidFill>
                  <a:srgbClr val="538235"/>
                </a:solidFill>
                <a:latin typeface="Tahoma"/>
                <a:cs typeface="Tahoma"/>
              </a:rPr>
              <a:t>attack</a:t>
            </a:r>
            <a:r>
              <a:rPr sz="1200" spc="-45" dirty="0">
                <a:solidFill>
                  <a:srgbClr val="538235"/>
                </a:solidFill>
                <a:latin typeface="Tahoma"/>
                <a:cs typeface="Tahoma"/>
              </a:rPr>
              <a:t> </a:t>
            </a:r>
            <a:r>
              <a:rPr sz="1200" spc="-5" dirty="0">
                <a:solidFill>
                  <a:srgbClr val="538235"/>
                </a:solidFill>
                <a:latin typeface="Tahoma"/>
                <a:cs typeface="Tahoma"/>
              </a:rPr>
              <a:t>exploits</a:t>
            </a:r>
            <a:r>
              <a:rPr sz="1200" spc="20" dirty="0">
                <a:solidFill>
                  <a:srgbClr val="538235"/>
                </a:solidFill>
                <a:latin typeface="Tahoma"/>
                <a:cs typeface="Tahoma"/>
              </a:rPr>
              <a:t> </a:t>
            </a:r>
            <a:r>
              <a:rPr sz="1200" spc="-5" dirty="0">
                <a:solidFill>
                  <a:srgbClr val="538235"/>
                </a:solidFill>
                <a:latin typeface="Tahoma"/>
                <a:cs typeface="Tahoma"/>
              </a:rPr>
              <a:t>properties</a:t>
            </a:r>
            <a:r>
              <a:rPr sz="1200" spc="15" dirty="0">
                <a:solidFill>
                  <a:srgbClr val="538235"/>
                </a:solidFill>
                <a:latin typeface="Tahoma"/>
                <a:cs typeface="Tahoma"/>
              </a:rPr>
              <a:t> </a:t>
            </a:r>
            <a:r>
              <a:rPr sz="1200" dirty="0">
                <a:solidFill>
                  <a:srgbClr val="538235"/>
                </a:solidFill>
                <a:latin typeface="Tahoma"/>
                <a:cs typeface="Tahoma"/>
              </a:rPr>
              <a:t>of the RSA</a:t>
            </a:r>
            <a:r>
              <a:rPr sz="1200" spc="-20" dirty="0">
                <a:solidFill>
                  <a:srgbClr val="538235"/>
                </a:solidFill>
                <a:latin typeface="Tahoma"/>
                <a:cs typeface="Tahoma"/>
              </a:rPr>
              <a:t> </a:t>
            </a:r>
            <a:r>
              <a:rPr sz="1200" spc="-5" dirty="0">
                <a:solidFill>
                  <a:srgbClr val="538235"/>
                </a:solidFill>
                <a:latin typeface="Tahoma"/>
                <a:cs typeface="Tahoma"/>
              </a:rPr>
              <a:t>algorithm.</a:t>
            </a:r>
            <a:endParaRPr sz="1200">
              <a:latin typeface="Tahoma"/>
              <a:cs typeface="Tahoma"/>
            </a:endParaRPr>
          </a:p>
          <a:p>
            <a:pPr>
              <a:lnSpc>
                <a:spcPct val="100000"/>
              </a:lnSpc>
            </a:pPr>
            <a:endParaRPr sz="1400">
              <a:latin typeface="Tahoma"/>
              <a:cs typeface="Tahoma"/>
            </a:endParaRPr>
          </a:p>
          <a:p>
            <a:pPr marL="12700">
              <a:lnSpc>
                <a:spcPct val="100000"/>
              </a:lnSpc>
              <a:spcBef>
                <a:spcPts val="1190"/>
              </a:spcBef>
            </a:pPr>
            <a:r>
              <a:rPr sz="1200" b="1" spc="-5" dirty="0">
                <a:solidFill>
                  <a:srgbClr val="538235"/>
                </a:solidFill>
                <a:latin typeface="Tahoma"/>
                <a:cs typeface="Tahoma"/>
              </a:rPr>
              <a:t>Factoring</a:t>
            </a:r>
            <a:r>
              <a:rPr sz="1200" b="1" spc="-25" dirty="0">
                <a:solidFill>
                  <a:srgbClr val="538235"/>
                </a:solidFill>
                <a:latin typeface="Tahoma"/>
                <a:cs typeface="Tahoma"/>
              </a:rPr>
              <a:t> </a:t>
            </a:r>
            <a:r>
              <a:rPr sz="1200" b="1" spc="-5" dirty="0">
                <a:solidFill>
                  <a:srgbClr val="538235"/>
                </a:solidFill>
                <a:latin typeface="Tahoma"/>
                <a:cs typeface="Tahoma"/>
              </a:rPr>
              <a:t>Algorithms:</a:t>
            </a:r>
            <a:endParaRPr sz="1200">
              <a:latin typeface="Tahoma"/>
              <a:cs typeface="Tahoma"/>
            </a:endParaRPr>
          </a:p>
          <a:p>
            <a:pPr marL="182880" indent="-170815">
              <a:lnSpc>
                <a:spcPct val="100000"/>
              </a:lnSpc>
              <a:spcBef>
                <a:spcPts val="720"/>
              </a:spcBef>
              <a:buFont typeface="Wingdings"/>
              <a:buChar char=""/>
              <a:tabLst>
                <a:tab pos="183515" algn="l"/>
              </a:tabLst>
            </a:pPr>
            <a:r>
              <a:rPr sz="1200" spc="-15" dirty="0">
                <a:solidFill>
                  <a:srgbClr val="538235"/>
                </a:solidFill>
                <a:latin typeface="Tahoma"/>
                <a:cs typeface="Tahoma"/>
              </a:rPr>
              <a:t>Pollard’s</a:t>
            </a:r>
            <a:r>
              <a:rPr sz="1200" spc="-25" dirty="0">
                <a:solidFill>
                  <a:srgbClr val="538235"/>
                </a:solidFill>
                <a:latin typeface="Tahoma"/>
                <a:cs typeface="Tahoma"/>
              </a:rPr>
              <a:t> </a:t>
            </a:r>
            <a:r>
              <a:rPr sz="1200" dirty="0">
                <a:solidFill>
                  <a:srgbClr val="538235"/>
                </a:solidFill>
                <a:latin typeface="Tahoma"/>
                <a:cs typeface="Tahoma"/>
              </a:rPr>
              <a:t>p-1</a:t>
            </a:r>
            <a:r>
              <a:rPr sz="1200" spc="-20" dirty="0">
                <a:solidFill>
                  <a:srgbClr val="538235"/>
                </a:solidFill>
                <a:latin typeface="Tahoma"/>
                <a:cs typeface="Tahoma"/>
              </a:rPr>
              <a:t> </a:t>
            </a:r>
            <a:r>
              <a:rPr sz="1200" spc="-5" dirty="0">
                <a:solidFill>
                  <a:srgbClr val="538235"/>
                </a:solidFill>
                <a:latin typeface="Tahoma"/>
                <a:cs typeface="Tahoma"/>
              </a:rPr>
              <a:t>algorithm</a:t>
            </a:r>
            <a:endParaRPr sz="1200">
              <a:latin typeface="Tahoma"/>
              <a:cs typeface="Tahoma"/>
            </a:endParaRPr>
          </a:p>
          <a:p>
            <a:pPr marL="182880" indent="-170815">
              <a:lnSpc>
                <a:spcPct val="100000"/>
              </a:lnSpc>
              <a:spcBef>
                <a:spcPts val="720"/>
              </a:spcBef>
              <a:buFont typeface="Wingdings"/>
              <a:buChar char=""/>
              <a:tabLst>
                <a:tab pos="183515" algn="l"/>
              </a:tabLst>
            </a:pPr>
            <a:r>
              <a:rPr sz="1200" spc="-15" dirty="0">
                <a:solidFill>
                  <a:srgbClr val="538235"/>
                </a:solidFill>
                <a:latin typeface="Tahoma"/>
                <a:cs typeface="Tahoma"/>
              </a:rPr>
              <a:t>Pollard’s</a:t>
            </a:r>
            <a:r>
              <a:rPr sz="1200" spc="-20" dirty="0">
                <a:solidFill>
                  <a:srgbClr val="538235"/>
                </a:solidFill>
                <a:latin typeface="Tahoma"/>
                <a:cs typeface="Tahoma"/>
              </a:rPr>
              <a:t> </a:t>
            </a:r>
            <a:r>
              <a:rPr sz="1200" spc="-5" dirty="0">
                <a:solidFill>
                  <a:srgbClr val="538235"/>
                </a:solidFill>
                <a:latin typeface="Tahoma"/>
                <a:cs typeface="Tahoma"/>
              </a:rPr>
              <a:t>rho</a:t>
            </a:r>
            <a:r>
              <a:rPr sz="1200" spc="-15" dirty="0">
                <a:solidFill>
                  <a:srgbClr val="538235"/>
                </a:solidFill>
                <a:latin typeface="Tahoma"/>
                <a:cs typeface="Tahoma"/>
              </a:rPr>
              <a:t> </a:t>
            </a:r>
            <a:r>
              <a:rPr sz="1200" spc="-5" dirty="0">
                <a:solidFill>
                  <a:srgbClr val="538235"/>
                </a:solidFill>
                <a:latin typeface="Tahoma"/>
                <a:cs typeface="Tahoma"/>
              </a:rPr>
              <a:t>algorithm</a:t>
            </a:r>
            <a:endParaRPr sz="1200">
              <a:latin typeface="Tahoma"/>
              <a:cs typeface="Tahoma"/>
            </a:endParaRPr>
          </a:p>
          <a:p>
            <a:pPr marL="182880" indent="-170815">
              <a:lnSpc>
                <a:spcPct val="100000"/>
              </a:lnSpc>
              <a:spcBef>
                <a:spcPts val="725"/>
              </a:spcBef>
              <a:buFont typeface="Wingdings"/>
              <a:buChar char=""/>
              <a:tabLst>
                <a:tab pos="183515" algn="l"/>
              </a:tabLst>
            </a:pPr>
            <a:r>
              <a:rPr sz="1200" spc="-10" dirty="0">
                <a:solidFill>
                  <a:srgbClr val="538235"/>
                </a:solidFill>
                <a:latin typeface="Tahoma"/>
                <a:cs typeface="Tahoma"/>
              </a:rPr>
              <a:t>Elliptic</a:t>
            </a:r>
            <a:r>
              <a:rPr sz="1200" spc="25" dirty="0">
                <a:solidFill>
                  <a:srgbClr val="538235"/>
                </a:solidFill>
                <a:latin typeface="Tahoma"/>
                <a:cs typeface="Tahoma"/>
              </a:rPr>
              <a:t> </a:t>
            </a:r>
            <a:r>
              <a:rPr sz="1200" dirty="0">
                <a:solidFill>
                  <a:srgbClr val="538235"/>
                </a:solidFill>
                <a:latin typeface="Tahoma"/>
                <a:cs typeface="Tahoma"/>
              </a:rPr>
              <a:t>Curve</a:t>
            </a:r>
            <a:r>
              <a:rPr sz="1200" spc="-5" dirty="0">
                <a:solidFill>
                  <a:srgbClr val="538235"/>
                </a:solidFill>
                <a:latin typeface="Tahoma"/>
                <a:cs typeface="Tahoma"/>
              </a:rPr>
              <a:t> </a:t>
            </a:r>
            <a:r>
              <a:rPr sz="1200" spc="-10" dirty="0">
                <a:solidFill>
                  <a:srgbClr val="538235"/>
                </a:solidFill>
                <a:latin typeface="Tahoma"/>
                <a:cs typeface="Tahoma"/>
              </a:rPr>
              <a:t>Factorization</a:t>
            </a:r>
            <a:r>
              <a:rPr sz="1200" spc="15" dirty="0">
                <a:solidFill>
                  <a:srgbClr val="538235"/>
                </a:solidFill>
                <a:latin typeface="Tahoma"/>
                <a:cs typeface="Tahoma"/>
              </a:rPr>
              <a:t> </a:t>
            </a:r>
            <a:r>
              <a:rPr sz="1200" dirty="0">
                <a:solidFill>
                  <a:srgbClr val="538235"/>
                </a:solidFill>
                <a:latin typeface="Tahoma"/>
                <a:cs typeface="Tahoma"/>
              </a:rPr>
              <a:t>Method</a:t>
            </a:r>
            <a:r>
              <a:rPr sz="1200" spc="-5" dirty="0">
                <a:solidFill>
                  <a:srgbClr val="538235"/>
                </a:solidFill>
                <a:latin typeface="Tahoma"/>
                <a:cs typeface="Tahoma"/>
              </a:rPr>
              <a:t> </a:t>
            </a:r>
            <a:r>
              <a:rPr sz="1200" dirty="0">
                <a:solidFill>
                  <a:srgbClr val="538235"/>
                </a:solidFill>
                <a:latin typeface="Tahoma"/>
                <a:cs typeface="Tahoma"/>
              </a:rPr>
              <a:t>(ECM)</a:t>
            </a:r>
            <a:endParaRPr sz="1200">
              <a:latin typeface="Tahoma"/>
              <a:cs typeface="Tahoma"/>
            </a:endParaRPr>
          </a:p>
          <a:p>
            <a:pPr marL="182880" indent="-170815">
              <a:lnSpc>
                <a:spcPct val="100000"/>
              </a:lnSpc>
              <a:spcBef>
                <a:spcPts val="720"/>
              </a:spcBef>
              <a:buFont typeface="Wingdings"/>
              <a:buChar char=""/>
              <a:tabLst>
                <a:tab pos="183515" algn="l"/>
              </a:tabLst>
            </a:pPr>
            <a:r>
              <a:rPr sz="1200" spc="-10" dirty="0">
                <a:solidFill>
                  <a:srgbClr val="538235"/>
                </a:solidFill>
                <a:latin typeface="Tahoma"/>
                <a:cs typeface="Tahoma"/>
              </a:rPr>
              <a:t>Quadratic</a:t>
            </a:r>
            <a:r>
              <a:rPr sz="1200" spc="15" dirty="0">
                <a:solidFill>
                  <a:srgbClr val="538235"/>
                </a:solidFill>
                <a:latin typeface="Tahoma"/>
                <a:cs typeface="Tahoma"/>
              </a:rPr>
              <a:t> </a:t>
            </a:r>
            <a:r>
              <a:rPr sz="1200" spc="-10" dirty="0">
                <a:solidFill>
                  <a:srgbClr val="538235"/>
                </a:solidFill>
                <a:latin typeface="Tahoma"/>
                <a:cs typeface="Tahoma"/>
              </a:rPr>
              <a:t>Sieve:</a:t>
            </a:r>
            <a:r>
              <a:rPr sz="1200" spc="20" dirty="0">
                <a:solidFill>
                  <a:srgbClr val="538235"/>
                </a:solidFill>
                <a:latin typeface="Tahoma"/>
                <a:cs typeface="Tahoma"/>
              </a:rPr>
              <a:t> </a:t>
            </a:r>
            <a:r>
              <a:rPr sz="1200" dirty="0">
                <a:solidFill>
                  <a:srgbClr val="538235"/>
                </a:solidFill>
                <a:latin typeface="Tahoma"/>
                <a:cs typeface="Tahoma"/>
              </a:rPr>
              <a:t>It</a:t>
            </a:r>
            <a:r>
              <a:rPr sz="1200" spc="-5" dirty="0">
                <a:solidFill>
                  <a:srgbClr val="538235"/>
                </a:solidFill>
                <a:latin typeface="Tahoma"/>
                <a:cs typeface="Tahoma"/>
              </a:rPr>
              <a:t> </a:t>
            </a:r>
            <a:r>
              <a:rPr sz="1200" spc="-10" dirty="0">
                <a:solidFill>
                  <a:srgbClr val="538235"/>
                </a:solidFill>
                <a:latin typeface="Tahoma"/>
                <a:cs typeface="Tahoma"/>
              </a:rPr>
              <a:t>is</a:t>
            </a:r>
            <a:r>
              <a:rPr sz="1200" spc="30" dirty="0">
                <a:solidFill>
                  <a:srgbClr val="538235"/>
                </a:solidFill>
                <a:latin typeface="Tahoma"/>
                <a:cs typeface="Tahoma"/>
              </a:rPr>
              <a:t> </a:t>
            </a:r>
            <a:r>
              <a:rPr sz="1200" spc="-10" dirty="0">
                <a:solidFill>
                  <a:srgbClr val="538235"/>
                </a:solidFill>
                <a:latin typeface="Tahoma"/>
                <a:cs typeface="Tahoma"/>
              </a:rPr>
              <a:t>fastest</a:t>
            </a:r>
            <a:r>
              <a:rPr sz="1200" spc="50" dirty="0">
                <a:solidFill>
                  <a:srgbClr val="538235"/>
                </a:solidFill>
                <a:latin typeface="Tahoma"/>
                <a:cs typeface="Tahoma"/>
              </a:rPr>
              <a:t> </a:t>
            </a:r>
            <a:r>
              <a:rPr sz="1200" spc="-5" dirty="0">
                <a:solidFill>
                  <a:srgbClr val="538235"/>
                </a:solidFill>
                <a:latin typeface="Tahoma"/>
                <a:cs typeface="Tahoma"/>
              </a:rPr>
              <a:t>method</a:t>
            </a:r>
            <a:r>
              <a:rPr sz="1200" spc="20" dirty="0">
                <a:solidFill>
                  <a:srgbClr val="538235"/>
                </a:solidFill>
                <a:latin typeface="Tahoma"/>
                <a:cs typeface="Tahoma"/>
              </a:rPr>
              <a:t> </a:t>
            </a:r>
            <a:r>
              <a:rPr sz="1200" spc="-5" dirty="0">
                <a:solidFill>
                  <a:srgbClr val="538235"/>
                </a:solidFill>
                <a:latin typeface="Tahoma"/>
                <a:cs typeface="Tahoma"/>
              </a:rPr>
              <a:t>for</a:t>
            </a:r>
            <a:r>
              <a:rPr sz="1200" spc="-15" dirty="0">
                <a:solidFill>
                  <a:srgbClr val="538235"/>
                </a:solidFill>
                <a:latin typeface="Tahoma"/>
                <a:cs typeface="Tahoma"/>
              </a:rPr>
              <a:t> </a:t>
            </a:r>
            <a:r>
              <a:rPr sz="1200" spc="-10" dirty="0">
                <a:solidFill>
                  <a:srgbClr val="538235"/>
                </a:solidFill>
                <a:latin typeface="Tahoma"/>
                <a:cs typeface="Tahoma"/>
              </a:rPr>
              <a:t>factoring</a:t>
            </a:r>
            <a:r>
              <a:rPr sz="1200" spc="50" dirty="0">
                <a:solidFill>
                  <a:srgbClr val="538235"/>
                </a:solidFill>
                <a:latin typeface="Tahoma"/>
                <a:cs typeface="Tahoma"/>
              </a:rPr>
              <a:t> </a:t>
            </a:r>
            <a:r>
              <a:rPr sz="1200" spc="-5" dirty="0">
                <a:solidFill>
                  <a:srgbClr val="538235"/>
                </a:solidFill>
                <a:latin typeface="Tahoma"/>
                <a:cs typeface="Tahoma"/>
              </a:rPr>
              <a:t>integers</a:t>
            </a:r>
            <a:r>
              <a:rPr sz="1200" spc="35" dirty="0">
                <a:solidFill>
                  <a:srgbClr val="538235"/>
                </a:solidFill>
                <a:latin typeface="Tahoma"/>
                <a:cs typeface="Tahoma"/>
              </a:rPr>
              <a:t> </a:t>
            </a:r>
            <a:r>
              <a:rPr sz="1200" spc="-10" dirty="0">
                <a:solidFill>
                  <a:srgbClr val="538235"/>
                </a:solidFill>
                <a:latin typeface="Tahoma"/>
                <a:cs typeface="Tahoma"/>
              </a:rPr>
              <a:t>less</a:t>
            </a:r>
            <a:r>
              <a:rPr sz="1200" spc="30" dirty="0">
                <a:solidFill>
                  <a:srgbClr val="538235"/>
                </a:solidFill>
                <a:latin typeface="Tahoma"/>
                <a:cs typeface="Tahoma"/>
              </a:rPr>
              <a:t> </a:t>
            </a:r>
            <a:r>
              <a:rPr sz="1200" dirty="0">
                <a:solidFill>
                  <a:srgbClr val="538235"/>
                </a:solidFill>
                <a:latin typeface="Tahoma"/>
                <a:cs typeface="Tahoma"/>
              </a:rPr>
              <a:t>than</a:t>
            </a:r>
            <a:r>
              <a:rPr sz="1200" spc="15" dirty="0">
                <a:solidFill>
                  <a:srgbClr val="538235"/>
                </a:solidFill>
                <a:latin typeface="Tahoma"/>
                <a:cs typeface="Tahoma"/>
              </a:rPr>
              <a:t> </a:t>
            </a:r>
            <a:r>
              <a:rPr sz="1200" spc="-10" dirty="0">
                <a:solidFill>
                  <a:srgbClr val="538235"/>
                </a:solidFill>
                <a:latin typeface="Tahoma"/>
                <a:cs typeface="Tahoma"/>
              </a:rPr>
              <a:t>110</a:t>
            </a:r>
            <a:r>
              <a:rPr sz="1200" spc="5" dirty="0">
                <a:solidFill>
                  <a:srgbClr val="538235"/>
                </a:solidFill>
                <a:latin typeface="Tahoma"/>
                <a:cs typeface="Tahoma"/>
              </a:rPr>
              <a:t> </a:t>
            </a:r>
            <a:r>
              <a:rPr sz="1200" spc="-5" dirty="0">
                <a:solidFill>
                  <a:srgbClr val="538235"/>
                </a:solidFill>
                <a:latin typeface="Tahoma"/>
                <a:cs typeface="Tahoma"/>
              </a:rPr>
              <a:t>digits.</a:t>
            </a:r>
            <a:endParaRPr sz="1200">
              <a:latin typeface="Tahoma"/>
              <a:cs typeface="Tahoma"/>
            </a:endParaRPr>
          </a:p>
          <a:p>
            <a:pPr marL="182880" indent="-170815">
              <a:lnSpc>
                <a:spcPct val="100000"/>
              </a:lnSpc>
              <a:spcBef>
                <a:spcPts val="720"/>
              </a:spcBef>
              <a:buFont typeface="Wingdings"/>
              <a:buChar char=""/>
              <a:tabLst>
                <a:tab pos="183515" algn="l"/>
              </a:tabLst>
            </a:pPr>
            <a:r>
              <a:rPr sz="1200" spc="-5" dirty="0">
                <a:solidFill>
                  <a:srgbClr val="538235"/>
                </a:solidFill>
                <a:latin typeface="Tahoma"/>
                <a:cs typeface="Tahoma"/>
              </a:rPr>
              <a:t>Generalized</a:t>
            </a:r>
            <a:r>
              <a:rPr sz="1200" spc="360" dirty="0">
                <a:solidFill>
                  <a:srgbClr val="538235"/>
                </a:solidFill>
                <a:latin typeface="Tahoma"/>
                <a:cs typeface="Tahoma"/>
              </a:rPr>
              <a:t> </a:t>
            </a:r>
            <a:r>
              <a:rPr sz="1200" spc="-5" dirty="0">
                <a:solidFill>
                  <a:srgbClr val="538235"/>
                </a:solidFill>
                <a:latin typeface="Tahoma"/>
                <a:cs typeface="Tahoma"/>
              </a:rPr>
              <a:t>number</a:t>
            </a:r>
            <a:r>
              <a:rPr sz="1200" spc="350" dirty="0">
                <a:solidFill>
                  <a:srgbClr val="538235"/>
                </a:solidFill>
                <a:latin typeface="Tahoma"/>
                <a:cs typeface="Tahoma"/>
              </a:rPr>
              <a:t> </a:t>
            </a:r>
            <a:r>
              <a:rPr sz="1200" spc="-5" dirty="0">
                <a:solidFill>
                  <a:srgbClr val="538235"/>
                </a:solidFill>
                <a:latin typeface="Tahoma"/>
                <a:cs typeface="Tahoma"/>
              </a:rPr>
              <a:t>field</a:t>
            </a:r>
            <a:r>
              <a:rPr sz="1200" spc="360" dirty="0">
                <a:solidFill>
                  <a:srgbClr val="538235"/>
                </a:solidFill>
                <a:latin typeface="Tahoma"/>
                <a:cs typeface="Tahoma"/>
              </a:rPr>
              <a:t> </a:t>
            </a:r>
            <a:r>
              <a:rPr sz="1200" spc="-5" dirty="0">
                <a:solidFill>
                  <a:srgbClr val="538235"/>
                </a:solidFill>
                <a:latin typeface="Tahoma"/>
                <a:cs typeface="Tahoma"/>
              </a:rPr>
              <a:t>sieve:</a:t>
            </a:r>
            <a:r>
              <a:rPr sz="1200" spc="360" dirty="0">
                <a:solidFill>
                  <a:srgbClr val="538235"/>
                </a:solidFill>
                <a:latin typeface="Tahoma"/>
                <a:cs typeface="Tahoma"/>
              </a:rPr>
              <a:t> </a:t>
            </a:r>
            <a:r>
              <a:rPr sz="1200" dirty="0">
                <a:solidFill>
                  <a:srgbClr val="538235"/>
                </a:solidFill>
                <a:latin typeface="Tahoma"/>
                <a:cs typeface="Tahoma"/>
              </a:rPr>
              <a:t>It</a:t>
            </a:r>
            <a:r>
              <a:rPr sz="1200" spc="350" dirty="0">
                <a:solidFill>
                  <a:srgbClr val="538235"/>
                </a:solidFill>
                <a:latin typeface="Tahoma"/>
                <a:cs typeface="Tahoma"/>
              </a:rPr>
              <a:t> </a:t>
            </a:r>
            <a:r>
              <a:rPr sz="1200" spc="-10" dirty="0">
                <a:solidFill>
                  <a:srgbClr val="538235"/>
                </a:solidFill>
                <a:latin typeface="Tahoma"/>
                <a:cs typeface="Tahoma"/>
              </a:rPr>
              <a:t>is</a:t>
            </a:r>
            <a:r>
              <a:rPr sz="1200" spc="340" dirty="0">
                <a:solidFill>
                  <a:srgbClr val="538235"/>
                </a:solidFill>
                <a:latin typeface="Tahoma"/>
                <a:cs typeface="Tahoma"/>
              </a:rPr>
              <a:t> </a:t>
            </a:r>
            <a:r>
              <a:rPr sz="1200" dirty="0">
                <a:solidFill>
                  <a:srgbClr val="538235"/>
                </a:solidFill>
                <a:latin typeface="Tahoma"/>
                <a:cs typeface="Tahoma"/>
              </a:rPr>
              <a:t>the</a:t>
            </a:r>
            <a:r>
              <a:rPr sz="1200" spc="345" dirty="0">
                <a:solidFill>
                  <a:srgbClr val="538235"/>
                </a:solidFill>
                <a:latin typeface="Tahoma"/>
                <a:cs typeface="Tahoma"/>
              </a:rPr>
              <a:t> </a:t>
            </a:r>
            <a:r>
              <a:rPr sz="1200" spc="-5" dirty="0">
                <a:solidFill>
                  <a:srgbClr val="538235"/>
                </a:solidFill>
                <a:latin typeface="Tahoma"/>
                <a:cs typeface="Tahoma"/>
              </a:rPr>
              <a:t>most</a:t>
            </a:r>
            <a:r>
              <a:rPr sz="1200" spc="355" dirty="0">
                <a:solidFill>
                  <a:srgbClr val="538235"/>
                </a:solidFill>
                <a:latin typeface="Tahoma"/>
                <a:cs typeface="Tahoma"/>
              </a:rPr>
              <a:t> </a:t>
            </a:r>
            <a:r>
              <a:rPr sz="1200" spc="-5" dirty="0">
                <a:solidFill>
                  <a:srgbClr val="538235"/>
                </a:solidFill>
                <a:latin typeface="Tahoma"/>
                <a:cs typeface="Tahoma"/>
              </a:rPr>
              <a:t>efficient  method</a:t>
            </a:r>
            <a:r>
              <a:rPr sz="1200" spc="350" dirty="0">
                <a:solidFill>
                  <a:srgbClr val="538235"/>
                </a:solidFill>
                <a:latin typeface="Tahoma"/>
                <a:cs typeface="Tahoma"/>
              </a:rPr>
              <a:t> </a:t>
            </a:r>
            <a:r>
              <a:rPr sz="1200" spc="-5" dirty="0">
                <a:solidFill>
                  <a:srgbClr val="538235"/>
                </a:solidFill>
                <a:latin typeface="Tahoma"/>
                <a:cs typeface="Tahoma"/>
              </a:rPr>
              <a:t>for</a:t>
            </a:r>
            <a:r>
              <a:rPr sz="1200" spc="350" dirty="0">
                <a:solidFill>
                  <a:srgbClr val="538235"/>
                </a:solidFill>
                <a:latin typeface="Tahoma"/>
                <a:cs typeface="Tahoma"/>
              </a:rPr>
              <a:t> </a:t>
            </a:r>
            <a:r>
              <a:rPr sz="1200" spc="-10" dirty="0">
                <a:solidFill>
                  <a:srgbClr val="538235"/>
                </a:solidFill>
                <a:latin typeface="Tahoma"/>
                <a:cs typeface="Tahoma"/>
              </a:rPr>
              <a:t>factoring</a:t>
            </a:r>
            <a:endParaRPr sz="1200">
              <a:latin typeface="Tahoma"/>
              <a:cs typeface="Tahoma"/>
            </a:endParaRPr>
          </a:p>
          <a:p>
            <a:pPr marL="182880">
              <a:lnSpc>
                <a:spcPct val="100000"/>
              </a:lnSpc>
              <a:spcBef>
                <a:spcPts val="720"/>
              </a:spcBef>
            </a:pPr>
            <a:r>
              <a:rPr sz="1200" spc="-5" dirty="0">
                <a:solidFill>
                  <a:srgbClr val="538235"/>
                </a:solidFill>
                <a:latin typeface="Tahoma"/>
                <a:cs typeface="Tahoma"/>
              </a:rPr>
              <a:t>integers</a:t>
            </a:r>
            <a:r>
              <a:rPr sz="1200" spc="20" dirty="0">
                <a:solidFill>
                  <a:srgbClr val="538235"/>
                </a:solidFill>
                <a:latin typeface="Tahoma"/>
                <a:cs typeface="Tahoma"/>
              </a:rPr>
              <a:t> </a:t>
            </a:r>
            <a:r>
              <a:rPr sz="1200" spc="-10" dirty="0">
                <a:solidFill>
                  <a:srgbClr val="538235"/>
                </a:solidFill>
                <a:latin typeface="Tahoma"/>
                <a:cs typeface="Tahoma"/>
              </a:rPr>
              <a:t>larger</a:t>
            </a:r>
            <a:r>
              <a:rPr sz="1200" spc="30" dirty="0">
                <a:solidFill>
                  <a:srgbClr val="538235"/>
                </a:solidFill>
                <a:latin typeface="Tahoma"/>
                <a:cs typeface="Tahoma"/>
              </a:rPr>
              <a:t> </a:t>
            </a:r>
            <a:r>
              <a:rPr sz="1200" spc="-5" dirty="0">
                <a:solidFill>
                  <a:srgbClr val="538235"/>
                </a:solidFill>
                <a:latin typeface="Tahoma"/>
                <a:cs typeface="Tahoma"/>
              </a:rPr>
              <a:t>than</a:t>
            </a:r>
            <a:r>
              <a:rPr sz="1200" spc="-15" dirty="0">
                <a:solidFill>
                  <a:srgbClr val="538235"/>
                </a:solidFill>
                <a:latin typeface="Tahoma"/>
                <a:cs typeface="Tahoma"/>
              </a:rPr>
              <a:t> </a:t>
            </a:r>
            <a:r>
              <a:rPr sz="1200" spc="-10" dirty="0">
                <a:solidFill>
                  <a:srgbClr val="538235"/>
                </a:solidFill>
                <a:latin typeface="Tahoma"/>
                <a:cs typeface="Tahoma"/>
              </a:rPr>
              <a:t>110</a:t>
            </a:r>
            <a:r>
              <a:rPr sz="1200" spc="-5" dirty="0">
                <a:solidFill>
                  <a:srgbClr val="538235"/>
                </a:solidFill>
                <a:latin typeface="Tahoma"/>
                <a:cs typeface="Tahoma"/>
              </a:rPr>
              <a:t> digits.</a:t>
            </a:r>
            <a:endParaRPr sz="1200">
              <a:latin typeface="Tahoma"/>
              <a:cs typeface="Tahoma"/>
            </a:endParaRPr>
          </a:p>
          <a:p>
            <a:pPr marL="12700" marR="5080">
              <a:lnSpc>
                <a:spcPct val="150000"/>
              </a:lnSpc>
            </a:pPr>
            <a:r>
              <a:rPr sz="1200" spc="-5" dirty="0">
                <a:solidFill>
                  <a:srgbClr val="538235"/>
                </a:solidFill>
                <a:latin typeface="Tahoma"/>
                <a:cs typeface="Tahoma"/>
              </a:rPr>
              <a:t>Generalized</a:t>
            </a:r>
            <a:r>
              <a:rPr sz="1200" spc="165" dirty="0">
                <a:solidFill>
                  <a:srgbClr val="538235"/>
                </a:solidFill>
                <a:latin typeface="Tahoma"/>
                <a:cs typeface="Tahoma"/>
              </a:rPr>
              <a:t> </a:t>
            </a:r>
            <a:r>
              <a:rPr sz="1200" spc="-5" dirty="0">
                <a:solidFill>
                  <a:srgbClr val="538235"/>
                </a:solidFill>
                <a:latin typeface="Tahoma"/>
                <a:cs typeface="Tahoma"/>
              </a:rPr>
              <a:t>number</a:t>
            </a:r>
            <a:r>
              <a:rPr sz="1200" spc="160" dirty="0">
                <a:solidFill>
                  <a:srgbClr val="538235"/>
                </a:solidFill>
                <a:latin typeface="Tahoma"/>
                <a:cs typeface="Tahoma"/>
              </a:rPr>
              <a:t> </a:t>
            </a:r>
            <a:r>
              <a:rPr sz="1200" dirty="0">
                <a:solidFill>
                  <a:srgbClr val="538235"/>
                </a:solidFill>
                <a:latin typeface="Tahoma"/>
                <a:cs typeface="Tahoma"/>
              </a:rPr>
              <a:t>field</a:t>
            </a:r>
            <a:r>
              <a:rPr sz="1200" spc="165" dirty="0">
                <a:solidFill>
                  <a:srgbClr val="538235"/>
                </a:solidFill>
                <a:latin typeface="Tahoma"/>
                <a:cs typeface="Tahoma"/>
              </a:rPr>
              <a:t> </a:t>
            </a:r>
            <a:r>
              <a:rPr sz="1200" spc="-5" dirty="0">
                <a:solidFill>
                  <a:srgbClr val="538235"/>
                </a:solidFill>
                <a:latin typeface="Tahoma"/>
                <a:cs typeface="Tahoma"/>
              </a:rPr>
              <a:t>sieve</a:t>
            </a:r>
            <a:r>
              <a:rPr sz="1200" spc="140" dirty="0">
                <a:solidFill>
                  <a:srgbClr val="538235"/>
                </a:solidFill>
                <a:latin typeface="Tahoma"/>
                <a:cs typeface="Tahoma"/>
              </a:rPr>
              <a:t> </a:t>
            </a:r>
            <a:r>
              <a:rPr sz="1200" spc="-5" dirty="0">
                <a:solidFill>
                  <a:srgbClr val="538235"/>
                </a:solidFill>
                <a:latin typeface="Tahoma"/>
                <a:cs typeface="Tahoma"/>
              </a:rPr>
              <a:t>and</a:t>
            </a:r>
            <a:r>
              <a:rPr sz="1200" spc="170" dirty="0">
                <a:solidFill>
                  <a:srgbClr val="538235"/>
                </a:solidFill>
                <a:latin typeface="Tahoma"/>
                <a:cs typeface="Tahoma"/>
              </a:rPr>
              <a:t> </a:t>
            </a:r>
            <a:r>
              <a:rPr sz="1200" spc="-5" dirty="0">
                <a:solidFill>
                  <a:srgbClr val="538235"/>
                </a:solidFill>
                <a:latin typeface="Tahoma"/>
                <a:cs typeface="Tahoma"/>
              </a:rPr>
              <a:t>Quadratic</a:t>
            </a:r>
            <a:r>
              <a:rPr sz="1200" spc="160" dirty="0">
                <a:solidFill>
                  <a:srgbClr val="538235"/>
                </a:solidFill>
                <a:latin typeface="Tahoma"/>
                <a:cs typeface="Tahoma"/>
              </a:rPr>
              <a:t> </a:t>
            </a:r>
            <a:r>
              <a:rPr sz="1200" spc="-10" dirty="0">
                <a:solidFill>
                  <a:srgbClr val="538235"/>
                </a:solidFill>
                <a:latin typeface="Tahoma"/>
                <a:cs typeface="Tahoma"/>
              </a:rPr>
              <a:t>sieve</a:t>
            </a:r>
            <a:r>
              <a:rPr sz="1200" spc="150" dirty="0">
                <a:solidFill>
                  <a:srgbClr val="538235"/>
                </a:solidFill>
                <a:latin typeface="Tahoma"/>
                <a:cs typeface="Tahoma"/>
              </a:rPr>
              <a:t> </a:t>
            </a:r>
            <a:r>
              <a:rPr sz="1200" dirty="0">
                <a:solidFill>
                  <a:srgbClr val="538235"/>
                </a:solidFill>
                <a:latin typeface="Tahoma"/>
                <a:cs typeface="Tahoma"/>
              </a:rPr>
              <a:t>are</a:t>
            </a:r>
            <a:r>
              <a:rPr sz="1200" spc="150" dirty="0">
                <a:solidFill>
                  <a:srgbClr val="538235"/>
                </a:solidFill>
                <a:latin typeface="Tahoma"/>
                <a:cs typeface="Tahoma"/>
              </a:rPr>
              <a:t> </a:t>
            </a:r>
            <a:r>
              <a:rPr sz="1200" dirty="0">
                <a:solidFill>
                  <a:srgbClr val="538235"/>
                </a:solidFill>
                <a:latin typeface="Tahoma"/>
                <a:cs typeface="Tahoma"/>
              </a:rPr>
              <a:t>the</a:t>
            </a:r>
            <a:r>
              <a:rPr sz="1200" spc="175" dirty="0">
                <a:solidFill>
                  <a:srgbClr val="538235"/>
                </a:solidFill>
                <a:latin typeface="Tahoma"/>
                <a:cs typeface="Tahoma"/>
              </a:rPr>
              <a:t> </a:t>
            </a:r>
            <a:r>
              <a:rPr sz="1200" spc="-5" dirty="0">
                <a:solidFill>
                  <a:srgbClr val="538235"/>
                </a:solidFill>
                <a:latin typeface="Tahoma"/>
                <a:cs typeface="Tahoma"/>
              </a:rPr>
              <a:t>fastest</a:t>
            </a:r>
            <a:r>
              <a:rPr sz="1200" spc="165" dirty="0">
                <a:solidFill>
                  <a:srgbClr val="538235"/>
                </a:solidFill>
                <a:latin typeface="Tahoma"/>
                <a:cs typeface="Tahoma"/>
              </a:rPr>
              <a:t> </a:t>
            </a:r>
            <a:r>
              <a:rPr sz="1200" spc="-5" dirty="0">
                <a:solidFill>
                  <a:srgbClr val="538235"/>
                </a:solidFill>
                <a:latin typeface="Tahoma"/>
                <a:cs typeface="Tahoma"/>
              </a:rPr>
              <a:t>algorithms</a:t>
            </a:r>
            <a:r>
              <a:rPr sz="1200" spc="155" dirty="0">
                <a:solidFill>
                  <a:srgbClr val="538235"/>
                </a:solidFill>
                <a:latin typeface="Tahoma"/>
                <a:cs typeface="Tahoma"/>
              </a:rPr>
              <a:t> </a:t>
            </a:r>
            <a:r>
              <a:rPr sz="1200" spc="-5" dirty="0">
                <a:solidFill>
                  <a:srgbClr val="538235"/>
                </a:solidFill>
                <a:latin typeface="Tahoma"/>
                <a:cs typeface="Tahoma"/>
              </a:rPr>
              <a:t>and </a:t>
            </a:r>
            <a:r>
              <a:rPr sz="1200" spc="-360" dirty="0">
                <a:solidFill>
                  <a:srgbClr val="538235"/>
                </a:solidFill>
                <a:latin typeface="Tahoma"/>
                <a:cs typeface="Tahoma"/>
              </a:rPr>
              <a:t> </a:t>
            </a:r>
            <a:r>
              <a:rPr sz="1200" spc="-5" dirty="0">
                <a:solidFill>
                  <a:srgbClr val="538235"/>
                </a:solidFill>
                <a:latin typeface="Tahoma"/>
                <a:cs typeface="Tahoma"/>
              </a:rPr>
              <a:t>hence</a:t>
            </a:r>
            <a:r>
              <a:rPr sz="1200" spc="15" dirty="0">
                <a:solidFill>
                  <a:srgbClr val="538235"/>
                </a:solidFill>
                <a:latin typeface="Tahoma"/>
                <a:cs typeface="Tahoma"/>
              </a:rPr>
              <a:t> </a:t>
            </a:r>
            <a:r>
              <a:rPr sz="1200" spc="-5" dirty="0">
                <a:solidFill>
                  <a:srgbClr val="538235"/>
                </a:solidFill>
                <a:latin typeface="Tahoma"/>
                <a:cs typeface="Tahoma"/>
              </a:rPr>
              <a:t>mostly</a:t>
            </a:r>
            <a:r>
              <a:rPr sz="1200" dirty="0">
                <a:solidFill>
                  <a:srgbClr val="538235"/>
                </a:solidFill>
                <a:latin typeface="Tahoma"/>
                <a:cs typeface="Tahoma"/>
              </a:rPr>
              <a:t> </a:t>
            </a:r>
            <a:r>
              <a:rPr sz="1200" spc="-5" dirty="0">
                <a:solidFill>
                  <a:srgbClr val="538235"/>
                </a:solidFill>
                <a:latin typeface="Tahoma"/>
                <a:cs typeface="Tahoma"/>
              </a:rPr>
              <a:t>used</a:t>
            </a:r>
            <a:r>
              <a:rPr sz="1200" spc="40" dirty="0">
                <a:solidFill>
                  <a:srgbClr val="538235"/>
                </a:solidFill>
                <a:latin typeface="Tahoma"/>
                <a:cs typeface="Tahoma"/>
              </a:rPr>
              <a:t> </a:t>
            </a:r>
            <a:r>
              <a:rPr sz="1200" spc="-5" dirty="0">
                <a:solidFill>
                  <a:srgbClr val="538235"/>
                </a:solidFill>
                <a:latin typeface="Tahoma"/>
                <a:cs typeface="Tahoma"/>
              </a:rPr>
              <a:t>for</a:t>
            </a:r>
            <a:r>
              <a:rPr sz="1200" spc="-20" dirty="0">
                <a:solidFill>
                  <a:srgbClr val="538235"/>
                </a:solidFill>
                <a:latin typeface="Tahoma"/>
                <a:cs typeface="Tahoma"/>
              </a:rPr>
              <a:t> </a:t>
            </a:r>
            <a:r>
              <a:rPr sz="1200" spc="-5" dirty="0">
                <a:solidFill>
                  <a:srgbClr val="538235"/>
                </a:solidFill>
                <a:latin typeface="Tahoma"/>
                <a:cs typeface="Tahoma"/>
              </a:rPr>
              <a:t>performing</a:t>
            </a:r>
            <a:r>
              <a:rPr sz="1200" spc="45" dirty="0">
                <a:solidFill>
                  <a:srgbClr val="538235"/>
                </a:solidFill>
                <a:latin typeface="Tahoma"/>
                <a:cs typeface="Tahoma"/>
              </a:rPr>
              <a:t> </a:t>
            </a:r>
            <a:r>
              <a:rPr sz="1200" spc="-5" dirty="0">
                <a:solidFill>
                  <a:srgbClr val="538235"/>
                </a:solidFill>
                <a:latin typeface="Tahoma"/>
                <a:cs typeface="Tahoma"/>
              </a:rPr>
              <a:t>mathematical</a:t>
            </a:r>
            <a:r>
              <a:rPr sz="1200" spc="25" dirty="0">
                <a:solidFill>
                  <a:srgbClr val="538235"/>
                </a:solidFill>
                <a:latin typeface="Tahoma"/>
                <a:cs typeface="Tahoma"/>
              </a:rPr>
              <a:t> </a:t>
            </a:r>
            <a:r>
              <a:rPr sz="1200" spc="-5" dirty="0">
                <a:solidFill>
                  <a:srgbClr val="538235"/>
                </a:solidFill>
                <a:latin typeface="Tahoma"/>
                <a:cs typeface="Tahoma"/>
              </a:rPr>
              <a:t>attacks</a:t>
            </a:r>
            <a:r>
              <a:rPr sz="1200" spc="-20" dirty="0">
                <a:solidFill>
                  <a:srgbClr val="538235"/>
                </a:solidFill>
                <a:latin typeface="Tahoma"/>
                <a:cs typeface="Tahoma"/>
              </a:rPr>
              <a:t> </a:t>
            </a:r>
            <a:r>
              <a:rPr sz="1200" spc="-5" dirty="0">
                <a:solidFill>
                  <a:srgbClr val="538235"/>
                </a:solidFill>
                <a:latin typeface="Tahoma"/>
                <a:cs typeface="Tahoma"/>
              </a:rPr>
              <a:t>on</a:t>
            </a:r>
            <a:r>
              <a:rPr sz="1200" spc="-15" dirty="0">
                <a:solidFill>
                  <a:srgbClr val="538235"/>
                </a:solidFill>
                <a:latin typeface="Tahoma"/>
                <a:cs typeface="Tahoma"/>
              </a:rPr>
              <a:t> </a:t>
            </a:r>
            <a:r>
              <a:rPr sz="1200" dirty="0">
                <a:solidFill>
                  <a:srgbClr val="538235"/>
                </a:solidFill>
                <a:latin typeface="Tahoma"/>
                <a:cs typeface="Tahoma"/>
              </a:rPr>
              <a:t>RSA.</a:t>
            </a:r>
            <a:endParaRPr sz="1200">
              <a:latin typeface="Tahoma"/>
              <a:cs typeface="Tahom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94105" y="860552"/>
            <a:ext cx="5401945" cy="3470910"/>
          </a:xfrm>
          <a:prstGeom prst="rect">
            <a:avLst/>
          </a:prstGeom>
        </p:spPr>
        <p:txBody>
          <a:bodyPr vert="horz" wrap="square" lIns="0" tIns="12700" rIns="0" bIns="0" rtlCol="0">
            <a:spAutoFit/>
          </a:bodyPr>
          <a:lstStyle/>
          <a:p>
            <a:pPr marL="12700">
              <a:lnSpc>
                <a:spcPct val="100000"/>
              </a:lnSpc>
              <a:spcBef>
                <a:spcPts val="100"/>
              </a:spcBef>
            </a:pPr>
            <a:r>
              <a:rPr sz="1200" b="1" dirty="0">
                <a:solidFill>
                  <a:srgbClr val="38761D"/>
                </a:solidFill>
                <a:latin typeface="Tahoma"/>
                <a:cs typeface="Tahoma"/>
              </a:rPr>
              <a:t>Key</a:t>
            </a:r>
            <a:r>
              <a:rPr sz="1200" b="1" spc="-60" dirty="0">
                <a:solidFill>
                  <a:srgbClr val="38761D"/>
                </a:solidFill>
                <a:latin typeface="Tahoma"/>
                <a:cs typeface="Tahoma"/>
              </a:rPr>
              <a:t> </a:t>
            </a:r>
            <a:r>
              <a:rPr sz="1200" b="1" dirty="0">
                <a:solidFill>
                  <a:srgbClr val="38761D"/>
                </a:solidFill>
                <a:latin typeface="Tahoma"/>
                <a:cs typeface="Tahoma"/>
              </a:rPr>
              <a:t>Distribution</a:t>
            </a:r>
            <a:endParaRPr sz="1200">
              <a:latin typeface="Tahoma"/>
              <a:cs typeface="Tahoma"/>
            </a:endParaRPr>
          </a:p>
          <a:p>
            <a:pPr>
              <a:lnSpc>
                <a:spcPct val="100000"/>
              </a:lnSpc>
              <a:spcBef>
                <a:spcPts val="45"/>
              </a:spcBef>
            </a:pPr>
            <a:endParaRPr sz="1550">
              <a:latin typeface="Tahoma"/>
              <a:cs typeface="Tahoma"/>
            </a:endParaRPr>
          </a:p>
          <a:p>
            <a:pPr marL="12700">
              <a:lnSpc>
                <a:spcPct val="100000"/>
              </a:lnSpc>
              <a:spcBef>
                <a:spcPts val="5"/>
              </a:spcBef>
            </a:pPr>
            <a:r>
              <a:rPr sz="1200" spc="-15" dirty="0">
                <a:solidFill>
                  <a:srgbClr val="38761D"/>
                </a:solidFill>
                <a:latin typeface="Tahoma"/>
                <a:cs typeface="Tahoma"/>
              </a:rPr>
              <a:t>Keys</a:t>
            </a:r>
            <a:r>
              <a:rPr sz="1200" spc="75" dirty="0">
                <a:solidFill>
                  <a:srgbClr val="38761D"/>
                </a:solidFill>
                <a:latin typeface="Tahoma"/>
                <a:cs typeface="Tahoma"/>
              </a:rPr>
              <a:t> </a:t>
            </a:r>
            <a:r>
              <a:rPr sz="1200" spc="-5" dirty="0">
                <a:solidFill>
                  <a:srgbClr val="38761D"/>
                </a:solidFill>
                <a:latin typeface="Tahoma"/>
                <a:cs typeface="Tahoma"/>
              </a:rPr>
              <a:t>distribution</a:t>
            </a:r>
            <a:r>
              <a:rPr sz="1200" spc="95" dirty="0">
                <a:solidFill>
                  <a:srgbClr val="38761D"/>
                </a:solidFill>
                <a:latin typeface="Tahoma"/>
                <a:cs typeface="Tahoma"/>
              </a:rPr>
              <a:t> </a:t>
            </a:r>
            <a:r>
              <a:rPr sz="1200" spc="-10" dirty="0">
                <a:solidFill>
                  <a:srgbClr val="38761D"/>
                </a:solidFill>
                <a:latin typeface="Tahoma"/>
                <a:cs typeface="Tahoma"/>
              </a:rPr>
              <a:t>can</a:t>
            </a:r>
            <a:r>
              <a:rPr sz="1200" spc="95" dirty="0">
                <a:solidFill>
                  <a:srgbClr val="38761D"/>
                </a:solidFill>
                <a:latin typeface="Tahoma"/>
                <a:cs typeface="Tahoma"/>
              </a:rPr>
              <a:t> </a:t>
            </a:r>
            <a:r>
              <a:rPr sz="1200" dirty="0">
                <a:solidFill>
                  <a:srgbClr val="38761D"/>
                </a:solidFill>
                <a:latin typeface="Tahoma"/>
                <a:cs typeface="Tahoma"/>
              </a:rPr>
              <a:t>be</a:t>
            </a:r>
            <a:r>
              <a:rPr sz="1200" spc="80" dirty="0">
                <a:solidFill>
                  <a:srgbClr val="38761D"/>
                </a:solidFill>
                <a:latin typeface="Tahoma"/>
                <a:cs typeface="Tahoma"/>
              </a:rPr>
              <a:t> </a:t>
            </a:r>
            <a:r>
              <a:rPr sz="1200" spc="-10" dirty="0">
                <a:solidFill>
                  <a:srgbClr val="38761D"/>
                </a:solidFill>
                <a:latin typeface="Tahoma"/>
                <a:cs typeface="Tahoma"/>
              </a:rPr>
              <a:t>categorized</a:t>
            </a:r>
            <a:r>
              <a:rPr sz="1200" spc="95" dirty="0">
                <a:solidFill>
                  <a:srgbClr val="38761D"/>
                </a:solidFill>
                <a:latin typeface="Tahoma"/>
                <a:cs typeface="Tahoma"/>
              </a:rPr>
              <a:t> </a:t>
            </a:r>
            <a:r>
              <a:rPr sz="1200" spc="-5" dirty="0">
                <a:solidFill>
                  <a:srgbClr val="38761D"/>
                </a:solidFill>
                <a:latin typeface="Tahoma"/>
                <a:cs typeface="Tahoma"/>
              </a:rPr>
              <a:t>into</a:t>
            </a:r>
            <a:r>
              <a:rPr sz="1200" spc="85" dirty="0">
                <a:solidFill>
                  <a:srgbClr val="38761D"/>
                </a:solidFill>
                <a:latin typeface="Tahoma"/>
                <a:cs typeface="Tahoma"/>
              </a:rPr>
              <a:t> </a:t>
            </a:r>
            <a:r>
              <a:rPr sz="1200" spc="-5" dirty="0">
                <a:solidFill>
                  <a:srgbClr val="38761D"/>
                </a:solidFill>
                <a:latin typeface="Tahoma"/>
                <a:cs typeface="Tahoma"/>
              </a:rPr>
              <a:t>public</a:t>
            </a:r>
            <a:r>
              <a:rPr sz="1200" spc="85" dirty="0">
                <a:solidFill>
                  <a:srgbClr val="38761D"/>
                </a:solidFill>
                <a:latin typeface="Tahoma"/>
                <a:cs typeface="Tahoma"/>
              </a:rPr>
              <a:t> </a:t>
            </a:r>
            <a:r>
              <a:rPr sz="1200" spc="-5" dirty="0">
                <a:solidFill>
                  <a:srgbClr val="38761D"/>
                </a:solidFill>
                <a:latin typeface="Tahoma"/>
                <a:cs typeface="Tahoma"/>
              </a:rPr>
              <a:t>key</a:t>
            </a:r>
            <a:r>
              <a:rPr sz="1200" spc="85" dirty="0">
                <a:solidFill>
                  <a:srgbClr val="38761D"/>
                </a:solidFill>
                <a:latin typeface="Tahoma"/>
                <a:cs typeface="Tahoma"/>
              </a:rPr>
              <a:t> </a:t>
            </a:r>
            <a:r>
              <a:rPr sz="1200" spc="-5" dirty="0">
                <a:solidFill>
                  <a:srgbClr val="38761D"/>
                </a:solidFill>
                <a:latin typeface="Tahoma"/>
                <a:cs typeface="Tahoma"/>
              </a:rPr>
              <a:t>distribution</a:t>
            </a:r>
            <a:r>
              <a:rPr sz="1200" spc="95" dirty="0">
                <a:solidFill>
                  <a:srgbClr val="38761D"/>
                </a:solidFill>
                <a:latin typeface="Tahoma"/>
                <a:cs typeface="Tahoma"/>
              </a:rPr>
              <a:t> </a:t>
            </a:r>
            <a:r>
              <a:rPr sz="1200" spc="-5" dirty="0">
                <a:solidFill>
                  <a:srgbClr val="38761D"/>
                </a:solidFill>
                <a:latin typeface="Tahoma"/>
                <a:cs typeface="Tahoma"/>
              </a:rPr>
              <a:t>and</a:t>
            </a:r>
            <a:r>
              <a:rPr sz="1200" spc="95" dirty="0">
                <a:solidFill>
                  <a:srgbClr val="38761D"/>
                </a:solidFill>
                <a:latin typeface="Tahoma"/>
                <a:cs typeface="Tahoma"/>
              </a:rPr>
              <a:t> </a:t>
            </a:r>
            <a:r>
              <a:rPr sz="1200" spc="-10" dirty="0">
                <a:solidFill>
                  <a:srgbClr val="38761D"/>
                </a:solidFill>
                <a:latin typeface="Tahoma"/>
                <a:cs typeface="Tahoma"/>
              </a:rPr>
              <a:t>secret</a:t>
            </a:r>
            <a:r>
              <a:rPr sz="1200" spc="95" dirty="0">
                <a:solidFill>
                  <a:srgbClr val="38761D"/>
                </a:solidFill>
                <a:latin typeface="Tahoma"/>
                <a:cs typeface="Tahoma"/>
              </a:rPr>
              <a:t> </a:t>
            </a:r>
            <a:r>
              <a:rPr sz="1200" spc="-5" dirty="0">
                <a:solidFill>
                  <a:srgbClr val="38761D"/>
                </a:solidFill>
                <a:latin typeface="Tahoma"/>
                <a:cs typeface="Tahoma"/>
              </a:rPr>
              <a:t>key</a:t>
            </a:r>
            <a:endParaRPr sz="1200">
              <a:latin typeface="Tahoma"/>
              <a:cs typeface="Tahoma"/>
            </a:endParaRPr>
          </a:p>
          <a:p>
            <a:pPr marL="12700">
              <a:lnSpc>
                <a:spcPct val="100000"/>
              </a:lnSpc>
              <a:spcBef>
                <a:spcPts val="720"/>
              </a:spcBef>
            </a:pPr>
            <a:r>
              <a:rPr sz="1200" spc="-5" dirty="0">
                <a:solidFill>
                  <a:srgbClr val="38761D"/>
                </a:solidFill>
                <a:latin typeface="Tahoma"/>
                <a:cs typeface="Tahoma"/>
              </a:rPr>
              <a:t>distribution.</a:t>
            </a:r>
            <a:endParaRPr sz="1200">
              <a:latin typeface="Tahoma"/>
              <a:cs typeface="Tahoma"/>
            </a:endParaRPr>
          </a:p>
          <a:p>
            <a:pPr marL="12700" marR="1617345" indent="48260">
              <a:lnSpc>
                <a:spcPts val="3360"/>
              </a:lnSpc>
              <a:spcBef>
                <a:spcPts val="430"/>
              </a:spcBef>
            </a:pPr>
            <a:r>
              <a:rPr sz="1200" spc="-65" dirty="0">
                <a:solidFill>
                  <a:srgbClr val="38761D"/>
                </a:solidFill>
                <a:latin typeface="Tahoma"/>
                <a:cs typeface="Tahoma"/>
              </a:rPr>
              <a:t>To</a:t>
            </a:r>
            <a:r>
              <a:rPr sz="1200" spc="-20" dirty="0">
                <a:solidFill>
                  <a:srgbClr val="38761D"/>
                </a:solidFill>
                <a:latin typeface="Tahoma"/>
                <a:cs typeface="Tahoma"/>
              </a:rPr>
              <a:t> </a:t>
            </a:r>
            <a:r>
              <a:rPr sz="1200" spc="-5" dirty="0">
                <a:solidFill>
                  <a:srgbClr val="38761D"/>
                </a:solidFill>
                <a:latin typeface="Tahoma"/>
                <a:cs typeface="Tahoma"/>
              </a:rPr>
              <a:t>distribute</a:t>
            </a:r>
            <a:r>
              <a:rPr sz="1200" spc="30" dirty="0">
                <a:solidFill>
                  <a:srgbClr val="38761D"/>
                </a:solidFill>
                <a:latin typeface="Tahoma"/>
                <a:cs typeface="Tahoma"/>
              </a:rPr>
              <a:t> </a:t>
            </a:r>
            <a:r>
              <a:rPr sz="1200" spc="-5" dirty="0">
                <a:solidFill>
                  <a:srgbClr val="38761D"/>
                </a:solidFill>
                <a:latin typeface="Tahoma"/>
                <a:cs typeface="Tahoma"/>
              </a:rPr>
              <a:t>public</a:t>
            </a:r>
            <a:r>
              <a:rPr sz="1200" spc="10" dirty="0">
                <a:solidFill>
                  <a:srgbClr val="38761D"/>
                </a:solidFill>
                <a:latin typeface="Tahoma"/>
                <a:cs typeface="Tahoma"/>
              </a:rPr>
              <a:t> </a:t>
            </a:r>
            <a:r>
              <a:rPr sz="1200" spc="-5" dirty="0">
                <a:solidFill>
                  <a:srgbClr val="38761D"/>
                </a:solidFill>
                <a:latin typeface="Tahoma"/>
                <a:cs typeface="Tahoma"/>
              </a:rPr>
              <a:t>keys there</a:t>
            </a:r>
            <a:r>
              <a:rPr sz="1200" spc="5" dirty="0">
                <a:solidFill>
                  <a:srgbClr val="38761D"/>
                </a:solidFill>
                <a:latin typeface="Tahoma"/>
                <a:cs typeface="Tahoma"/>
              </a:rPr>
              <a:t> </a:t>
            </a:r>
            <a:r>
              <a:rPr sz="1200" spc="-5" dirty="0">
                <a:solidFill>
                  <a:srgbClr val="38761D"/>
                </a:solidFill>
                <a:latin typeface="Tahoma"/>
                <a:cs typeface="Tahoma"/>
              </a:rPr>
              <a:t>are</a:t>
            </a:r>
            <a:r>
              <a:rPr sz="1200" spc="25" dirty="0">
                <a:solidFill>
                  <a:srgbClr val="38761D"/>
                </a:solidFill>
                <a:latin typeface="Tahoma"/>
                <a:cs typeface="Tahoma"/>
              </a:rPr>
              <a:t> </a:t>
            </a:r>
            <a:r>
              <a:rPr sz="1200" spc="-10" dirty="0">
                <a:solidFill>
                  <a:srgbClr val="38761D"/>
                </a:solidFill>
                <a:latin typeface="Tahoma"/>
                <a:cs typeface="Tahoma"/>
              </a:rPr>
              <a:t>various</a:t>
            </a:r>
            <a:r>
              <a:rPr sz="1200" spc="30" dirty="0">
                <a:solidFill>
                  <a:srgbClr val="38761D"/>
                </a:solidFill>
                <a:latin typeface="Tahoma"/>
                <a:cs typeface="Tahoma"/>
              </a:rPr>
              <a:t> </a:t>
            </a:r>
            <a:r>
              <a:rPr sz="1200" spc="-10" dirty="0">
                <a:solidFill>
                  <a:srgbClr val="38761D"/>
                </a:solidFill>
                <a:latin typeface="Tahoma"/>
                <a:cs typeface="Tahoma"/>
              </a:rPr>
              <a:t>schemes</a:t>
            </a:r>
            <a:r>
              <a:rPr sz="1200" spc="25" dirty="0">
                <a:solidFill>
                  <a:srgbClr val="38761D"/>
                </a:solidFill>
                <a:latin typeface="Tahoma"/>
                <a:cs typeface="Tahoma"/>
              </a:rPr>
              <a:t> </a:t>
            </a:r>
            <a:r>
              <a:rPr sz="1200" spc="-10" dirty="0">
                <a:solidFill>
                  <a:srgbClr val="38761D"/>
                </a:solidFill>
                <a:latin typeface="Tahoma"/>
                <a:cs typeface="Tahoma"/>
              </a:rPr>
              <a:t>like </a:t>
            </a:r>
            <a:r>
              <a:rPr sz="1200" spc="-360" dirty="0">
                <a:solidFill>
                  <a:srgbClr val="38761D"/>
                </a:solidFill>
                <a:latin typeface="Tahoma"/>
                <a:cs typeface="Tahoma"/>
              </a:rPr>
              <a:t> </a:t>
            </a:r>
            <a:r>
              <a:rPr sz="1200" spc="-5" dirty="0">
                <a:solidFill>
                  <a:srgbClr val="38761D"/>
                </a:solidFill>
                <a:latin typeface="Tahoma"/>
                <a:cs typeface="Tahoma"/>
              </a:rPr>
              <a:t>1.Public</a:t>
            </a:r>
            <a:r>
              <a:rPr sz="1200" dirty="0">
                <a:solidFill>
                  <a:srgbClr val="38761D"/>
                </a:solidFill>
                <a:latin typeface="Tahoma"/>
                <a:cs typeface="Tahoma"/>
              </a:rPr>
              <a:t> </a:t>
            </a:r>
            <a:r>
              <a:rPr sz="1200" spc="-5" dirty="0">
                <a:solidFill>
                  <a:srgbClr val="38761D"/>
                </a:solidFill>
                <a:latin typeface="Tahoma"/>
                <a:cs typeface="Tahoma"/>
              </a:rPr>
              <a:t>announcement</a:t>
            </a:r>
            <a:endParaRPr sz="1200">
              <a:latin typeface="Tahoma"/>
              <a:cs typeface="Tahoma"/>
            </a:endParaRPr>
          </a:p>
          <a:p>
            <a:pPr>
              <a:lnSpc>
                <a:spcPct val="100000"/>
              </a:lnSpc>
              <a:spcBef>
                <a:spcPts val="45"/>
              </a:spcBef>
            </a:pPr>
            <a:endParaRPr sz="1200">
              <a:latin typeface="Tahoma"/>
              <a:cs typeface="Tahoma"/>
            </a:endParaRPr>
          </a:p>
          <a:p>
            <a:pPr marL="141605" indent="-129539">
              <a:lnSpc>
                <a:spcPct val="100000"/>
              </a:lnSpc>
              <a:buSzPct val="91666"/>
              <a:buAutoNum type="arabicPeriod" startAt="2"/>
              <a:tabLst>
                <a:tab pos="142240" algn="l"/>
              </a:tabLst>
            </a:pPr>
            <a:r>
              <a:rPr sz="1200" spc="-5" dirty="0">
                <a:solidFill>
                  <a:srgbClr val="38761D"/>
                </a:solidFill>
                <a:latin typeface="Tahoma"/>
                <a:cs typeface="Tahoma"/>
              </a:rPr>
              <a:t>Publicly </a:t>
            </a:r>
            <a:r>
              <a:rPr sz="1200" spc="-10" dirty="0">
                <a:solidFill>
                  <a:srgbClr val="38761D"/>
                </a:solidFill>
                <a:latin typeface="Tahoma"/>
                <a:cs typeface="Tahoma"/>
              </a:rPr>
              <a:t>available</a:t>
            </a:r>
            <a:r>
              <a:rPr sz="1200" spc="15" dirty="0">
                <a:solidFill>
                  <a:srgbClr val="38761D"/>
                </a:solidFill>
                <a:latin typeface="Tahoma"/>
                <a:cs typeface="Tahoma"/>
              </a:rPr>
              <a:t> </a:t>
            </a:r>
            <a:r>
              <a:rPr sz="1200" spc="-5" dirty="0">
                <a:solidFill>
                  <a:srgbClr val="38761D"/>
                </a:solidFill>
                <a:latin typeface="Tahoma"/>
                <a:cs typeface="Tahoma"/>
              </a:rPr>
              <a:t>directory</a:t>
            </a:r>
            <a:endParaRPr sz="1200">
              <a:latin typeface="Tahoma"/>
              <a:cs typeface="Tahoma"/>
            </a:endParaRPr>
          </a:p>
          <a:p>
            <a:pPr>
              <a:lnSpc>
                <a:spcPct val="100000"/>
              </a:lnSpc>
              <a:spcBef>
                <a:spcPts val="45"/>
              </a:spcBef>
              <a:buClr>
                <a:srgbClr val="38761D"/>
              </a:buClr>
              <a:buFont typeface="Tahoma"/>
              <a:buAutoNum type="arabicPeriod" startAt="2"/>
            </a:pPr>
            <a:endParaRPr sz="1550">
              <a:latin typeface="Tahoma"/>
              <a:cs typeface="Tahoma"/>
            </a:endParaRPr>
          </a:p>
          <a:p>
            <a:pPr marL="141605" indent="-129539">
              <a:lnSpc>
                <a:spcPct val="100000"/>
              </a:lnSpc>
              <a:spcBef>
                <a:spcPts val="5"/>
              </a:spcBef>
              <a:buSzPct val="91666"/>
              <a:buAutoNum type="arabicPeriod" startAt="2"/>
              <a:tabLst>
                <a:tab pos="142240" algn="l"/>
              </a:tabLst>
            </a:pPr>
            <a:r>
              <a:rPr sz="1200" spc="-5" dirty="0">
                <a:solidFill>
                  <a:srgbClr val="38761D"/>
                </a:solidFill>
                <a:latin typeface="Tahoma"/>
                <a:cs typeface="Tahoma"/>
              </a:rPr>
              <a:t>Public</a:t>
            </a:r>
            <a:r>
              <a:rPr sz="1200" spc="-15" dirty="0">
                <a:solidFill>
                  <a:srgbClr val="38761D"/>
                </a:solidFill>
                <a:latin typeface="Tahoma"/>
                <a:cs typeface="Tahoma"/>
              </a:rPr>
              <a:t> </a:t>
            </a:r>
            <a:r>
              <a:rPr sz="1200" spc="-5" dirty="0">
                <a:solidFill>
                  <a:srgbClr val="38761D"/>
                </a:solidFill>
                <a:latin typeface="Tahoma"/>
                <a:cs typeface="Tahoma"/>
              </a:rPr>
              <a:t>key</a:t>
            </a:r>
            <a:r>
              <a:rPr sz="1200" spc="-10" dirty="0">
                <a:solidFill>
                  <a:srgbClr val="38761D"/>
                </a:solidFill>
                <a:latin typeface="Tahoma"/>
                <a:cs typeface="Tahoma"/>
              </a:rPr>
              <a:t> </a:t>
            </a:r>
            <a:r>
              <a:rPr sz="1200" spc="-5" dirty="0">
                <a:solidFill>
                  <a:srgbClr val="38761D"/>
                </a:solidFill>
                <a:latin typeface="Tahoma"/>
                <a:cs typeface="Tahoma"/>
              </a:rPr>
              <a:t>authority</a:t>
            </a:r>
            <a:endParaRPr sz="1200">
              <a:latin typeface="Tahoma"/>
              <a:cs typeface="Tahoma"/>
            </a:endParaRPr>
          </a:p>
          <a:p>
            <a:pPr>
              <a:lnSpc>
                <a:spcPct val="100000"/>
              </a:lnSpc>
              <a:spcBef>
                <a:spcPts val="50"/>
              </a:spcBef>
              <a:buClr>
                <a:srgbClr val="38761D"/>
              </a:buClr>
              <a:buFont typeface="Tahoma"/>
              <a:buAutoNum type="arabicPeriod" startAt="2"/>
            </a:pPr>
            <a:endParaRPr sz="1550">
              <a:latin typeface="Tahoma"/>
              <a:cs typeface="Tahoma"/>
            </a:endParaRPr>
          </a:p>
          <a:p>
            <a:pPr marL="186690" indent="-174625">
              <a:lnSpc>
                <a:spcPct val="100000"/>
              </a:lnSpc>
              <a:buSzPct val="91666"/>
              <a:buAutoNum type="arabicPeriod" startAt="2"/>
              <a:tabLst>
                <a:tab pos="187325" algn="l"/>
              </a:tabLst>
            </a:pPr>
            <a:r>
              <a:rPr sz="1200" spc="-5" dirty="0">
                <a:solidFill>
                  <a:srgbClr val="38761D"/>
                </a:solidFill>
                <a:latin typeface="Tahoma"/>
                <a:cs typeface="Tahoma"/>
              </a:rPr>
              <a:t>Public key</a:t>
            </a:r>
            <a:r>
              <a:rPr sz="1200" dirty="0">
                <a:solidFill>
                  <a:srgbClr val="38761D"/>
                </a:solidFill>
                <a:latin typeface="Tahoma"/>
                <a:cs typeface="Tahoma"/>
              </a:rPr>
              <a:t> </a:t>
            </a:r>
            <a:r>
              <a:rPr sz="1200" spc="-10" dirty="0">
                <a:solidFill>
                  <a:srgbClr val="38761D"/>
                </a:solidFill>
                <a:latin typeface="Tahoma"/>
                <a:cs typeface="Tahoma"/>
              </a:rPr>
              <a:t>certificates</a:t>
            </a:r>
            <a:endParaRPr sz="1200">
              <a:latin typeface="Tahoma"/>
              <a:cs typeface="Tahoma"/>
            </a:endParaRPr>
          </a:p>
          <a:p>
            <a:pPr>
              <a:lnSpc>
                <a:spcPct val="100000"/>
              </a:lnSpc>
              <a:spcBef>
                <a:spcPts val="50"/>
              </a:spcBef>
            </a:pPr>
            <a:endParaRPr sz="1550">
              <a:latin typeface="Tahoma"/>
              <a:cs typeface="Tahoma"/>
            </a:endParaRPr>
          </a:p>
          <a:p>
            <a:pPr marL="60960">
              <a:lnSpc>
                <a:spcPct val="100000"/>
              </a:lnSpc>
            </a:pPr>
            <a:r>
              <a:rPr sz="1200" b="1" dirty="0">
                <a:solidFill>
                  <a:srgbClr val="38761D"/>
                </a:solidFill>
                <a:latin typeface="Tahoma"/>
                <a:cs typeface="Tahoma"/>
              </a:rPr>
              <a:t>Public</a:t>
            </a:r>
            <a:r>
              <a:rPr sz="1200" b="1" spc="-50" dirty="0">
                <a:solidFill>
                  <a:srgbClr val="38761D"/>
                </a:solidFill>
                <a:latin typeface="Tahoma"/>
                <a:cs typeface="Tahoma"/>
              </a:rPr>
              <a:t> </a:t>
            </a:r>
            <a:r>
              <a:rPr sz="1200" b="1" spc="-5" dirty="0">
                <a:solidFill>
                  <a:srgbClr val="38761D"/>
                </a:solidFill>
                <a:latin typeface="Tahoma"/>
                <a:cs typeface="Tahoma"/>
              </a:rPr>
              <a:t>Announcement</a:t>
            </a:r>
            <a:r>
              <a:rPr sz="1200" b="1" spc="-15" dirty="0">
                <a:solidFill>
                  <a:srgbClr val="38761D"/>
                </a:solidFill>
                <a:latin typeface="Tahoma"/>
                <a:cs typeface="Tahoma"/>
              </a:rPr>
              <a:t> </a:t>
            </a:r>
            <a:r>
              <a:rPr sz="1200" b="1" dirty="0">
                <a:solidFill>
                  <a:srgbClr val="38761D"/>
                </a:solidFill>
                <a:latin typeface="Tahoma"/>
                <a:cs typeface="Tahoma"/>
              </a:rPr>
              <a:t>of</a:t>
            </a:r>
            <a:r>
              <a:rPr sz="1200" b="1" spc="-30" dirty="0">
                <a:solidFill>
                  <a:srgbClr val="38761D"/>
                </a:solidFill>
                <a:latin typeface="Tahoma"/>
                <a:cs typeface="Tahoma"/>
              </a:rPr>
              <a:t> </a:t>
            </a:r>
            <a:r>
              <a:rPr sz="1200" b="1" dirty="0">
                <a:solidFill>
                  <a:srgbClr val="38761D"/>
                </a:solidFill>
                <a:latin typeface="Tahoma"/>
                <a:cs typeface="Tahoma"/>
              </a:rPr>
              <a:t>Public</a:t>
            </a:r>
            <a:r>
              <a:rPr sz="1200" b="1" spc="-20" dirty="0">
                <a:solidFill>
                  <a:srgbClr val="38761D"/>
                </a:solidFill>
                <a:latin typeface="Tahoma"/>
                <a:cs typeface="Tahoma"/>
              </a:rPr>
              <a:t> </a:t>
            </a:r>
            <a:r>
              <a:rPr sz="1200" b="1" dirty="0">
                <a:solidFill>
                  <a:srgbClr val="38761D"/>
                </a:solidFill>
                <a:latin typeface="Tahoma"/>
                <a:cs typeface="Tahoma"/>
              </a:rPr>
              <a:t>Keys</a:t>
            </a:r>
            <a:endParaRPr sz="1200">
              <a:latin typeface="Tahoma"/>
              <a:cs typeface="Tahoma"/>
            </a:endParaRPr>
          </a:p>
        </p:txBody>
      </p:sp>
      <p:sp>
        <p:nvSpPr>
          <p:cNvPr id="3" name="object 3"/>
          <p:cNvSpPr txBox="1"/>
          <p:nvPr/>
        </p:nvSpPr>
        <p:spPr>
          <a:xfrm>
            <a:off x="794105" y="6488938"/>
            <a:ext cx="5402580" cy="1671955"/>
          </a:xfrm>
          <a:prstGeom prst="rect">
            <a:avLst/>
          </a:prstGeom>
        </p:spPr>
        <p:txBody>
          <a:bodyPr vert="horz" wrap="square" lIns="0" tIns="12700" rIns="0" bIns="0" rtlCol="0">
            <a:spAutoFit/>
          </a:bodyPr>
          <a:lstStyle/>
          <a:p>
            <a:pPr marL="12700" marR="5080" algn="just">
              <a:lnSpc>
                <a:spcPct val="150000"/>
              </a:lnSpc>
              <a:spcBef>
                <a:spcPts val="100"/>
              </a:spcBef>
            </a:pPr>
            <a:r>
              <a:rPr sz="1200" dirty="0">
                <a:solidFill>
                  <a:srgbClr val="38761D"/>
                </a:solidFill>
                <a:latin typeface="Tahoma"/>
                <a:cs typeface="Tahoma"/>
              </a:rPr>
              <a:t>In</a:t>
            </a:r>
            <a:r>
              <a:rPr sz="1200" spc="5" dirty="0">
                <a:solidFill>
                  <a:srgbClr val="38761D"/>
                </a:solidFill>
                <a:latin typeface="Tahoma"/>
                <a:cs typeface="Tahoma"/>
              </a:rPr>
              <a:t> </a:t>
            </a:r>
            <a:r>
              <a:rPr sz="1200" spc="-5" dirty="0">
                <a:solidFill>
                  <a:srgbClr val="38761D"/>
                </a:solidFill>
                <a:latin typeface="Tahoma"/>
                <a:cs typeface="Tahoma"/>
              </a:rPr>
              <a:t>this</a:t>
            </a:r>
            <a:r>
              <a:rPr sz="1200" dirty="0">
                <a:solidFill>
                  <a:srgbClr val="38761D"/>
                </a:solidFill>
                <a:latin typeface="Tahoma"/>
                <a:cs typeface="Tahoma"/>
              </a:rPr>
              <a:t> </a:t>
            </a:r>
            <a:r>
              <a:rPr sz="1200" spc="-5" dirty="0">
                <a:solidFill>
                  <a:srgbClr val="38761D"/>
                </a:solidFill>
                <a:latin typeface="Tahoma"/>
                <a:cs typeface="Tahoma"/>
              </a:rPr>
              <a:t>distribution</a:t>
            </a:r>
            <a:r>
              <a:rPr sz="1200" dirty="0">
                <a:solidFill>
                  <a:srgbClr val="38761D"/>
                </a:solidFill>
                <a:latin typeface="Tahoma"/>
                <a:cs typeface="Tahoma"/>
              </a:rPr>
              <a:t> </a:t>
            </a:r>
            <a:r>
              <a:rPr sz="1200" spc="-5" dirty="0">
                <a:solidFill>
                  <a:srgbClr val="38761D"/>
                </a:solidFill>
                <a:latin typeface="Tahoma"/>
                <a:cs typeface="Tahoma"/>
              </a:rPr>
              <a:t>scheme</a:t>
            </a:r>
            <a:r>
              <a:rPr sz="1200" dirty="0">
                <a:solidFill>
                  <a:srgbClr val="38761D"/>
                </a:solidFill>
                <a:latin typeface="Tahoma"/>
                <a:cs typeface="Tahoma"/>
              </a:rPr>
              <a:t> the</a:t>
            </a:r>
            <a:r>
              <a:rPr sz="1200" spc="5" dirty="0">
                <a:solidFill>
                  <a:srgbClr val="38761D"/>
                </a:solidFill>
                <a:latin typeface="Tahoma"/>
                <a:cs typeface="Tahoma"/>
              </a:rPr>
              <a:t> </a:t>
            </a:r>
            <a:r>
              <a:rPr sz="1200" spc="-5" dirty="0">
                <a:solidFill>
                  <a:srgbClr val="38761D"/>
                </a:solidFill>
                <a:latin typeface="Tahoma"/>
                <a:cs typeface="Tahoma"/>
              </a:rPr>
              <a:t>public</a:t>
            </a:r>
            <a:r>
              <a:rPr sz="1200" dirty="0">
                <a:solidFill>
                  <a:srgbClr val="38761D"/>
                </a:solidFill>
                <a:latin typeface="Tahoma"/>
                <a:cs typeface="Tahoma"/>
              </a:rPr>
              <a:t> keys</a:t>
            </a:r>
            <a:r>
              <a:rPr sz="1200" spc="5" dirty="0">
                <a:solidFill>
                  <a:srgbClr val="38761D"/>
                </a:solidFill>
                <a:latin typeface="Tahoma"/>
                <a:cs typeface="Tahoma"/>
              </a:rPr>
              <a:t> </a:t>
            </a:r>
            <a:r>
              <a:rPr sz="1200" spc="-5" dirty="0">
                <a:solidFill>
                  <a:srgbClr val="38761D"/>
                </a:solidFill>
                <a:latin typeface="Tahoma"/>
                <a:cs typeface="Tahoma"/>
              </a:rPr>
              <a:t>are</a:t>
            </a:r>
            <a:r>
              <a:rPr sz="1200" dirty="0">
                <a:solidFill>
                  <a:srgbClr val="38761D"/>
                </a:solidFill>
                <a:latin typeface="Tahoma"/>
                <a:cs typeface="Tahoma"/>
              </a:rPr>
              <a:t> </a:t>
            </a:r>
            <a:r>
              <a:rPr sz="1200" spc="-5" dirty="0">
                <a:solidFill>
                  <a:srgbClr val="38761D"/>
                </a:solidFill>
                <a:latin typeface="Tahoma"/>
                <a:cs typeface="Tahoma"/>
              </a:rPr>
              <a:t>broadcasted</a:t>
            </a:r>
            <a:r>
              <a:rPr sz="1200" dirty="0">
                <a:solidFill>
                  <a:srgbClr val="38761D"/>
                </a:solidFill>
                <a:latin typeface="Tahoma"/>
                <a:cs typeface="Tahoma"/>
              </a:rPr>
              <a:t> to</a:t>
            </a:r>
            <a:r>
              <a:rPr sz="1200" spc="5" dirty="0">
                <a:solidFill>
                  <a:srgbClr val="38761D"/>
                </a:solidFill>
                <a:latin typeface="Tahoma"/>
                <a:cs typeface="Tahoma"/>
              </a:rPr>
              <a:t> </a:t>
            </a:r>
            <a:r>
              <a:rPr sz="1200" dirty="0">
                <a:solidFill>
                  <a:srgbClr val="38761D"/>
                </a:solidFill>
                <a:latin typeface="Tahoma"/>
                <a:cs typeface="Tahoma"/>
              </a:rPr>
              <a:t>the</a:t>
            </a:r>
            <a:r>
              <a:rPr sz="1200" spc="5" dirty="0">
                <a:solidFill>
                  <a:srgbClr val="38761D"/>
                </a:solidFill>
                <a:latin typeface="Tahoma"/>
                <a:cs typeface="Tahoma"/>
              </a:rPr>
              <a:t> </a:t>
            </a:r>
            <a:r>
              <a:rPr sz="1200" spc="-5" dirty="0">
                <a:solidFill>
                  <a:srgbClr val="38761D"/>
                </a:solidFill>
                <a:latin typeface="Tahoma"/>
                <a:cs typeface="Tahoma"/>
              </a:rPr>
              <a:t>large </a:t>
            </a:r>
            <a:r>
              <a:rPr sz="1200" dirty="0">
                <a:solidFill>
                  <a:srgbClr val="38761D"/>
                </a:solidFill>
                <a:latin typeface="Tahoma"/>
                <a:cs typeface="Tahoma"/>
              </a:rPr>
              <a:t> </a:t>
            </a:r>
            <a:r>
              <a:rPr sz="1200" spc="-15" dirty="0">
                <a:solidFill>
                  <a:srgbClr val="38761D"/>
                </a:solidFill>
                <a:latin typeface="Tahoma"/>
                <a:cs typeface="Tahoma"/>
              </a:rPr>
              <a:t>community. </a:t>
            </a:r>
            <a:r>
              <a:rPr sz="1200" spc="-5" dirty="0">
                <a:solidFill>
                  <a:srgbClr val="38761D"/>
                </a:solidFill>
                <a:latin typeface="Tahoma"/>
                <a:cs typeface="Tahoma"/>
              </a:rPr>
              <a:t>The limitation </a:t>
            </a:r>
            <a:r>
              <a:rPr sz="1200" spc="5" dirty="0">
                <a:solidFill>
                  <a:srgbClr val="38761D"/>
                </a:solidFill>
                <a:latin typeface="Tahoma"/>
                <a:cs typeface="Tahoma"/>
              </a:rPr>
              <a:t>in </a:t>
            </a:r>
            <a:r>
              <a:rPr sz="1200" spc="-5" dirty="0">
                <a:solidFill>
                  <a:srgbClr val="38761D"/>
                </a:solidFill>
                <a:latin typeface="Tahoma"/>
                <a:cs typeface="Tahoma"/>
              </a:rPr>
              <a:t>this public </a:t>
            </a:r>
            <a:r>
              <a:rPr sz="1200" dirty="0">
                <a:solidFill>
                  <a:srgbClr val="38761D"/>
                </a:solidFill>
                <a:latin typeface="Tahoma"/>
                <a:cs typeface="Tahoma"/>
              </a:rPr>
              <a:t>announcement </a:t>
            </a:r>
            <a:r>
              <a:rPr sz="1200" spc="-10" dirty="0">
                <a:solidFill>
                  <a:srgbClr val="38761D"/>
                </a:solidFill>
                <a:latin typeface="Tahoma"/>
                <a:cs typeface="Tahoma"/>
              </a:rPr>
              <a:t>is </a:t>
            </a:r>
            <a:r>
              <a:rPr sz="1200" dirty="0">
                <a:solidFill>
                  <a:srgbClr val="38761D"/>
                </a:solidFill>
                <a:latin typeface="Tahoma"/>
                <a:cs typeface="Tahoma"/>
              </a:rPr>
              <a:t>that </a:t>
            </a:r>
            <a:r>
              <a:rPr sz="1200" spc="-5" dirty="0">
                <a:solidFill>
                  <a:srgbClr val="38761D"/>
                </a:solidFill>
                <a:latin typeface="Tahoma"/>
                <a:cs typeface="Tahoma"/>
              </a:rPr>
              <a:t>anyone can </a:t>
            </a:r>
            <a:r>
              <a:rPr sz="1200" dirty="0">
                <a:solidFill>
                  <a:srgbClr val="38761D"/>
                </a:solidFill>
                <a:latin typeface="Tahoma"/>
                <a:cs typeface="Tahoma"/>
              </a:rPr>
              <a:t> announce the </a:t>
            </a:r>
            <a:r>
              <a:rPr sz="1200" spc="-30" dirty="0">
                <a:solidFill>
                  <a:srgbClr val="38761D"/>
                </a:solidFill>
                <a:latin typeface="Tahoma"/>
                <a:cs typeface="Tahoma"/>
              </a:rPr>
              <a:t>key. </a:t>
            </a:r>
            <a:r>
              <a:rPr sz="1200" spc="-10" dirty="0">
                <a:solidFill>
                  <a:srgbClr val="38761D"/>
                </a:solidFill>
                <a:latin typeface="Tahoma"/>
                <a:cs typeface="Tahoma"/>
              </a:rPr>
              <a:t>Similarly </a:t>
            </a:r>
            <a:r>
              <a:rPr sz="1200" dirty="0">
                <a:solidFill>
                  <a:srgbClr val="38761D"/>
                </a:solidFill>
                <a:latin typeface="Tahoma"/>
                <a:cs typeface="Tahoma"/>
              </a:rPr>
              <a:t>a person A </a:t>
            </a:r>
            <a:r>
              <a:rPr sz="1200" spc="-5" dirty="0">
                <a:solidFill>
                  <a:srgbClr val="38761D"/>
                </a:solidFill>
                <a:latin typeface="Tahoma"/>
                <a:cs typeface="Tahoma"/>
              </a:rPr>
              <a:t>can pretend </a:t>
            </a:r>
            <a:r>
              <a:rPr sz="1200" dirty="0">
                <a:solidFill>
                  <a:srgbClr val="38761D"/>
                </a:solidFill>
                <a:latin typeface="Tahoma"/>
                <a:cs typeface="Tahoma"/>
              </a:rPr>
              <a:t>to be </a:t>
            </a:r>
            <a:r>
              <a:rPr sz="1200" spc="-5" dirty="0">
                <a:solidFill>
                  <a:srgbClr val="38761D"/>
                </a:solidFill>
                <a:latin typeface="Tahoma"/>
                <a:cs typeface="Tahoma"/>
              </a:rPr>
              <a:t>another person </a:t>
            </a:r>
            <a:r>
              <a:rPr sz="1200" dirty="0">
                <a:solidFill>
                  <a:srgbClr val="38761D"/>
                </a:solidFill>
                <a:latin typeface="Tahoma"/>
                <a:cs typeface="Tahoma"/>
              </a:rPr>
              <a:t>B </a:t>
            </a:r>
            <a:r>
              <a:rPr sz="1200" spc="-5" dirty="0">
                <a:solidFill>
                  <a:srgbClr val="38761D"/>
                </a:solidFill>
                <a:latin typeface="Tahoma"/>
                <a:cs typeface="Tahoma"/>
              </a:rPr>
              <a:t>and </a:t>
            </a:r>
            <a:r>
              <a:rPr sz="1200" spc="-360" dirty="0">
                <a:solidFill>
                  <a:srgbClr val="38761D"/>
                </a:solidFill>
                <a:latin typeface="Tahoma"/>
                <a:cs typeface="Tahoma"/>
              </a:rPr>
              <a:t> </a:t>
            </a:r>
            <a:r>
              <a:rPr sz="1200" spc="-5" dirty="0">
                <a:solidFill>
                  <a:srgbClr val="38761D"/>
                </a:solidFill>
                <a:latin typeface="Tahoma"/>
                <a:cs typeface="Tahoma"/>
              </a:rPr>
              <a:t>can</a:t>
            </a:r>
            <a:r>
              <a:rPr sz="1200" spc="265" dirty="0">
                <a:solidFill>
                  <a:srgbClr val="38761D"/>
                </a:solidFill>
                <a:latin typeface="Tahoma"/>
                <a:cs typeface="Tahoma"/>
              </a:rPr>
              <a:t> </a:t>
            </a:r>
            <a:r>
              <a:rPr sz="1200" spc="-5" dirty="0">
                <a:solidFill>
                  <a:srgbClr val="38761D"/>
                </a:solidFill>
                <a:latin typeface="Tahoma"/>
                <a:cs typeface="Tahoma"/>
              </a:rPr>
              <a:t>publicly</a:t>
            </a:r>
            <a:r>
              <a:rPr sz="1200" spc="280" dirty="0">
                <a:solidFill>
                  <a:srgbClr val="38761D"/>
                </a:solidFill>
                <a:latin typeface="Tahoma"/>
                <a:cs typeface="Tahoma"/>
              </a:rPr>
              <a:t> </a:t>
            </a:r>
            <a:r>
              <a:rPr sz="1200" spc="-5" dirty="0">
                <a:solidFill>
                  <a:srgbClr val="38761D"/>
                </a:solidFill>
                <a:latin typeface="Tahoma"/>
                <a:cs typeface="Tahoma"/>
              </a:rPr>
              <a:t>announce</a:t>
            </a:r>
            <a:r>
              <a:rPr sz="1200" spc="265" dirty="0">
                <a:solidFill>
                  <a:srgbClr val="38761D"/>
                </a:solidFill>
                <a:latin typeface="Tahoma"/>
                <a:cs typeface="Tahoma"/>
              </a:rPr>
              <a:t> </a:t>
            </a:r>
            <a:r>
              <a:rPr sz="1200" dirty="0">
                <a:solidFill>
                  <a:srgbClr val="38761D"/>
                </a:solidFill>
                <a:latin typeface="Tahoma"/>
                <a:cs typeface="Tahoma"/>
              </a:rPr>
              <a:t>a</a:t>
            </a:r>
            <a:r>
              <a:rPr sz="1200" spc="265" dirty="0">
                <a:solidFill>
                  <a:srgbClr val="38761D"/>
                </a:solidFill>
                <a:latin typeface="Tahoma"/>
                <a:cs typeface="Tahoma"/>
              </a:rPr>
              <a:t> </a:t>
            </a:r>
            <a:r>
              <a:rPr sz="1200" spc="-5" dirty="0">
                <a:solidFill>
                  <a:srgbClr val="38761D"/>
                </a:solidFill>
                <a:latin typeface="Tahoma"/>
                <a:cs typeface="Tahoma"/>
              </a:rPr>
              <a:t>public</a:t>
            </a:r>
            <a:r>
              <a:rPr sz="1200" spc="275" dirty="0">
                <a:solidFill>
                  <a:srgbClr val="38761D"/>
                </a:solidFill>
                <a:latin typeface="Tahoma"/>
                <a:cs typeface="Tahoma"/>
              </a:rPr>
              <a:t> </a:t>
            </a:r>
            <a:r>
              <a:rPr sz="1200" spc="-5" dirty="0">
                <a:solidFill>
                  <a:srgbClr val="38761D"/>
                </a:solidFill>
                <a:latin typeface="Tahoma"/>
                <a:cs typeface="Tahoma"/>
              </a:rPr>
              <a:t>key</a:t>
            </a:r>
            <a:r>
              <a:rPr sz="1200" spc="275" dirty="0">
                <a:solidFill>
                  <a:srgbClr val="38761D"/>
                </a:solidFill>
                <a:latin typeface="Tahoma"/>
                <a:cs typeface="Tahoma"/>
              </a:rPr>
              <a:t> </a:t>
            </a:r>
            <a:r>
              <a:rPr sz="1200" spc="-5" dirty="0">
                <a:solidFill>
                  <a:srgbClr val="38761D"/>
                </a:solidFill>
                <a:latin typeface="Tahoma"/>
                <a:cs typeface="Tahoma"/>
              </a:rPr>
              <a:t>for</a:t>
            </a:r>
            <a:r>
              <a:rPr sz="1200" spc="270" dirty="0">
                <a:solidFill>
                  <a:srgbClr val="38761D"/>
                </a:solidFill>
                <a:latin typeface="Tahoma"/>
                <a:cs typeface="Tahoma"/>
              </a:rPr>
              <a:t> </a:t>
            </a:r>
            <a:r>
              <a:rPr sz="1200" dirty="0">
                <a:solidFill>
                  <a:srgbClr val="38761D"/>
                </a:solidFill>
                <a:latin typeface="Tahoma"/>
                <a:cs typeface="Tahoma"/>
              </a:rPr>
              <a:t>that</a:t>
            </a:r>
            <a:r>
              <a:rPr sz="1200" spc="275" dirty="0">
                <a:solidFill>
                  <a:srgbClr val="38761D"/>
                </a:solidFill>
                <a:latin typeface="Tahoma"/>
                <a:cs typeface="Tahoma"/>
              </a:rPr>
              <a:t> </a:t>
            </a:r>
            <a:r>
              <a:rPr sz="1200" spc="-5" dirty="0">
                <a:solidFill>
                  <a:srgbClr val="38761D"/>
                </a:solidFill>
                <a:latin typeface="Tahoma"/>
                <a:cs typeface="Tahoma"/>
              </a:rPr>
              <a:t>user</a:t>
            </a:r>
            <a:r>
              <a:rPr sz="1200" spc="270" dirty="0">
                <a:solidFill>
                  <a:srgbClr val="38761D"/>
                </a:solidFill>
                <a:latin typeface="Tahoma"/>
                <a:cs typeface="Tahoma"/>
              </a:rPr>
              <a:t> </a:t>
            </a:r>
            <a:r>
              <a:rPr sz="1200" spc="-10" dirty="0">
                <a:solidFill>
                  <a:srgbClr val="38761D"/>
                </a:solidFill>
                <a:latin typeface="Tahoma"/>
                <a:cs typeface="Tahoma"/>
              </a:rPr>
              <a:t>B.</a:t>
            </a:r>
            <a:r>
              <a:rPr sz="1200" spc="265" dirty="0">
                <a:solidFill>
                  <a:srgbClr val="38761D"/>
                </a:solidFill>
                <a:latin typeface="Tahoma"/>
                <a:cs typeface="Tahoma"/>
              </a:rPr>
              <a:t> </a:t>
            </a:r>
            <a:r>
              <a:rPr sz="1200" dirty="0">
                <a:solidFill>
                  <a:srgbClr val="38761D"/>
                </a:solidFill>
                <a:latin typeface="Tahoma"/>
                <a:cs typeface="Tahoma"/>
              </a:rPr>
              <a:t>So</a:t>
            </a:r>
            <a:r>
              <a:rPr sz="1200" spc="270" dirty="0">
                <a:solidFill>
                  <a:srgbClr val="38761D"/>
                </a:solidFill>
                <a:latin typeface="Tahoma"/>
                <a:cs typeface="Tahoma"/>
              </a:rPr>
              <a:t> </a:t>
            </a:r>
            <a:r>
              <a:rPr sz="1200" spc="-5" dirty="0">
                <a:solidFill>
                  <a:srgbClr val="38761D"/>
                </a:solidFill>
                <a:latin typeface="Tahoma"/>
                <a:cs typeface="Tahoma"/>
              </a:rPr>
              <a:t>when</a:t>
            </a:r>
            <a:r>
              <a:rPr sz="1200" spc="275" dirty="0">
                <a:solidFill>
                  <a:srgbClr val="38761D"/>
                </a:solidFill>
                <a:latin typeface="Tahoma"/>
                <a:cs typeface="Tahoma"/>
              </a:rPr>
              <a:t> </a:t>
            </a:r>
            <a:r>
              <a:rPr sz="1200" spc="-10" dirty="0">
                <a:solidFill>
                  <a:srgbClr val="38761D"/>
                </a:solidFill>
                <a:latin typeface="Tahoma"/>
                <a:cs typeface="Tahoma"/>
              </a:rPr>
              <a:t>all</a:t>
            </a:r>
            <a:r>
              <a:rPr sz="1200" spc="260" dirty="0">
                <a:solidFill>
                  <a:srgbClr val="38761D"/>
                </a:solidFill>
                <a:latin typeface="Tahoma"/>
                <a:cs typeface="Tahoma"/>
              </a:rPr>
              <a:t> </a:t>
            </a:r>
            <a:r>
              <a:rPr sz="1200" spc="5" dirty="0">
                <a:solidFill>
                  <a:srgbClr val="38761D"/>
                </a:solidFill>
                <a:latin typeface="Tahoma"/>
                <a:cs typeface="Tahoma"/>
              </a:rPr>
              <a:t>users</a:t>
            </a:r>
            <a:r>
              <a:rPr sz="1200" spc="265" dirty="0">
                <a:solidFill>
                  <a:srgbClr val="38761D"/>
                </a:solidFill>
                <a:latin typeface="Tahoma"/>
                <a:cs typeface="Tahoma"/>
              </a:rPr>
              <a:t> </a:t>
            </a:r>
            <a:r>
              <a:rPr sz="1200" spc="-10" dirty="0">
                <a:solidFill>
                  <a:srgbClr val="38761D"/>
                </a:solidFill>
                <a:latin typeface="Tahoma"/>
                <a:cs typeface="Tahoma"/>
              </a:rPr>
              <a:t>are </a:t>
            </a:r>
            <a:r>
              <a:rPr sz="1200" spc="-365" dirty="0">
                <a:solidFill>
                  <a:srgbClr val="38761D"/>
                </a:solidFill>
                <a:latin typeface="Tahoma"/>
                <a:cs typeface="Tahoma"/>
              </a:rPr>
              <a:t> </a:t>
            </a:r>
            <a:r>
              <a:rPr sz="1200" spc="-5" dirty="0">
                <a:solidFill>
                  <a:srgbClr val="38761D"/>
                </a:solidFill>
                <a:latin typeface="Tahoma"/>
                <a:cs typeface="Tahoma"/>
              </a:rPr>
              <a:t>sending</a:t>
            </a:r>
            <a:r>
              <a:rPr sz="1200" spc="175" dirty="0">
                <a:solidFill>
                  <a:srgbClr val="38761D"/>
                </a:solidFill>
                <a:latin typeface="Tahoma"/>
                <a:cs typeface="Tahoma"/>
              </a:rPr>
              <a:t> </a:t>
            </a:r>
            <a:r>
              <a:rPr sz="1200" dirty="0">
                <a:solidFill>
                  <a:srgbClr val="38761D"/>
                </a:solidFill>
                <a:latin typeface="Tahoma"/>
                <a:cs typeface="Tahoma"/>
              </a:rPr>
              <a:t>the</a:t>
            </a:r>
            <a:r>
              <a:rPr sz="1200" spc="175" dirty="0">
                <a:solidFill>
                  <a:srgbClr val="38761D"/>
                </a:solidFill>
                <a:latin typeface="Tahoma"/>
                <a:cs typeface="Tahoma"/>
              </a:rPr>
              <a:t> </a:t>
            </a:r>
            <a:r>
              <a:rPr sz="1200" spc="-5" dirty="0">
                <a:solidFill>
                  <a:srgbClr val="38761D"/>
                </a:solidFill>
                <a:latin typeface="Tahoma"/>
                <a:cs typeface="Tahoma"/>
              </a:rPr>
              <a:t>messages</a:t>
            </a:r>
            <a:r>
              <a:rPr sz="1200" spc="170" dirty="0">
                <a:solidFill>
                  <a:srgbClr val="38761D"/>
                </a:solidFill>
                <a:latin typeface="Tahoma"/>
                <a:cs typeface="Tahoma"/>
              </a:rPr>
              <a:t> </a:t>
            </a:r>
            <a:r>
              <a:rPr sz="1200" dirty="0">
                <a:solidFill>
                  <a:srgbClr val="38761D"/>
                </a:solidFill>
                <a:latin typeface="Tahoma"/>
                <a:cs typeface="Tahoma"/>
              </a:rPr>
              <a:t>encrypted</a:t>
            </a:r>
            <a:r>
              <a:rPr sz="1200" spc="190" dirty="0">
                <a:solidFill>
                  <a:srgbClr val="38761D"/>
                </a:solidFill>
                <a:latin typeface="Tahoma"/>
                <a:cs typeface="Tahoma"/>
              </a:rPr>
              <a:t> </a:t>
            </a:r>
            <a:r>
              <a:rPr sz="1200" spc="-5" dirty="0">
                <a:solidFill>
                  <a:srgbClr val="38761D"/>
                </a:solidFill>
                <a:latin typeface="Tahoma"/>
                <a:cs typeface="Tahoma"/>
              </a:rPr>
              <a:t>using</a:t>
            </a:r>
            <a:r>
              <a:rPr sz="1200" spc="190" dirty="0">
                <a:solidFill>
                  <a:srgbClr val="38761D"/>
                </a:solidFill>
                <a:latin typeface="Tahoma"/>
                <a:cs typeface="Tahoma"/>
              </a:rPr>
              <a:t> </a:t>
            </a:r>
            <a:r>
              <a:rPr sz="1200" dirty="0">
                <a:solidFill>
                  <a:srgbClr val="38761D"/>
                </a:solidFill>
                <a:latin typeface="Tahoma"/>
                <a:cs typeface="Tahoma"/>
              </a:rPr>
              <a:t>the</a:t>
            </a:r>
            <a:r>
              <a:rPr sz="1200" spc="145" dirty="0">
                <a:solidFill>
                  <a:srgbClr val="38761D"/>
                </a:solidFill>
                <a:latin typeface="Tahoma"/>
                <a:cs typeface="Tahoma"/>
              </a:rPr>
              <a:t> </a:t>
            </a:r>
            <a:r>
              <a:rPr sz="1200" spc="-5" dirty="0">
                <a:solidFill>
                  <a:srgbClr val="38761D"/>
                </a:solidFill>
                <a:latin typeface="Tahoma"/>
                <a:cs typeface="Tahoma"/>
              </a:rPr>
              <a:t>public</a:t>
            </a:r>
            <a:r>
              <a:rPr sz="1200" spc="180" dirty="0">
                <a:solidFill>
                  <a:srgbClr val="38761D"/>
                </a:solidFill>
                <a:latin typeface="Tahoma"/>
                <a:cs typeface="Tahoma"/>
              </a:rPr>
              <a:t> </a:t>
            </a:r>
            <a:r>
              <a:rPr sz="1200" spc="-5" dirty="0">
                <a:solidFill>
                  <a:srgbClr val="38761D"/>
                </a:solidFill>
                <a:latin typeface="Tahoma"/>
                <a:cs typeface="Tahoma"/>
              </a:rPr>
              <a:t>key</a:t>
            </a:r>
            <a:r>
              <a:rPr sz="1200" spc="175" dirty="0">
                <a:solidFill>
                  <a:srgbClr val="38761D"/>
                </a:solidFill>
                <a:latin typeface="Tahoma"/>
                <a:cs typeface="Tahoma"/>
              </a:rPr>
              <a:t> </a:t>
            </a:r>
            <a:r>
              <a:rPr sz="1200" spc="-5" dirty="0">
                <a:solidFill>
                  <a:srgbClr val="38761D"/>
                </a:solidFill>
                <a:latin typeface="Tahoma"/>
                <a:cs typeface="Tahoma"/>
              </a:rPr>
              <a:t>of</a:t>
            </a:r>
            <a:r>
              <a:rPr sz="1200" spc="180" dirty="0">
                <a:solidFill>
                  <a:srgbClr val="38761D"/>
                </a:solidFill>
                <a:latin typeface="Tahoma"/>
                <a:cs typeface="Tahoma"/>
              </a:rPr>
              <a:t> </a:t>
            </a:r>
            <a:r>
              <a:rPr sz="1200" spc="-5" dirty="0">
                <a:solidFill>
                  <a:srgbClr val="38761D"/>
                </a:solidFill>
                <a:latin typeface="Tahoma"/>
                <a:cs typeface="Tahoma"/>
              </a:rPr>
              <a:t>user</a:t>
            </a:r>
            <a:r>
              <a:rPr sz="1200" spc="175" dirty="0">
                <a:solidFill>
                  <a:srgbClr val="38761D"/>
                </a:solidFill>
                <a:latin typeface="Tahoma"/>
                <a:cs typeface="Tahoma"/>
              </a:rPr>
              <a:t> </a:t>
            </a:r>
            <a:r>
              <a:rPr sz="1200" dirty="0">
                <a:solidFill>
                  <a:srgbClr val="38761D"/>
                </a:solidFill>
                <a:latin typeface="Tahoma"/>
                <a:cs typeface="Tahoma"/>
              </a:rPr>
              <a:t>B</a:t>
            </a:r>
            <a:r>
              <a:rPr sz="1200" spc="165" dirty="0">
                <a:solidFill>
                  <a:srgbClr val="38761D"/>
                </a:solidFill>
                <a:latin typeface="Tahoma"/>
                <a:cs typeface="Tahoma"/>
              </a:rPr>
              <a:t> </a:t>
            </a:r>
            <a:r>
              <a:rPr sz="1200" spc="-10" dirty="0">
                <a:solidFill>
                  <a:srgbClr val="38761D"/>
                </a:solidFill>
                <a:latin typeface="Tahoma"/>
                <a:cs typeface="Tahoma"/>
              </a:rPr>
              <a:t>it</a:t>
            </a:r>
            <a:r>
              <a:rPr sz="1200" spc="185" dirty="0">
                <a:solidFill>
                  <a:srgbClr val="38761D"/>
                </a:solidFill>
                <a:latin typeface="Tahoma"/>
                <a:cs typeface="Tahoma"/>
              </a:rPr>
              <a:t> </a:t>
            </a:r>
            <a:r>
              <a:rPr sz="1200" spc="-10" dirty="0">
                <a:solidFill>
                  <a:srgbClr val="38761D"/>
                </a:solidFill>
                <a:latin typeface="Tahoma"/>
                <a:cs typeface="Tahoma"/>
              </a:rPr>
              <a:t>is</a:t>
            </a:r>
            <a:r>
              <a:rPr sz="1200" spc="165" dirty="0">
                <a:solidFill>
                  <a:srgbClr val="38761D"/>
                </a:solidFill>
                <a:latin typeface="Tahoma"/>
                <a:cs typeface="Tahoma"/>
              </a:rPr>
              <a:t> </a:t>
            </a:r>
            <a:r>
              <a:rPr sz="1200" spc="-10" dirty="0">
                <a:solidFill>
                  <a:srgbClr val="38761D"/>
                </a:solidFill>
                <a:latin typeface="Tahoma"/>
                <a:cs typeface="Tahoma"/>
              </a:rPr>
              <a:t>actually </a:t>
            </a:r>
            <a:r>
              <a:rPr sz="1200" spc="-360" dirty="0">
                <a:solidFill>
                  <a:srgbClr val="38761D"/>
                </a:solidFill>
                <a:latin typeface="Tahoma"/>
                <a:cs typeface="Tahoma"/>
              </a:rPr>
              <a:t> </a:t>
            </a:r>
            <a:r>
              <a:rPr sz="1200" spc="-5" dirty="0">
                <a:solidFill>
                  <a:srgbClr val="38761D"/>
                </a:solidFill>
                <a:latin typeface="Tahoma"/>
                <a:cs typeface="Tahoma"/>
              </a:rPr>
              <a:t>can</a:t>
            </a:r>
            <a:r>
              <a:rPr sz="1200" dirty="0">
                <a:solidFill>
                  <a:srgbClr val="38761D"/>
                </a:solidFill>
                <a:latin typeface="Tahoma"/>
                <a:cs typeface="Tahoma"/>
              </a:rPr>
              <a:t> be </a:t>
            </a:r>
            <a:r>
              <a:rPr sz="1200" spc="-5" dirty="0">
                <a:solidFill>
                  <a:srgbClr val="38761D"/>
                </a:solidFill>
                <a:latin typeface="Tahoma"/>
                <a:cs typeface="Tahoma"/>
              </a:rPr>
              <a:t>decrypted</a:t>
            </a:r>
            <a:r>
              <a:rPr sz="1200" dirty="0">
                <a:solidFill>
                  <a:srgbClr val="38761D"/>
                </a:solidFill>
                <a:latin typeface="Tahoma"/>
                <a:cs typeface="Tahoma"/>
              </a:rPr>
              <a:t> </a:t>
            </a:r>
            <a:r>
              <a:rPr sz="1200" spc="-5" dirty="0">
                <a:solidFill>
                  <a:srgbClr val="38761D"/>
                </a:solidFill>
                <a:latin typeface="Tahoma"/>
                <a:cs typeface="Tahoma"/>
              </a:rPr>
              <a:t>only</a:t>
            </a:r>
            <a:r>
              <a:rPr sz="1200" spc="10" dirty="0">
                <a:solidFill>
                  <a:srgbClr val="38761D"/>
                </a:solidFill>
                <a:latin typeface="Tahoma"/>
                <a:cs typeface="Tahoma"/>
              </a:rPr>
              <a:t> </a:t>
            </a:r>
            <a:r>
              <a:rPr sz="1200" dirty="0">
                <a:solidFill>
                  <a:srgbClr val="38761D"/>
                </a:solidFill>
                <a:latin typeface="Tahoma"/>
                <a:cs typeface="Tahoma"/>
              </a:rPr>
              <a:t>by</a:t>
            </a:r>
            <a:r>
              <a:rPr sz="1200" spc="-15" dirty="0">
                <a:solidFill>
                  <a:srgbClr val="38761D"/>
                </a:solidFill>
                <a:latin typeface="Tahoma"/>
                <a:cs typeface="Tahoma"/>
              </a:rPr>
              <a:t> </a:t>
            </a:r>
            <a:r>
              <a:rPr sz="1200" spc="-5" dirty="0">
                <a:solidFill>
                  <a:srgbClr val="38761D"/>
                </a:solidFill>
                <a:latin typeface="Tahoma"/>
                <a:cs typeface="Tahoma"/>
              </a:rPr>
              <a:t>user</a:t>
            </a:r>
            <a:r>
              <a:rPr sz="1200" spc="30" dirty="0">
                <a:solidFill>
                  <a:srgbClr val="38761D"/>
                </a:solidFill>
                <a:latin typeface="Tahoma"/>
                <a:cs typeface="Tahoma"/>
              </a:rPr>
              <a:t> </a:t>
            </a:r>
            <a:r>
              <a:rPr sz="1200" dirty="0">
                <a:solidFill>
                  <a:srgbClr val="38761D"/>
                </a:solidFill>
                <a:latin typeface="Tahoma"/>
                <a:cs typeface="Tahoma"/>
              </a:rPr>
              <a:t>A.</a:t>
            </a:r>
            <a:endParaRPr sz="1200">
              <a:latin typeface="Tahoma"/>
              <a:cs typeface="Tahoma"/>
            </a:endParaRPr>
          </a:p>
        </p:txBody>
      </p:sp>
      <p:pic>
        <p:nvPicPr>
          <p:cNvPr id="4" name="object 4"/>
          <p:cNvPicPr/>
          <p:nvPr/>
        </p:nvPicPr>
        <p:blipFill>
          <a:blip r:embed="rId2" cstate="print"/>
          <a:stretch>
            <a:fillRect/>
          </a:stretch>
        </p:blipFill>
        <p:spPr>
          <a:xfrm>
            <a:off x="1033272" y="4459223"/>
            <a:ext cx="4791456" cy="1780031"/>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1127886"/>
            <a:ext cx="5760085" cy="2592705"/>
          </a:xfrm>
          <a:prstGeom prst="rect">
            <a:avLst/>
          </a:prstGeom>
        </p:spPr>
        <p:txBody>
          <a:bodyPr vert="horz" wrap="square" lIns="0" tIns="11430" rIns="0" bIns="0" rtlCol="0">
            <a:spAutoFit/>
          </a:bodyPr>
          <a:lstStyle/>
          <a:p>
            <a:pPr marL="222885">
              <a:lnSpc>
                <a:spcPct val="100000"/>
              </a:lnSpc>
              <a:spcBef>
                <a:spcPts val="90"/>
              </a:spcBef>
            </a:pPr>
            <a:r>
              <a:rPr sz="1400" b="1" spc="-5" dirty="0">
                <a:solidFill>
                  <a:srgbClr val="38761D"/>
                </a:solidFill>
                <a:latin typeface="Tahoma"/>
                <a:cs typeface="Tahoma"/>
              </a:rPr>
              <a:t>Publicly</a:t>
            </a:r>
            <a:r>
              <a:rPr sz="1400" b="1" spc="-20" dirty="0">
                <a:solidFill>
                  <a:srgbClr val="38761D"/>
                </a:solidFill>
                <a:latin typeface="Tahoma"/>
                <a:cs typeface="Tahoma"/>
              </a:rPr>
              <a:t> </a:t>
            </a:r>
            <a:r>
              <a:rPr sz="1400" b="1" dirty="0">
                <a:solidFill>
                  <a:srgbClr val="38761D"/>
                </a:solidFill>
                <a:latin typeface="Tahoma"/>
                <a:cs typeface="Tahoma"/>
              </a:rPr>
              <a:t>Available</a:t>
            </a:r>
            <a:r>
              <a:rPr sz="1400" b="1" spc="-20" dirty="0">
                <a:solidFill>
                  <a:srgbClr val="38761D"/>
                </a:solidFill>
                <a:latin typeface="Tahoma"/>
                <a:cs typeface="Tahoma"/>
              </a:rPr>
              <a:t> </a:t>
            </a:r>
            <a:r>
              <a:rPr sz="1400" b="1" spc="-5" dirty="0">
                <a:solidFill>
                  <a:srgbClr val="38761D"/>
                </a:solidFill>
                <a:latin typeface="Tahoma"/>
                <a:cs typeface="Tahoma"/>
              </a:rPr>
              <a:t>Directory</a:t>
            </a:r>
            <a:endParaRPr sz="1400">
              <a:latin typeface="Tahoma"/>
              <a:cs typeface="Tahoma"/>
            </a:endParaRPr>
          </a:p>
          <a:p>
            <a:pPr marL="12700" marR="5080" indent="48260" algn="just">
              <a:lnSpc>
                <a:spcPct val="150000"/>
              </a:lnSpc>
              <a:spcBef>
                <a:spcPts val="1260"/>
              </a:spcBef>
            </a:pPr>
            <a:r>
              <a:rPr sz="1200" spc="-65" dirty="0">
                <a:solidFill>
                  <a:srgbClr val="38761D"/>
                </a:solidFill>
                <a:latin typeface="Tahoma"/>
                <a:cs typeface="Tahoma"/>
              </a:rPr>
              <a:t>To </a:t>
            </a:r>
            <a:r>
              <a:rPr sz="1200" spc="-10" dirty="0">
                <a:solidFill>
                  <a:srgbClr val="38761D"/>
                </a:solidFill>
                <a:latin typeface="Tahoma"/>
                <a:cs typeface="Tahoma"/>
              </a:rPr>
              <a:t>overcome </a:t>
            </a:r>
            <a:r>
              <a:rPr sz="1200" dirty="0">
                <a:solidFill>
                  <a:srgbClr val="38761D"/>
                </a:solidFill>
                <a:latin typeface="Tahoma"/>
                <a:cs typeface="Tahoma"/>
              </a:rPr>
              <a:t>the </a:t>
            </a:r>
            <a:r>
              <a:rPr sz="1200" spc="-10" dirty="0">
                <a:solidFill>
                  <a:srgbClr val="38761D"/>
                </a:solidFill>
                <a:latin typeface="Tahoma"/>
                <a:cs typeface="Tahoma"/>
              </a:rPr>
              <a:t>drawback </a:t>
            </a:r>
            <a:r>
              <a:rPr sz="1200" spc="-5" dirty="0">
                <a:solidFill>
                  <a:srgbClr val="38761D"/>
                </a:solidFill>
                <a:latin typeface="Tahoma"/>
                <a:cs typeface="Tahoma"/>
              </a:rPr>
              <a:t>of </a:t>
            </a:r>
            <a:r>
              <a:rPr sz="1200" dirty="0">
                <a:solidFill>
                  <a:srgbClr val="38761D"/>
                </a:solidFill>
                <a:latin typeface="Tahoma"/>
                <a:cs typeface="Tahoma"/>
              </a:rPr>
              <a:t>the </a:t>
            </a:r>
            <a:r>
              <a:rPr sz="1200" spc="-5" dirty="0">
                <a:solidFill>
                  <a:srgbClr val="38761D"/>
                </a:solidFill>
                <a:latin typeface="Tahoma"/>
                <a:cs typeface="Tahoma"/>
              </a:rPr>
              <a:t>public announcement </a:t>
            </a:r>
            <a:r>
              <a:rPr sz="1200" spc="-10" dirty="0">
                <a:solidFill>
                  <a:srgbClr val="38761D"/>
                </a:solidFill>
                <a:latin typeface="Tahoma"/>
                <a:cs typeface="Tahoma"/>
              </a:rPr>
              <a:t>all </a:t>
            </a:r>
            <a:r>
              <a:rPr sz="1200" dirty="0">
                <a:solidFill>
                  <a:srgbClr val="38761D"/>
                </a:solidFill>
                <a:latin typeface="Tahoma"/>
                <a:cs typeface="Tahoma"/>
              </a:rPr>
              <a:t>users </a:t>
            </a:r>
            <a:r>
              <a:rPr sz="1200" spc="-5" dirty="0">
                <a:solidFill>
                  <a:srgbClr val="38761D"/>
                </a:solidFill>
                <a:latin typeface="Tahoma"/>
                <a:cs typeface="Tahoma"/>
              </a:rPr>
              <a:t>can share their </a:t>
            </a:r>
            <a:r>
              <a:rPr sz="1200" dirty="0">
                <a:solidFill>
                  <a:srgbClr val="38761D"/>
                </a:solidFill>
                <a:latin typeface="Tahoma"/>
                <a:cs typeface="Tahoma"/>
              </a:rPr>
              <a:t> </a:t>
            </a:r>
            <a:r>
              <a:rPr sz="1200" spc="-5" dirty="0">
                <a:solidFill>
                  <a:srgbClr val="38761D"/>
                </a:solidFill>
                <a:latin typeface="Tahoma"/>
                <a:cs typeface="Tahoma"/>
              </a:rPr>
              <a:t>public keys </a:t>
            </a:r>
            <a:r>
              <a:rPr sz="1200" dirty="0">
                <a:solidFill>
                  <a:srgbClr val="38761D"/>
                </a:solidFill>
                <a:latin typeface="Tahoma"/>
                <a:cs typeface="Tahoma"/>
              </a:rPr>
              <a:t>to the </a:t>
            </a:r>
            <a:r>
              <a:rPr sz="1200" spc="-5" dirty="0">
                <a:solidFill>
                  <a:srgbClr val="38761D"/>
                </a:solidFill>
                <a:latin typeface="Tahoma"/>
                <a:cs typeface="Tahoma"/>
              </a:rPr>
              <a:t>public directory </a:t>
            </a:r>
            <a:r>
              <a:rPr sz="1200" dirty="0">
                <a:solidFill>
                  <a:srgbClr val="38761D"/>
                </a:solidFill>
                <a:latin typeface="Tahoma"/>
                <a:cs typeface="Tahoma"/>
              </a:rPr>
              <a:t>which </a:t>
            </a:r>
            <a:r>
              <a:rPr sz="1200" spc="-10" dirty="0">
                <a:solidFill>
                  <a:srgbClr val="38761D"/>
                </a:solidFill>
                <a:latin typeface="Tahoma"/>
                <a:cs typeface="Tahoma"/>
              </a:rPr>
              <a:t>is </a:t>
            </a:r>
            <a:r>
              <a:rPr sz="1200" spc="-5" dirty="0">
                <a:solidFill>
                  <a:srgbClr val="38761D"/>
                </a:solidFill>
                <a:latin typeface="Tahoma"/>
                <a:cs typeface="Tahoma"/>
              </a:rPr>
              <a:t>maintained </a:t>
            </a:r>
            <a:r>
              <a:rPr sz="1200" dirty="0">
                <a:solidFill>
                  <a:srgbClr val="38761D"/>
                </a:solidFill>
                <a:latin typeface="Tahoma"/>
                <a:cs typeface="Tahoma"/>
              </a:rPr>
              <a:t>by </a:t>
            </a:r>
            <a:r>
              <a:rPr sz="1200" spc="-5" dirty="0">
                <a:solidFill>
                  <a:srgbClr val="38761D"/>
                </a:solidFill>
                <a:latin typeface="Tahoma"/>
                <a:cs typeface="Tahoma"/>
              </a:rPr>
              <a:t>an </a:t>
            </a:r>
            <a:r>
              <a:rPr sz="1200" spc="-15" dirty="0">
                <a:solidFill>
                  <a:srgbClr val="38761D"/>
                </a:solidFill>
                <a:latin typeface="Tahoma"/>
                <a:cs typeface="Tahoma"/>
              </a:rPr>
              <a:t>authority. </a:t>
            </a:r>
            <a:r>
              <a:rPr sz="1200" spc="-10" dirty="0">
                <a:solidFill>
                  <a:srgbClr val="38761D"/>
                </a:solidFill>
                <a:latin typeface="Tahoma"/>
                <a:cs typeface="Tahoma"/>
              </a:rPr>
              <a:t>Initially </a:t>
            </a:r>
            <a:r>
              <a:rPr sz="1200" dirty="0">
                <a:solidFill>
                  <a:srgbClr val="38761D"/>
                </a:solidFill>
                <a:latin typeface="Tahoma"/>
                <a:cs typeface="Tahoma"/>
              </a:rPr>
              <a:t>all </a:t>
            </a:r>
            <a:r>
              <a:rPr sz="1200" spc="5" dirty="0">
                <a:solidFill>
                  <a:srgbClr val="38761D"/>
                </a:solidFill>
                <a:latin typeface="Tahoma"/>
                <a:cs typeface="Tahoma"/>
              </a:rPr>
              <a:t> </a:t>
            </a:r>
            <a:r>
              <a:rPr sz="1200" dirty="0">
                <a:solidFill>
                  <a:srgbClr val="38761D"/>
                </a:solidFill>
                <a:latin typeface="Tahoma"/>
                <a:cs typeface="Tahoma"/>
              </a:rPr>
              <a:t>users has to </a:t>
            </a:r>
            <a:r>
              <a:rPr sz="1200" spc="-5" dirty="0">
                <a:solidFill>
                  <a:srgbClr val="38761D"/>
                </a:solidFill>
                <a:latin typeface="Tahoma"/>
                <a:cs typeface="Tahoma"/>
              </a:rPr>
              <a:t>register </a:t>
            </a:r>
            <a:r>
              <a:rPr sz="1200" spc="-10" dirty="0">
                <a:solidFill>
                  <a:srgbClr val="38761D"/>
                </a:solidFill>
                <a:latin typeface="Tahoma"/>
                <a:cs typeface="Tahoma"/>
              </a:rPr>
              <a:t>in </a:t>
            </a:r>
            <a:r>
              <a:rPr sz="1200" dirty="0">
                <a:solidFill>
                  <a:srgbClr val="38761D"/>
                </a:solidFill>
                <a:latin typeface="Tahoma"/>
                <a:cs typeface="Tahoma"/>
              </a:rPr>
              <a:t>this </a:t>
            </a:r>
            <a:r>
              <a:rPr sz="1200" spc="-5" dirty="0">
                <a:solidFill>
                  <a:srgbClr val="38761D"/>
                </a:solidFill>
                <a:latin typeface="Tahoma"/>
                <a:cs typeface="Tahoma"/>
              </a:rPr>
              <a:t>public directory </a:t>
            </a:r>
            <a:r>
              <a:rPr sz="1200" dirty="0">
                <a:solidFill>
                  <a:srgbClr val="38761D"/>
                </a:solidFill>
                <a:latin typeface="Tahoma"/>
                <a:cs typeface="Tahoma"/>
              </a:rPr>
              <a:t>and </a:t>
            </a:r>
            <a:r>
              <a:rPr sz="1200" spc="-10" dirty="0">
                <a:solidFill>
                  <a:srgbClr val="38761D"/>
                </a:solidFill>
                <a:latin typeface="Tahoma"/>
                <a:cs typeface="Tahoma"/>
              </a:rPr>
              <a:t>each </a:t>
            </a:r>
            <a:r>
              <a:rPr sz="1200" dirty="0">
                <a:solidFill>
                  <a:srgbClr val="38761D"/>
                </a:solidFill>
                <a:latin typeface="Tahoma"/>
                <a:cs typeface="Tahoma"/>
              </a:rPr>
              <a:t>user </a:t>
            </a:r>
            <a:r>
              <a:rPr sz="1200" spc="5" dirty="0">
                <a:solidFill>
                  <a:srgbClr val="38761D"/>
                </a:solidFill>
                <a:latin typeface="Tahoma"/>
                <a:cs typeface="Tahoma"/>
              </a:rPr>
              <a:t>is </a:t>
            </a:r>
            <a:r>
              <a:rPr sz="1200" spc="-5" dirty="0">
                <a:solidFill>
                  <a:srgbClr val="38761D"/>
                </a:solidFill>
                <a:latin typeface="Tahoma"/>
                <a:cs typeface="Tahoma"/>
              </a:rPr>
              <a:t>authenticated </a:t>
            </a:r>
            <a:r>
              <a:rPr sz="1200" dirty="0">
                <a:solidFill>
                  <a:srgbClr val="38761D"/>
                </a:solidFill>
                <a:latin typeface="Tahoma"/>
                <a:cs typeface="Tahoma"/>
              </a:rPr>
              <a:t>by the </a:t>
            </a:r>
            <a:r>
              <a:rPr sz="1200" spc="5" dirty="0">
                <a:solidFill>
                  <a:srgbClr val="38761D"/>
                </a:solidFill>
                <a:latin typeface="Tahoma"/>
                <a:cs typeface="Tahoma"/>
              </a:rPr>
              <a:t> </a:t>
            </a:r>
            <a:r>
              <a:rPr sz="1200" spc="-5" dirty="0">
                <a:solidFill>
                  <a:srgbClr val="38761D"/>
                </a:solidFill>
                <a:latin typeface="Tahoma"/>
                <a:cs typeface="Tahoma"/>
              </a:rPr>
              <a:t>authority </a:t>
            </a:r>
            <a:r>
              <a:rPr sz="1200" dirty="0">
                <a:solidFill>
                  <a:srgbClr val="38761D"/>
                </a:solidFill>
                <a:latin typeface="Tahoma"/>
                <a:cs typeface="Tahoma"/>
              </a:rPr>
              <a:t>to </a:t>
            </a:r>
            <a:r>
              <a:rPr sz="1200" spc="-10" dirty="0">
                <a:solidFill>
                  <a:srgbClr val="38761D"/>
                </a:solidFill>
                <a:latin typeface="Tahoma"/>
                <a:cs typeface="Tahoma"/>
              </a:rPr>
              <a:t>access </a:t>
            </a:r>
            <a:r>
              <a:rPr sz="1200" dirty="0">
                <a:solidFill>
                  <a:srgbClr val="38761D"/>
                </a:solidFill>
                <a:latin typeface="Tahoma"/>
                <a:cs typeface="Tahoma"/>
              </a:rPr>
              <a:t>the </a:t>
            </a:r>
            <a:r>
              <a:rPr sz="1200" spc="-5" dirty="0">
                <a:solidFill>
                  <a:srgbClr val="38761D"/>
                </a:solidFill>
                <a:latin typeface="Tahoma"/>
                <a:cs typeface="Tahoma"/>
              </a:rPr>
              <a:t>public </a:t>
            </a:r>
            <a:r>
              <a:rPr sz="1200" spc="-15" dirty="0">
                <a:solidFill>
                  <a:srgbClr val="38761D"/>
                </a:solidFill>
                <a:latin typeface="Tahoma"/>
                <a:cs typeface="Tahoma"/>
              </a:rPr>
              <a:t>directory. </a:t>
            </a:r>
            <a:r>
              <a:rPr sz="1200" spc="-10" dirty="0">
                <a:solidFill>
                  <a:srgbClr val="38761D"/>
                </a:solidFill>
                <a:latin typeface="Tahoma"/>
                <a:cs typeface="Tahoma"/>
              </a:rPr>
              <a:t>So, it is </a:t>
            </a:r>
            <a:r>
              <a:rPr sz="1200" dirty="0">
                <a:solidFill>
                  <a:srgbClr val="38761D"/>
                </a:solidFill>
                <a:latin typeface="Tahoma"/>
                <a:cs typeface="Tahoma"/>
              </a:rPr>
              <a:t>not </a:t>
            </a:r>
            <a:r>
              <a:rPr sz="1200" spc="-5" dirty="0">
                <a:solidFill>
                  <a:srgbClr val="38761D"/>
                </a:solidFill>
                <a:latin typeface="Tahoma"/>
                <a:cs typeface="Tahoma"/>
              </a:rPr>
              <a:t>possible </a:t>
            </a:r>
            <a:r>
              <a:rPr sz="1200" dirty="0">
                <a:solidFill>
                  <a:srgbClr val="38761D"/>
                </a:solidFill>
                <a:latin typeface="Tahoma"/>
                <a:cs typeface="Tahoma"/>
              </a:rPr>
              <a:t>to </a:t>
            </a:r>
            <a:r>
              <a:rPr sz="1200" spc="-5" dirty="0">
                <a:solidFill>
                  <a:srgbClr val="38761D"/>
                </a:solidFill>
                <a:latin typeface="Tahoma"/>
                <a:cs typeface="Tahoma"/>
              </a:rPr>
              <a:t>perform </a:t>
            </a:r>
            <a:r>
              <a:rPr sz="1200" dirty="0">
                <a:solidFill>
                  <a:srgbClr val="38761D"/>
                </a:solidFill>
                <a:latin typeface="Tahoma"/>
                <a:cs typeface="Tahoma"/>
              </a:rPr>
              <a:t>masquerade </a:t>
            </a:r>
            <a:r>
              <a:rPr sz="1200" spc="5" dirty="0">
                <a:solidFill>
                  <a:srgbClr val="38761D"/>
                </a:solidFill>
                <a:latin typeface="Tahoma"/>
                <a:cs typeface="Tahoma"/>
              </a:rPr>
              <a:t> </a:t>
            </a:r>
            <a:r>
              <a:rPr sz="1200" spc="-5" dirty="0">
                <a:solidFill>
                  <a:srgbClr val="38761D"/>
                </a:solidFill>
                <a:latin typeface="Tahoma"/>
                <a:cs typeface="Tahoma"/>
              </a:rPr>
              <a:t>attack. </a:t>
            </a:r>
            <a:r>
              <a:rPr sz="1200" spc="-25" dirty="0">
                <a:solidFill>
                  <a:srgbClr val="38761D"/>
                </a:solidFill>
                <a:latin typeface="Tahoma"/>
                <a:cs typeface="Tahoma"/>
              </a:rPr>
              <a:t>i.e., </a:t>
            </a:r>
            <a:r>
              <a:rPr sz="1200" spc="-5" dirty="0">
                <a:solidFill>
                  <a:srgbClr val="38761D"/>
                </a:solidFill>
                <a:latin typeface="Tahoma"/>
                <a:cs typeface="Tahoma"/>
              </a:rPr>
              <a:t>user </a:t>
            </a:r>
            <a:r>
              <a:rPr sz="1200" dirty="0">
                <a:solidFill>
                  <a:srgbClr val="38761D"/>
                </a:solidFill>
                <a:latin typeface="Tahoma"/>
                <a:cs typeface="Tahoma"/>
              </a:rPr>
              <a:t>A </a:t>
            </a:r>
            <a:r>
              <a:rPr sz="1200" spc="-5" dirty="0">
                <a:solidFill>
                  <a:srgbClr val="38761D"/>
                </a:solidFill>
                <a:latin typeface="Tahoma"/>
                <a:cs typeface="Tahoma"/>
              </a:rPr>
              <a:t>cannot send another person </a:t>
            </a:r>
            <a:r>
              <a:rPr sz="1200" spc="-20" dirty="0">
                <a:solidFill>
                  <a:srgbClr val="38761D"/>
                </a:solidFill>
                <a:latin typeface="Tahoma"/>
                <a:cs typeface="Tahoma"/>
              </a:rPr>
              <a:t>B’s </a:t>
            </a:r>
            <a:r>
              <a:rPr sz="1200" spc="-30" dirty="0">
                <a:solidFill>
                  <a:srgbClr val="38761D"/>
                </a:solidFill>
                <a:latin typeface="Tahoma"/>
                <a:cs typeface="Tahoma"/>
              </a:rPr>
              <a:t>key. </a:t>
            </a:r>
            <a:r>
              <a:rPr sz="1200" dirty="0">
                <a:solidFill>
                  <a:srgbClr val="38761D"/>
                </a:solidFill>
                <a:latin typeface="Tahoma"/>
                <a:cs typeface="Tahoma"/>
              </a:rPr>
              <a:t>At </a:t>
            </a:r>
            <a:r>
              <a:rPr sz="1200" spc="-5" dirty="0">
                <a:solidFill>
                  <a:srgbClr val="38761D"/>
                </a:solidFill>
                <a:latin typeface="Tahoma"/>
                <a:cs typeface="Tahoma"/>
              </a:rPr>
              <a:t>any point of time </a:t>
            </a:r>
            <a:r>
              <a:rPr sz="1200" dirty="0">
                <a:solidFill>
                  <a:srgbClr val="38761D"/>
                </a:solidFill>
                <a:latin typeface="Tahoma"/>
                <a:cs typeface="Tahoma"/>
              </a:rPr>
              <a:t>the </a:t>
            </a:r>
            <a:r>
              <a:rPr sz="1200" spc="-5" dirty="0">
                <a:solidFill>
                  <a:srgbClr val="38761D"/>
                </a:solidFill>
                <a:latin typeface="Tahoma"/>
                <a:cs typeface="Tahoma"/>
              </a:rPr>
              <a:t>keys </a:t>
            </a:r>
            <a:r>
              <a:rPr sz="1200" dirty="0">
                <a:solidFill>
                  <a:srgbClr val="38761D"/>
                </a:solidFill>
                <a:latin typeface="Tahoma"/>
                <a:cs typeface="Tahoma"/>
              </a:rPr>
              <a:t> </a:t>
            </a:r>
            <a:r>
              <a:rPr sz="1200" spc="-5" dirty="0">
                <a:solidFill>
                  <a:srgbClr val="38761D"/>
                </a:solidFill>
                <a:latin typeface="Tahoma"/>
                <a:cs typeface="Tahoma"/>
              </a:rPr>
              <a:t>can </a:t>
            </a:r>
            <a:r>
              <a:rPr sz="1200" dirty="0">
                <a:solidFill>
                  <a:srgbClr val="38761D"/>
                </a:solidFill>
                <a:latin typeface="Tahoma"/>
                <a:cs typeface="Tahoma"/>
              </a:rPr>
              <a:t>be </a:t>
            </a:r>
            <a:r>
              <a:rPr sz="1200" spc="-10" dirty="0">
                <a:solidFill>
                  <a:srgbClr val="38761D"/>
                </a:solidFill>
                <a:latin typeface="Tahoma"/>
                <a:cs typeface="Tahoma"/>
              </a:rPr>
              <a:t>replaced </a:t>
            </a:r>
            <a:r>
              <a:rPr sz="1200" dirty="0">
                <a:solidFill>
                  <a:srgbClr val="38761D"/>
                </a:solidFill>
                <a:latin typeface="Tahoma"/>
                <a:cs typeface="Tahoma"/>
              </a:rPr>
              <a:t>by the </a:t>
            </a:r>
            <a:r>
              <a:rPr sz="1200" spc="-5" dirty="0">
                <a:solidFill>
                  <a:srgbClr val="38761D"/>
                </a:solidFill>
                <a:latin typeface="Tahoma"/>
                <a:cs typeface="Tahoma"/>
              </a:rPr>
              <a:t>concerned </a:t>
            </a:r>
            <a:r>
              <a:rPr sz="1200" spc="-35" dirty="0">
                <a:solidFill>
                  <a:srgbClr val="38761D"/>
                </a:solidFill>
                <a:latin typeface="Tahoma"/>
                <a:cs typeface="Tahoma"/>
              </a:rPr>
              <a:t>user. </a:t>
            </a:r>
            <a:r>
              <a:rPr sz="1200" dirty="0">
                <a:solidFill>
                  <a:srgbClr val="38761D"/>
                </a:solidFill>
                <a:latin typeface="Tahoma"/>
                <a:cs typeface="Tahoma"/>
              </a:rPr>
              <a:t>This </a:t>
            </a:r>
            <a:r>
              <a:rPr sz="1200" spc="-5" dirty="0">
                <a:solidFill>
                  <a:srgbClr val="38761D"/>
                </a:solidFill>
                <a:latin typeface="Tahoma"/>
                <a:cs typeface="Tahoma"/>
              </a:rPr>
              <a:t>scheme </a:t>
            </a:r>
            <a:r>
              <a:rPr sz="1200" spc="-10" dirty="0">
                <a:solidFill>
                  <a:srgbClr val="38761D"/>
                </a:solidFill>
                <a:latin typeface="Tahoma"/>
                <a:cs typeface="Tahoma"/>
              </a:rPr>
              <a:t>also </a:t>
            </a:r>
            <a:r>
              <a:rPr sz="1200" spc="5" dirty="0">
                <a:solidFill>
                  <a:srgbClr val="38761D"/>
                </a:solidFill>
                <a:latin typeface="Tahoma"/>
                <a:cs typeface="Tahoma"/>
              </a:rPr>
              <a:t>has </a:t>
            </a:r>
            <a:r>
              <a:rPr sz="1200" dirty="0">
                <a:solidFill>
                  <a:srgbClr val="38761D"/>
                </a:solidFill>
                <a:latin typeface="Tahoma"/>
                <a:cs typeface="Tahoma"/>
              </a:rPr>
              <a:t>a </a:t>
            </a:r>
            <a:r>
              <a:rPr sz="1200" spc="-10" dirty="0">
                <a:solidFill>
                  <a:srgbClr val="38761D"/>
                </a:solidFill>
                <a:latin typeface="Tahoma"/>
                <a:cs typeface="Tahoma"/>
              </a:rPr>
              <a:t>drawback </a:t>
            </a:r>
            <a:r>
              <a:rPr sz="1200" dirty="0">
                <a:solidFill>
                  <a:srgbClr val="38761D"/>
                </a:solidFill>
                <a:latin typeface="Tahoma"/>
                <a:cs typeface="Tahoma"/>
              </a:rPr>
              <a:t>that </a:t>
            </a:r>
            <a:r>
              <a:rPr sz="1200" spc="-10" dirty="0">
                <a:solidFill>
                  <a:srgbClr val="38761D"/>
                </a:solidFill>
                <a:latin typeface="Tahoma"/>
                <a:cs typeface="Tahoma"/>
              </a:rPr>
              <a:t>an </a:t>
            </a:r>
            <a:r>
              <a:rPr sz="1200" spc="-5" dirty="0">
                <a:solidFill>
                  <a:srgbClr val="38761D"/>
                </a:solidFill>
                <a:latin typeface="Tahoma"/>
                <a:cs typeface="Tahoma"/>
              </a:rPr>
              <a:t> adversary can compromise </a:t>
            </a:r>
            <a:r>
              <a:rPr sz="1200" dirty="0">
                <a:solidFill>
                  <a:srgbClr val="38761D"/>
                </a:solidFill>
                <a:latin typeface="Tahoma"/>
                <a:cs typeface="Tahoma"/>
              </a:rPr>
              <a:t>the </a:t>
            </a:r>
            <a:r>
              <a:rPr sz="1200" spc="-5" dirty="0">
                <a:solidFill>
                  <a:srgbClr val="38761D"/>
                </a:solidFill>
                <a:latin typeface="Tahoma"/>
                <a:cs typeface="Tahoma"/>
              </a:rPr>
              <a:t>private key shared </a:t>
            </a:r>
            <a:r>
              <a:rPr sz="1200" dirty="0">
                <a:solidFill>
                  <a:srgbClr val="38761D"/>
                </a:solidFill>
                <a:latin typeface="Tahoma"/>
                <a:cs typeface="Tahoma"/>
              </a:rPr>
              <a:t>between the user </a:t>
            </a:r>
            <a:r>
              <a:rPr sz="1200" spc="-5" dirty="0">
                <a:solidFill>
                  <a:srgbClr val="38761D"/>
                </a:solidFill>
                <a:latin typeface="Tahoma"/>
                <a:cs typeface="Tahoma"/>
              </a:rPr>
              <a:t>and public </a:t>
            </a:r>
            <a:r>
              <a:rPr sz="1200" dirty="0">
                <a:solidFill>
                  <a:srgbClr val="38761D"/>
                </a:solidFill>
                <a:latin typeface="Tahoma"/>
                <a:cs typeface="Tahoma"/>
              </a:rPr>
              <a:t> </a:t>
            </a:r>
            <a:r>
              <a:rPr sz="1200" spc="-15" dirty="0">
                <a:solidFill>
                  <a:srgbClr val="38761D"/>
                </a:solidFill>
                <a:latin typeface="Tahoma"/>
                <a:cs typeface="Tahoma"/>
              </a:rPr>
              <a:t>authority.</a:t>
            </a:r>
            <a:endParaRPr sz="1200">
              <a:latin typeface="Tahoma"/>
              <a:cs typeface="Tahoma"/>
            </a:endParaRPr>
          </a:p>
        </p:txBody>
      </p:sp>
      <p:sp>
        <p:nvSpPr>
          <p:cNvPr id="3" name="object 3"/>
          <p:cNvSpPr txBox="1"/>
          <p:nvPr/>
        </p:nvSpPr>
        <p:spPr>
          <a:xfrm>
            <a:off x="550570" y="6228410"/>
            <a:ext cx="5762625" cy="2593340"/>
          </a:xfrm>
          <a:prstGeom prst="rect">
            <a:avLst/>
          </a:prstGeom>
        </p:spPr>
        <p:txBody>
          <a:bodyPr vert="horz" wrap="square" lIns="0" tIns="12065" rIns="0" bIns="0" rtlCol="0">
            <a:spAutoFit/>
          </a:bodyPr>
          <a:lstStyle/>
          <a:p>
            <a:pPr marL="12700" algn="just">
              <a:lnSpc>
                <a:spcPct val="100000"/>
              </a:lnSpc>
              <a:spcBef>
                <a:spcPts val="95"/>
              </a:spcBef>
            </a:pPr>
            <a:r>
              <a:rPr sz="1400" b="1" spc="-5" dirty="0">
                <a:solidFill>
                  <a:srgbClr val="38761D"/>
                </a:solidFill>
                <a:latin typeface="Arial"/>
                <a:cs typeface="Arial"/>
              </a:rPr>
              <a:t>P</a:t>
            </a:r>
            <a:r>
              <a:rPr sz="1400" b="1" spc="-5" dirty="0">
                <a:solidFill>
                  <a:srgbClr val="38761D"/>
                </a:solidFill>
                <a:latin typeface="Tahoma"/>
                <a:cs typeface="Tahoma"/>
              </a:rPr>
              <a:t>ublic-Key</a:t>
            </a:r>
            <a:r>
              <a:rPr sz="1400" b="1" spc="10" dirty="0">
                <a:solidFill>
                  <a:srgbClr val="38761D"/>
                </a:solidFill>
                <a:latin typeface="Tahoma"/>
                <a:cs typeface="Tahoma"/>
              </a:rPr>
              <a:t> </a:t>
            </a:r>
            <a:r>
              <a:rPr sz="1400" b="1" spc="-10" dirty="0">
                <a:solidFill>
                  <a:srgbClr val="38761D"/>
                </a:solidFill>
                <a:latin typeface="Tahoma"/>
                <a:cs typeface="Tahoma"/>
              </a:rPr>
              <a:t>Authority</a:t>
            </a:r>
            <a:endParaRPr sz="1400">
              <a:latin typeface="Tahoma"/>
              <a:cs typeface="Tahoma"/>
            </a:endParaRPr>
          </a:p>
          <a:p>
            <a:pPr marL="12700" marR="5080" indent="45720" algn="just">
              <a:lnSpc>
                <a:spcPct val="150000"/>
              </a:lnSpc>
              <a:spcBef>
                <a:spcPts val="1255"/>
              </a:spcBef>
            </a:pPr>
            <a:r>
              <a:rPr sz="1200" spc="-65" dirty="0">
                <a:solidFill>
                  <a:srgbClr val="38761D"/>
                </a:solidFill>
                <a:latin typeface="Tahoma"/>
                <a:cs typeface="Tahoma"/>
              </a:rPr>
              <a:t>To</a:t>
            </a:r>
            <a:r>
              <a:rPr sz="1200" spc="-60" dirty="0">
                <a:solidFill>
                  <a:srgbClr val="38761D"/>
                </a:solidFill>
                <a:latin typeface="Tahoma"/>
                <a:cs typeface="Tahoma"/>
              </a:rPr>
              <a:t> </a:t>
            </a:r>
            <a:r>
              <a:rPr sz="1200" spc="-15" dirty="0">
                <a:solidFill>
                  <a:srgbClr val="38761D"/>
                </a:solidFill>
                <a:latin typeface="Tahoma"/>
                <a:cs typeface="Tahoma"/>
              </a:rPr>
              <a:t>avoid </a:t>
            </a:r>
            <a:r>
              <a:rPr sz="1200" dirty="0">
                <a:solidFill>
                  <a:srgbClr val="38761D"/>
                </a:solidFill>
                <a:latin typeface="Tahoma"/>
                <a:cs typeface="Tahoma"/>
              </a:rPr>
              <a:t>the </a:t>
            </a:r>
            <a:r>
              <a:rPr sz="1200" spc="-10" dirty="0">
                <a:solidFill>
                  <a:srgbClr val="38761D"/>
                </a:solidFill>
                <a:latin typeface="Tahoma"/>
                <a:cs typeface="Tahoma"/>
              </a:rPr>
              <a:t>weakness </a:t>
            </a:r>
            <a:r>
              <a:rPr sz="1200" spc="-5" dirty="0">
                <a:solidFill>
                  <a:srgbClr val="38761D"/>
                </a:solidFill>
                <a:latin typeface="Tahoma"/>
                <a:cs typeface="Tahoma"/>
              </a:rPr>
              <a:t>in </a:t>
            </a:r>
            <a:r>
              <a:rPr sz="1200" dirty="0">
                <a:solidFill>
                  <a:srgbClr val="38761D"/>
                </a:solidFill>
                <a:latin typeface="Tahoma"/>
                <a:cs typeface="Tahoma"/>
              </a:rPr>
              <a:t>the </a:t>
            </a:r>
            <a:r>
              <a:rPr sz="1200" spc="-5" dirty="0">
                <a:solidFill>
                  <a:srgbClr val="38761D"/>
                </a:solidFill>
                <a:latin typeface="Tahoma"/>
                <a:cs typeface="Tahoma"/>
              </a:rPr>
              <a:t>public directory </a:t>
            </a:r>
            <a:r>
              <a:rPr sz="1200" spc="-10" dirty="0">
                <a:solidFill>
                  <a:srgbClr val="38761D"/>
                </a:solidFill>
                <a:latin typeface="Tahoma"/>
                <a:cs typeface="Tahoma"/>
              </a:rPr>
              <a:t>scheme, each </a:t>
            </a:r>
            <a:r>
              <a:rPr sz="1200" spc="-5" dirty="0">
                <a:solidFill>
                  <a:srgbClr val="38761D"/>
                </a:solidFill>
                <a:latin typeface="Tahoma"/>
                <a:cs typeface="Tahoma"/>
              </a:rPr>
              <a:t>participant</a:t>
            </a:r>
            <a:r>
              <a:rPr sz="1200" spc="365" dirty="0">
                <a:solidFill>
                  <a:srgbClr val="38761D"/>
                </a:solidFill>
                <a:latin typeface="Tahoma"/>
                <a:cs typeface="Tahoma"/>
              </a:rPr>
              <a:t> </a:t>
            </a:r>
            <a:r>
              <a:rPr sz="1200" spc="-5" dirty="0">
                <a:solidFill>
                  <a:srgbClr val="38761D"/>
                </a:solidFill>
                <a:latin typeface="Tahoma"/>
                <a:cs typeface="Tahoma"/>
              </a:rPr>
              <a:t>has </a:t>
            </a:r>
            <a:r>
              <a:rPr sz="1200" spc="5" dirty="0">
                <a:solidFill>
                  <a:srgbClr val="38761D"/>
                </a:solidFill>
                <a:latin typeface="Tahoma"/>
                <a:cs typeface="Tahoma"/>
              </a:rPr>
              <a:t>to </a:t>
            </a:r>
            <a:r>
              <a:rPr sz="1200" spc="10" dirty="0">
                <a:solidFill>
                  <a:srgbClr val="38761D"/>
                </a:solidFill>
                <a:latin typeface="Tahoma"/>
                <a:cs typeface="Tahoma"/>
              </a:rPr>
              <a:t> </a:t>
            </a:r>
            <a:r>
              <a:rPr sz="1200" spc="-5" dirty="0">
                <a:solidFill>
                  <a:srgbClr val="38761D"/>
                </a:solidFill>
                <a:latin typeface="Tahoma"/>
                <a:cs typeface="Tahoma"/>
              </a:rPr>
              <a:t>request </a:t>
            </a:r>
            <a:r>
              <a:rPr sz="1200" dirty="0">
                <a:solidFill>
                  <a:srgbClr val="38761D"/>
                </a:solidFill>
                <a:latin typeface="Tahoma"/>
                <a:cs typeface="Tahoma"/>
              </a:rPr>
              <a:t>the </a:t>
            </a:r>
            <a:r>
              <a:rPr sz="1200" spc="-5" dirty="0">
                <a:solidFill>
                  <a:srgbClr val="38761D"/>
                </a:solidFill>
                <a:latin typeface="Tahoma"/>
                <a:cs typeface="Tahoma"/>
              </a:rPr>
              <a:t>public authority for user </a:t>
            </a:r>
            <a:r>
              <a:rPr sz="1200" spc="-20" dirty="0">
                <a:solidFill>
                  <a:srgbClr val="38761D"/>
                </a:solidFill>
                <a:latin typeface="Tahoma"/>
                <a:cs typeface="Tahoma"/>
              </a:rPr>
              <a:t>B’s</a:t>
            </a:r>
            <a:r>
              <a:rPr sz="1200" spc="335" dirty="0">
                <a:solidFill>
                  <a:srgbClr val="38761D"/>
                </a:solidFill>
                <a:latin typeface="Tahoma"/>
                <a:cs typeface="Tahoma"/>
              </a:rPr>
              <a:t> </a:t>
            </a:r>
            <a:r>
              <a:rPr sz="1200" spc="-5" dirty="0">
                <a:solidFill>
                  <a:srgbClr val="38761D"/>
                </a:solidFill>
                <a:latin typeface="Tahoma"/>
                <a:cs typeface="Tahoma"/>
              </a:rPr>
              <a:t>public key </a:t>
            </a:r>
            <a:r>
              <a:rPr sz="1200" spc="5" dirty="0">
                <a:solidFill>
                  <a:srgbClr val="38761D"/>
                </a:solidFill>
                <a:latin typeface="Tahoma"/>
                <a:cs typeface="Tahoma"/>
              </a:rPr>
              <a:t>by </a:t>
            </a:r>
            <a:r>
              <a:rPr sz="1200" spc="-5" dirty="0">
                <a:solidFill>
                  <a:srgbClr val="38761D"/>
                </a:solidFill>
                <a:latin typeface="Tahoma"/>
                <a:cs typeface="Tahoma"/>
              </a:rPr>
              <a:t>sending </a:t>
            </a:r>
            <a:r>
              <a:rPr sz="1200" dirty="0">
                <a:solidFill>
                  <a:srgbClr val="38761D"/>
                </a:solidFill>
                <a:latin typeface="Tahoma"/>
                <a:cs typeface="Tahoma"/>
              </a:rPr>
              <a:t>a </a:t>
            </a:r>
            <a:r>
              <a:rPr sz="1200" spc="-5" dirty="0">
                <a:solidFill>
                  <a:srgbClr val="38761D"/>
                </a:solidFill>
                <a:latin typeface="Tahoma"/>
                <a:cs typeface="Tahoma"/>
              </a:rPr>
              <a:t>time stamped </a:t>
            </a:r>
            <a:r>
              <a:rPr sz="1200" dirty="0">
                <a:solidFill>
                  <a:srgbClr val="38761D"/>
                </a:solidFill>
                <a:latin typeface="Tahoma"/>
                <a:cs typeface="Tahoma"/>
              </a:rPr>
              <a:t> </a:t>
            </a:r>
            <a:r>
              <a:rPr sz="1200" spc="-5" dirty="0">
                <a:solidFill>
                  <a:srgbClr val="38761D"/>
                </a:solidFill>
                <a:latin typeface="Tahoma"/>
                <a:cs typeface="Tahoma"/>
              </a:rPr>
              <a:t>request </a:t>
            </a:r>
            <a:r>
              <a:rPr sz="1200" dirty="0">
                <a:solidFill>
                  <a:srgbClr val="38761D"/>
                </a:solidFill>
                <a:latin typeface="Tahoma"/>
                <a:cs typeface="Tahoma"/>
              </a:rPr>
              <a:t>message. After </a:t>
            </a:r>
            <a:r>
              <a:rPr sz="1200" spc="-5" dirty="0">
                <a:solidFill>
                  <a:srgbClr val="38761D"/>
                </a:solidFill>
                <a:latin typeface="Tahoma"/>
                <a:cs typeface="Tahoma"/>
              </a:rPr>
              <a:t>receiving </a:t>
            </a:r>
            <a:r>
              <a:rPr sz="1200" dirty="0">
                <a:solidFill>
                  <a:srgbClr val="38761D"/>
                </a:solidFill>
                <a:latin typeface="Tahoma"/>
                <a:cs typeface="Tahoma"/>
              </a:rPr>
              <a:t>the </a:t>
            </a:r>
            <a:r>
              <a:rPr sz="1200" spc="-5" dirty="0">
                <a:solidFill>
                  <a:srgbClr val="38761D"/>
                </a:solidFill>
                <a:latin typeface="Tahoma"/>
                <a:cs typeface="Tahoma"/>
              </a:rPr>
              <a:t>request message, public key </a:t>
            </a:r>
            <a:r>
              <a:rPr sz="1200" dirty="0">
                <a:solidFill>
                  <a:srgbClr val="38761D"/>
                </a:solidFill>
                <a:latin typeface="Tahoma"/>
                <a:cs typeface="Tahoma"/>
              </a:rPr>
              <a:t>authority sends a </a:t>
            </a:r>
            <a:r>
              <a:rPr sz="1200" spc="5" dirty="0">
                <a:solidFill>
                  <a:srgbClr val="38761D"/>
                </a:solidFill>
                <a:latin typeface="Tahoma"/>
                <a:cs typeface="Tahoma"/>
              </a:rPr>
              <a:t> </a:t>
            </a:r>
            <a:r>
              <a:rPr sz="1200" spc="-5" dirty="0">
                <a:solidFill>
                  <a:srgbClr val="38761D"/>
                </a:solidFill>
                <a:latin typeface="Tahoma"/>
                <a:cs typeface="Tahoma"/>
              </a:rPr>
              <a:t>response as encrypted message </a:t>
            </a:r>
            <a:r>
              <a:rPr sz="1200" dirty="0">
                <a:solidFill>
                  <a:srgbClr val="38761D"/>
                </a:solidFill>
                <a:latin typeface="Tahoma"/>
                <a:cs typeface="Tahoma"/>
              </a:rPr>
              <a:t>to the user A. </a:t>
            </a:r>
            <a:r>
              <a:rPr sz="1200" spc="-5" dirty="0">
                <a:solidFill>
                  <a:srgbClr val="38761D"/>
                </a:solidFill>
                <a:latin typeface="Tahoma"/>
                <a:cs typeface="Tahoma"/>
              </a:rPr>
              <a:t>Encryption </a:t>
            </a:r>
            <a:r>
              <a:rPr sz="1200" spc="5" dirty="0">
                <a:solidFill>
                  <a:srgbClr val="38761D"/>
                </a:solidFill>
                <a:latin typeface="Tahoma"/>
                <a:cs typeface="Tahoma"/>
              </a:rPr>
              <a:t>is </a:t>
            </a:r>
            <a:r>
              <a:rPr sz="1200" dirty="0">
                <a:solidFill>
                  <a:srgbClr val="38761D"/>
                </a:solidFill>
                <a:latin typeface="Tahoma"/>
                <a:cs typeface="Tahoma"/>
              </a:rPr>
              <a:t>done using authority’s </a:t>
            </a:r>
            <a:r>
              <a:rPr sz="1200" spc="5" dirty="0">
                <a:solidFill>
                  <a:srgbClr val="38761D"/>
                </a:solidFill>
                <a:latin typeface="Tahoma"/>
                <a:cs typeface="Tahoma"/>
              </a:rPr>
              <a:t> </a:t>
            </a:r>
            <a:r>
              <a:rPr sz="1200" spc="-10" dirty="0">
                <a:solidFill>
                  <a:srgbClr val="38761D"/>
                </a:solidFill>
                <a:latin typeface="Tahoma"/>
                <a:cs typeface="Tahoma"/>
              </a:rPr>
              <a:t>private </a:t>
            </a:r>
            <a:r>
              <a:rPr sz="1200" spc="-5" dirty="0">
                <a:solidFill>
                  <a:srgbClr val="38761D"/>
                </a:solidFill>
                <a:latin typeface="Tahoma"/>
                <a:cs typeface="Tahoma"/>
              </a:rPr>
              <a:t>key </a:t>
            </a:r>
            <a:r>
              <a:rPr sz="1200" spc="-10" dirty="0">
                <a:solidFill>
                  <a:srgbClr val="38761D"/>
                </a:solidFill>
                <a:latin typeface="Tahoma"/>
                <a:cs typeface="Tahoma"/>
              </a:rPr>
              <a:t>which </a:t>
            </a:r>
            <a:r>
              <a:rPr sz="1200" spc="-5" dirty="0">
                <a:solidFill>
                  <a:srgbClr val="38761D"/>
                </a:solidFill>
                <a:latin typeface="Tahoma"/>
                <a:cs typeface="Tahoma"/>
              </a:rPr>
              <a:t>authenticates </a:t>
            </a:r>
            <a:r>
              <a:rPr sz="1200" dirty="0">
                <a:solidFill>
                  <a:srgbClr val="38761D"/>
                </a:solidFill>
                <a:latin typeface="Tahoma"/>
                <a:cs typeface="Tahoma"/>
              </a:rPr>
              <a:t>that the </a:t>
            </a:r>
            <a:r>
              <a:rPr sz="1200" spc="-5" dirty="0">
                <a:solidFill>
                  <a:srgbClr val="38761D"/>
                </a:solidFill>
                <a:latin typeface="Tahoma"/>
                <a:cs typeface="Tahoma"/>
              </a:rPr>
              <a:t>message </a:t>
            </a:r>
            <a:r>
              <a:rPr sz="1200" spc="-10" dirty="0">
                <a:solidFill>
                  <a:srgbClr val="38761D"/>
                </a:solidFill>
                <a:latin typeface="Tahoma"/>
                <a:cs typeface="Tahoma"/>
              </a:rPr>
              <a:t>is </a:t>
            </a:r>
            <a:r>
              <a:rPr sz="1200" spc="-5" dirty="0">
                <a:solidFill>
                  <a:srgbClr val="38761D"/>
                </a:solidFill>
                <a:latin typeface="Tahoma"/>
                <a:cs typeface="Tahoma"/>
              </a:rPr>
              <a:t>sent </a:t>
            </a:r>
            <a:r>
              <a:rPr sz="1200" dirty="0">
                <a:solidFill>
                  <a:srgbClr val="38761D"/>
                </a:solidFill>
                <a:latin typeface="Tahoma"/>
                <a:cs typeface="Tahoma"/>
              </a:rPr>
              <a:t>by the </a:t>
            </a:r>
            <a:r>
              <a:rPr sz="1200" spc="-15" dirty="0">
                <a:solidFill>
                  <a:srgbClr val="38761D"/>
                </a:solidFill>
                <a:latin typeface="Tahoma"/>
                <a:cs typeface="Tahoma"/>
              </a:rPr>
              <a:t>authority. </a:t>
            </a:r>
            <a:r>
              <a:rPr sz="1200" spc="-5" dirty="0">
                <a:solidFill>
                  <a:srgbClr val="38761D"/>
                </a:solidFill>
                <a:latin typeface="Tahoma"/>
                <a:cs typeface="Tahoma"/>
              </a:rPr>
              <a:t>Encrypted </a:t>
            </a:r>
            <a:r>
              <a:rPr sz="1200" dirty="0">
                <a:solidFill>
                  <a:srgbClr val="38761D"/>
                </a:solidFill>
                <a:latin typeface="Tahoma"/>
                <a:cs typeface="Tahoma"/>
              </a:rPr>
              <a:t> </a:t>
            </a:r>
            <a:r>
              <a:rPr sz="1200" spc="-5" dirty="0">
                <a:solidFill>
                  <a:srgbClr val="38761D"/>
                </a:solidFill>
                <a:latin typeface="Tahoma"/>
                <a:cs typeface="Tahoma"/>
              </a:rPr>
              <a:t>message has B's public </a:t>
            </a:r>
            <a:r>
              <a:rPr sz="1200" spc="-30" dirty="0">
                <a:solidFill>
                  <a:srgbClr val="38761D"/>
                </a:solidFill>
                <a:latin typeface="Tahoma"/>
                <a:cs typeface="Tahoma"/>
              </a:rPr>
              <a:t>key, </a:t>
            </a:r>
            <a:r>
              <a:rPr sz="1200" spc="-5" dirty="0">
                <a:solidFill>
                  <a:srgbClr val="38761D"/>
                </a:solidFill>
                <a:latin typeface="Tahoma"/>
                <a:cs typeface="Tahoma"/>
              </a:rPr>
              <a:t>and </a:t>
            </a:r>
            <a:r>
              <a:rPr sz="1200" dirty="0">
                <a:solidFill>
                  <a:srgbClr val="38761D"/>
                </a:solidFill>
                <a:latin typeface="Tahoma"/>
                <a:cs typeface="Tahoma"/>
              </a:rPr>
              <a:t>the </a:t>
            </a:r>
            <a:r>
              <a:rPr sz="1200" spc="-5" dirty="0">
                <a:solidFill>
                  <a:srgbClr val="38761D"/>
                </a:solidFill>
                <a:latin typeface="Tahoma"/>
                <a:cs typeface="Tahoma"/>
              </a:rPr>
              <a:t>user </a:t>
            </a:r>
            <a:r>
              <a:rPr sz="1200" spc="-50" dirty="0">
                <a:solidFill>
                  <a:srgbClr val="38761D"/>
                </a:solidFill>
                <a:latin typeface="Tahoma"/>
                <a:cs typeface="Tahoma"/>
              </a:rPr>
              <a:t>A’s </a:t>
            </a:r>
            <a:r>
              <a:rPr sz="1200" spc="-5" dirty="0">
                <a:solidFill>
                  <a:srgbClr val="38761D"/>
                </a:solidFill>
                <a:latin typeface="Tahoma"/>
                <a:cs typeface="Tahoma"/>
              </a:rPr>
              <a:t>request message. Now </a:t>
            </a:r>
            <a:r>
              <a:rPr sz="1200" spc="-10" dirty="0">
                <a:solidFill>
                  <a:srgbClr val="38761D"/>
                </a:solidFill>
                <a:latin typeface="Tahoma"/>
                <a:cs typeface="Tahoma"/>
              </a:rPr>
              <a:t>if </a:t>
            </a:r>
            <a:r>
              <a:rPr sz="1200" dirty="0">
                <a:solidFill>
                  <a:srgbClr val="38761D"/>
                </a:solidFill>
                <a:latin typeface="Tahoma"/>
                <a:cs typeface="Tahoma"/>
              </a:rPr>
              <a:t>A </a:t>
            </a:r>
            <a:r>
              <a:rPr sz="1200" spc="-5" dirty="0">
                <a:solidFill>
                  <a:srgbClr val="38761D"/>
                </a:solidFill>
                <a:latin typeface="Tahoma"/>
                <a:cs typeface="Tahoma"/>
              </a:rPr>
              <a:t>wants </a:t>
            </a:r>
            <a:r>
              <a:rPr sz="1200" spc="5" dirty="0">
                <a:solidFill>
                  <a:srgbClr val="38761D"/>
                </a:solidFill>
                <a:latin typeface="Tahoma"/>
                <a:cs typeface="Tahoma"/>
              </a:rPr>
              <a:t>to </a:t>
            </a:r>
            <a:r>
              <a:rPr sz="1200" spc="10" dirty="0">
                <a:solidFill>
                  <a:srgbClr val="38761D"/>
                </a:solidFill>
                <a:latin typeface="Tahoma"/>
                <a:cs typeface="Tahoma"/>
              </a:rPr>
              <a:t> </a:t>
            </a:r>
            <a:r>
              <a:rPr sz="1200" spc="-5" dirty="0">
                <a:solidFill>
                  <a:srgbClr val="38761D"/>
                </a:solidFill>
                <a:latin typeface="Tahoma"/>
                <a:cs typeface="Tahoma"/>
              </a:rPr>
              <a:t>communicate with </a:t>
            </a:r>
            <a:r>
              <a:rPr sz="1200" dirty="0">
                <a:solidFill>
                  <a:srgbClr val="38761D"/>
                </a:solidFill>
                <a:latin typeface="Tahoma"/>
                <a:cs typeface="Tahoma"/>
              </a:rPr>
              <a:t>user B , </a:t>
            </a:r>
            <a:r>
              <a:rPr sz="1200" spc="-5" dirty="0">
                <a:solidFill>
                  <a:srgbClr val="38761D"/>
                </a:solidFill>
                <a:latin typeface="Tahoma"/>
                <a:cs typeface="Tahoma"/>
              </a:rPr>
              <a:t>user </a:t>
            </a:r>
            <a:r>
              <a:rPr sz="1200" dirty="0">
                <a:solidFill>
                  <a:srgbClr val="38761D"/>
                </a:solidFill>
                <a:latin typeface="Tahoma"/>
                <a:cs typeface="Tahoma"/>
              </a:rPr>
              <a:t>A </a:t>
            </a:r>
            <a:r>
              <a:rPr sz="1200" spc="-5" dirty="0">
                <a:solidFill>
                  <a:srgbClr val="38761D"/>
                </a:solidFill>
                <a:latin typeface="Tahoma"/>
                <a:cs typeface="Tahoma"/>
              </a:rPr>
              <a:t>will </a:t>
            </a:r>
            <a:r>
              <a:rPr sz="1200" dirty="0">
                <a:solidFill>
                  <a:srgbClr val="38761D"/>
                </a:solidFill>
                <a:latin typeface="Tahoma"/>
                <a:cs typeface="Tahoma"/>
              </a:rPr>
              <a:t>send </a:t>
            </a:r>
            <a:r>
              <a:rPr sz="1200" spc="-5" dirty="0">
                <a:solidFill>
                  <a:srgbClr val="38761D"/>
                </a:solidFill>
                <a:latin typeface="Tahoma"/>
                <a:cs typeface="Tahoma"/>
              </a:rPr>
              <a:t>an encrypted message </a:t>
            </a:r>
            <a:r>
              <a:rPr sz="1200" dirty="0">
                <a:solidFill>
                  <a:srgbClr val="38761D"/>
                </a:solidFill>
                <a:latin typeface="Tahoma"/>
                <a:cs typeface="Tahoma"/>
              </a:rPr>
              <a:t>to </a:t>
            </a:r>
            <a:r>
              <a:rPr sz="1200" spc="-5" dirty="0">
                <a:solidFill>
                  <a:srgbClr val="38761D"/>
                </a:solidFill>
                <a:latin typeface="Tahoma"/>
                <a:cs typeface="Tahoma"/>
              </a:rPr>
              <a:t>user </a:t>
            </a:r>
            <a:r>
              <a:rPr sz="1200" dirty="0">
                <a:solidFill>
                  <a:srgbClr val="38761D"/>
                </a:solidFill>
                <a:latin typeface="Tahoma"/>
                <a:cs typeface="Tahoma"/>
              </a:rPr>
              <a:t>B </a:t>
            </a:r>
            <a:r>
              <a:rPr sz="1200" spc="-5" dirty="0">
                <a:solidFill>
                  <a:srgbClr val="38761D"/>
                </a:solidFill>
                <a:latin typeface="Tahoma"/>
                <a:cs typeface="Tahoma"/>
              </a:rPr>
              <a:t>with </a:t>
            </a:r>
            <a:r>
              <a:rPr sz="1200" dirty="0">
                <a:solidFill>
                  <a:srgbClr val="38761D"/>
                </a:solidFill>
                <a:latin typeface="Tahoma"/>
                <a:cs typeface="Tahoma"/>
              </a:rPr>
              <a:t>a </a:t>
            </a:r>
            <a:r>
              <a:rPr sz="1200" spc="5" dirty="0">
                <a:solidFill>
                  <a:srgbClr val="38761D"/>
                </a:solidFill>
                <a:latin typeface="Tahoma"/>
                <a:cs typeface="Tahoma"/>
              </a:rPr>
              <a:t> </a:t>
            </a:r>
            <a:r>
              <a:rPr sz="1200" dirty="0">
                <a:solidFill>
                  <a:srgbClr val="38761D"/>
                </a:solidFill>
                <a:latin typeface="Tahoma"/>
                <a:cs typeface="Tahoma"/>
              </a:rPr>
              <a:t>nonce</a:t>
            </a:r>
            <a:r>
              <a:rPr sz="1200" spc="-5" dirty="0">
                <a:solidFill>
                  <a:srgbClr val="38761D"/>
                </a:solidFill>
                <a:latin typeface="Tahoma"/>
                <a:cs typeface="Tahoma"/>
              </a:rPr>
              <a:t> </a:t>
            </a:r>
            <a:r>
              <a:rPr sz="1200" dirty="0">
                <a:solidFill>
                  <a:srgbClr val="38761D"/>
                </a:solidFill>
                <a:latin typeface="Tahoma"/>
                <a:cs typeface="Tahoma"/>
              </a:rPr>
              <a:t>and</a:t>
            </a:r>
            <a:r>
              <a:rPr sz="1200" spc="15" dirty="0">
                <a:solidFill>
                  <a:srgbClr val="38761D"/>
                </a:solidFill>
                <a:latin typeface="Tahoma"/>
                <a:cs typeface="Tahoma"/>
              </a:rPr>
              <a:t> </a:t>
            </a:r>
            <a:r>
              <a:rPr sz="1200" spc="-10" dirty="0">
                <a:solidFill>
                  <a:srgbClr val="38761D"/>
                </a:solidFill>
                <a:latin typeface="Tahoma"/>
                <a:cs typeface="Tahoma"/>
              </a:rPr>
              <a:t>identifier</a:t>
            </a:r>
            <a:r>
              <a:rPr sz="1200" spc="60" dirty="0">
                <a:solidFill>
                  <a:srgbClr val="38761D"/>
                </a:solidFill>
                <a:latin typeface="Tahoma"/>
                <a:cs typeface="Tahoma"/>
              </a:rPr>
              <a:t> </a:t>
            </a:r>
            <a:r>
              <a:rPr sz="1200" spc="-5" dirty="0">
                <a:solidFill>
                  <a:srgbClr val="38761D"/>
                </a:solidFill>
                <a:latin typeface="Tahoma"/>
                <a:cs typeface="Tahoma"/>
              </a:rPr>
              <a:t>of</a:t>
            </a:r>
            <a:r>
              <a:rPr sz="1200" spc="10" dirty="0">
                <a:solidFill>
                  <a:srgbClr val="38761D"/>
                </a:solidFill>
                <a:latin typeface="Tahoma"/>
                <a:cs typeface="Tahoma"/>
              </a:rPr>
              <a:t> </a:t>
            </a:r>
            <a:r>
              <a:rPr sz="1200" spc="-5" dirty="0">
                <a:solidFill>
                  <a:srgbClr val="38761D"/>
                </a:solidFill>
                <a:latin typeface="Tahoma"/>
                <a:cs typeface="Tahoma"/>
              </a:rPr>
              <a:t>user</a:t>
            </a:r>
            <a:r>
              <a:rPr sz="1200" spc="30" dirty="0">
                <a:solidFill>
                  <a:srgbClr val="38761D"/>
                </a:solidFill>
                <a:latin typeface="Tahoma"/>
                <a:cs typeface="Tahoma"/>
              </a:rPr>
              <a:t> </a:t>
            </a:r>
            <a:r>
              <a:rPr sz="1200" dirty="0">
                <a:solidFill>
                  <a:srgbClr val="38761D"/>
                </a:solidFill>
                <a:latin typeface="Tahoma"/>
                <a:cs typeface="Tahoma"/>
              </a:rPr>
              <a:t>A.</a:t>
            </a:r>
            <a:endParaRPr sz="1200">
              <a:latin typeface="Tahoma"/>
              <a:cs typeface="Tahoma"/>
            </a:endParaRPr>
          </a:p>
        </p:txBody>
      </p:sp>
      <p:pic>
        <p:nvPicPr>
          <p:cNvPr id="4" name="object 4"/>
          <p:cNvPicPr/>
          <p:nvPr/>
        </p:nvPicPr>
        <p:blipFill>
          <a:blip r:embed="rId2" cstate="print"/>
          <a:stretch>
            <a:fillRect/>
          </a:stretch>
        </p:blipFill>
        <p:spPr>
          <a:xfrm>
            <a:off x="1033272" y="3837432"/>
            <a:ext cx="4791456" cy="223113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05992" y="4825364"/>
            <a:ext cx="5761990" cy="3669029"/>
          </a:xfrm>
          <a:prstGeom prst="rect">
            <a:avLst/>
          </a:prstGeom>
        </p:spPr>
        <p:txBody>
          <a:bodyPr vert="horz" wrap="square" lIns="0" tIns="12065" rIns="0" bIns="0" rtlCol="0">
            <a:spAutoFit/>
          </a:bodyPr>
          <a:lstStyle/>
          <a:p>
            <a:pPr marL="12700" marR="6985" algn="just">
              <a:lnSpc>
                <a:spcPct val="150100"/>
              </a:lnSpc>
              <a:spcBef>
                <a:spcPts val="95"/>
              </a:spcBef>
            </a:pPr>
            <a:r>
              <a:rPr sz="1200" spc="-5" dirty="0">
                <a:solidFill>
                  <a:srgbClr val="38761D"/>
                </a:solidFill>
                <a:latin typeface="Tahoma"/>
                <a:cs typeface="Tahoma"/>
              </a:rPr>
              <a:t>After </a:t>
            </a:r>
            <a:r>
              <a:rPr sz="1200" dirty="0">
                <a:solidFill>
                  <a:srgbClr val="38761D"/>
                </a:solidFill>
                <a:latin typeface="Tahoma"/>
                <a:cs typeface="Tahoma"/>
              </a:rPr>
              <a:t>receiving user B </a:t>
            </a:r>
            <a:r>
              <a:rPr sz="1200" spc="-5" dirty="0">
                <a:solidFill>
                  <a:srgbClr val="38761D"/>
                </a:solidFill>
                <a:latin typeface="Tahoma"/>
                <a:cs typeface="Tahoma"/>
              </a:rPr>
              <a:t>will send </a:t>
            </a:r>
            <a:r>
              <a:rPr sz="1200" dirty="0">
                <a:solidFill>
                  <a:srgbClr val="38761D"/>
                </a:solidFill>
                <a:latin typeface="Tahoma"/>
                <a:cs typeface="Tahoma"/>
              </a:rPr>
              <a:t>the reply </a:t>
            </a:r>
            <a:r>
              <a:rPr sz="1200" spc="-5" dirty="0">
                <a:solidFill>
                  <a:srgbClr val="38761D"/>
                </a:solidFill>
                <a:latin typeface="Tahoma"/>
                <a:cs typeface="Tahoma"/>
              </a:rPr>
              <a:t>as an encrypted message </a:t>
            </a:r>
            <a:r>
              <a:rPr sz="1200" dirty="0">
                <a:solidFill>
                  <a:srgbClr val="38761D"/>
                </a:solidFill>
                <a:latin typeface="Tahoma"/>
                <a:cs typeface="Tahoma"/>
              </a:rPr>
              <a:t>with the nonce </a:t>
            </a:r>
            <a:r>
              <a:rPr sz="1200" spc="5" dirty="0">
                <a:solidFill>
                  <a:srgbClr val="38761D"/>
                </a:solidFill>
                <a:latin typeface="Tahoma"/>
                <a:cs typeface="Tahoma"/>
              </a:rPr>
              <a:t> </a:t>
            </a:r>
            <a:r>
              <a:rPr sz="1200" spc="-5" dirty="0">
                <a:solidFill>
                  <a:srgbClr val="38761D"/>
                </a:solidFill>
                <a:latin typeface="Tahoma"/>
                <a:cs typeface="Tahoma"/>
              </a:rPr>
              <a:t>sent</a:t>
            </a:r>
            <a:r>
              <a:rPr sz="1200" spc="204" dirty="0">
                <a:solidFill>
                  <a:srgbClr val="38761D"/>
                </a:solidFill>
                <a:latin typeface="Tahoma"/>
                <a:cs typeface="Tahoma"/>
              </a:rPr>
              <a:t> </a:t>
            </a:r>
            <a:r>
              <a:rPr sz="1200" spc="5" dirty="0">
                <a:solidFill>
                  <a:srgbClr val="38761D"/>
                </a:solidFill>
                <a:latin typeface="Tahoma"/>
                <a:cs typeface="Tahoma"/>
              </a:rPr>
              <a:t>by</a:t>
            </a:r>
            <a:r>
              <a:rPr sz="1200" spc="200" dirty="0">
                <a:solidFill>
                  <a:srgbClr val="38761D"/>
                </a:solidFill>
                <a:latin typeface="Tahoma"/>
                <a:cs typeface="Tahoma"/>
              </a:rPr>
              <a:t> </a:t>
            </a:r>
            <a:r>
              <a:rPr sz="1200" dirty="0">
                <a:solidFill>
                  <a:srgbClr val="38761D"/>
                </a:solidFill>
                <a:latin typeface="Tahoma"/>
                <a:cs typeface="Tahoma"/>
              </a:rPr>
              <a:t>A</a:t>
            </a:r>
            <a:r>
              <a:rPr sz="1200" spc="200" dirty="0">
                <a:solidFill>
                  <a:srgbClr val="38761D"/>
                </a:solidFill>
                <a:latin typeface="Tahoma"/>
                <a:cs typeface="Tahoma"/>
              </a:rPr>
              <a:t> </a:t>
            </a:r>
            <a:r>
              <a:rPr sz="1200" spc="-5" dirty="0">
                <a:solidFill>
                  <a:srgbClr val="38761D"/>
                </a:solidFill>
                <a:latin typeface="Tahoma"/>
                <a:cs typeface="Tahoma"/>
              </a:rPr>
              <a:t>and</a:t>
            </a:r>
            <a:r>
              <a:rPr sz="1200" spc="210" dirty="0">
                <a:solidFill>
                  <a:srgbClr val="38761D"/>
                </a:solidFill>
                <a:latin typeface="Tahoma"/>
                <a:cs typeface="Tahoma"/>
              </a:rPr>
              <a:t> </a:t>
            </a:r>
            <a:r>
              <a:rPr sz="1200" dirty="0">
                <a:solidFill>
                  <a:srgbClr val="38761D"/>
                </a:solidFill>
                <a:latin typeface="Tahoma"/>
                <a:cs typeface="Tahoma"/>
              </a:rPr>
              <a:t>a</a:t>
            </a:r>
            <a:r>
              <a:rPr sz="1200" spc="195" dirty="0">
                <a:solidFill>
                  <a:srgbClr val="38761D"/>
                </a:solidFill>
                <a:latin typeface="Tahoma"/>
                <a:cs typeface="Tahoma"/>
              </a:rPr>
              <a:t> </a:t>
            </a:r>
            <a:r>
              <a:rPr sz="1200" spc="-5" dirty="0">
                <a:solidFill>
                  <a:srgbClr val="38761D"/>
                </a:solidFill>
                <a:latin typeface="Tahoma"/>
                <a:cs typeface="Tahoma"/>
              </a:rPr>
              <a:t>new</a:t>
            </a:r>
            <a:r>
              <a:rPr sz="1200" spc="195" dirty="0">
                <a:solidFill>
                  <a:srgbClr val="38761D"/>
                </a:solidFill>
                <a:latin typeface="Tahoma"/>
                <a:cs typeface="Tahoma"/>
              </a:rPr>
              <a:t> </a:t>
            </a:r>
            <a:r>
              <a:rPr sz="1200" dirty="0">
                <a:solidFill>
                  <a:srgbClr val="38761D"/>
                </a:solidFill>
                <a:latin typeface="Tahoma"/>
                <a:cs typeface="Tahoma"/>
              </a:rPr>
              <a:t>nonce</a:t>
            </a:r>
            <a:r>
              <a:rPr sz="1200" spc="195" dirty="0">
                <a:solidFill>
                  <a:srgbClr val="38761D"/>
                </a:solidFill>
                <a:latin typeface="Tahoma"/>
                <a:cs typeface="Tahoma"/>
              </a:rPr>
              <a:t> </a:t>
            </a:r>
            <a:r>
              <a:rPr sz="1200" spc="-10" dirty="0">
                <a:solidFill>
                  <a:srgbClr val="38761D"/>
                </a:solidFill>
                <a:latin typeface="Tahoma"/>
                <a:cs typeface="Tahoma"/>
              </a:rPr>
              <a:t>value</a:t>
            </a:r>
            <a:r>
              <a:rPr sz="1200" spc="190" dirty="0">
                <a:solidFill>
                  <a:srgbClr val="38761D"/>
                </a:solidFill>
                <a:latin typeface="Tahoma"/>
                <a:cs typeface="Tahoma"/>
              </a:rPr>
              <a:t> </a:t>
            </a:r>
            <a:r>
              <a:rPr sz="1200" dirty="0">
                <a:solidFill>
                  <a:srgbClr val="38761D"/>
                </a:solidFill>
                <a:latin typeface="Tahoma"/>
                <a:cs typeface="Tahoma"/>
              </a:rPr>
              <a:t>to</a:t>
            </a:r>
            <a:r>
              <a:rPr sz="1200" spc="195" dirty="0">
                <a:solidFill>
                  <a:srgbClr val="38761D"/>
                </a:solidFill>
                <a:latin typeface="Tahoma"/>
                <a:cs typeface="Tahoma"/>
              </a:rPr>
              <a:t> </a:t>
            </a:r>
            <a:r>
              <a:rPr sz="1200" spc="-5" dirty="0">
                <a:solidFill>
                  <a:srgbClr val="38761D"/>
                </a:solidFill>
                <a:latin typeface="Tahoma"/>
                <a:cs typeface="Tahoma"/>
              </a:rPr>
              <a:t>uniquely</a:t>
            </a:r>
            <a:r>
              <a:rPr sz="1200" spc="204" dirty="0">
                <a:solidFill>
                  <a:srgbClr val="38761D"/>
                </a:solidFill>
                <a:latin typeface="Tahoma"/>
                <a:cs typeface="Tahoma"/>
              </a:rPr>
              <a:t> </a:t>
            </a:r>
            <a:r>
              <a:rPr sz="1200" spc="-5" dirty="0">
                <a:solidFill>
                  <a:srgbClr val="38761D"/>
                </a:solidFill>
                <a:latin typeface="Tahoma"/>
                <a:cs typeface="Tahoma"/>
              </a:rPr>
              <a:t>identify</a:t>
            </a:r>
            <a:r>
              <a:rPr sz="1200" spc="204" dirty="0">
                <a:solidFill>
                  <a:srgbClr val="38761D"/>
                </a:solidFill>
                <a:latin typeface="Tahoma"/>
                <a:cs typeface="Tahoma"/>
              </a:rPr>
              <a:t> </a:t>
            </a:r>
            <a:r>
              <a:rPr sz="1200" dirty="0">
                <a:solidFill>
                  <a:srgbClr val="38761D"/>
                </a:solidFill>
                <a:latin typeface="Tahoma"/>
                <a:cs typeface="Tahoma"/>
              </a:rPr>
              <a:t>the</a:t>
            </a:r>
            <a:r>
              <a:rPr sz="1200" spc="195" dirty="0">
                <a:solidFill>
                  <a:srgbClr val="38761D"/>
                </a:solidFill>
                <a:latin typeface="Tahoma"/>
                <a:cs typeface="Tahoma"/>
              </a:rPr>
              <a:t> </a:t>
            </a:r>
            <a:r>
              <a:rPr sz="1200" spc="-5" dirty="0">
                <a:solidFill>
                  <a:srgbClr val="38761D"/>
                </a:solidFill>
                <a:latin typeface="Tahoma"/>
                <a:cs typeface="Tahoma"/>
              </a:rPr>
              <a:t>communication</a:t>
            </a:r>
            <a:r>
              <a:rPr sz="1200" spc="204" dirty="0">
                <a:solidFill>
                  <a:srgbClr val="38761D"/>
                </a:solidFill>
                <a:latin typeface="Tahoma"/>
                <a:cs typeface="Tahoma"/>
              </a:rPr>
              <a:t> </a:t>
            </a:r>
            <a:r>
              <a:rPr sz="1200" spc="-5" dirty="0">
                <a:solidFill>
                  <a:srgbClr val="38761D"/>
                </a:solidFill>
                <a:latin typeface="Tahoma"/>
                <a:cs typeface="Tahoma"/>
              </a:rPr>
              <a:t>and</a:t>
            </a:r>
            <a:r>
              <a:rPr sz="1200" spc="210" dirty="0">
                <a:solidFill>
                  <a:srgbClr val="38761D"/>
                </a:solidFill>
                <a:latin typeface="Tahoma"/>
                <a:cs typeface="Tahoma"/>
              </a:rPr>
              <a:t> </a:t>
            </a:r>
            <a:r>
              <a:rPr sz="1200" spc="5" dirty="0">
                <a:solidFill>
                  <a:srgbClr val="38761D"/>
                </a:solidFill>
                <a:latin typeface="Tahoma"/>
                <a:cs typeface="Tahoma"/>
              </a:rPr>
              <a:t>to </a:t>
            </a:r>
            <a:r>
              <a:rPr sz="1200" spc="-365" dirty="0">
                <a:solidFill>
                  <a:srgbClr val="38761D"/>
                </a:solidFill>
                <a:latin typeface="Tahoma"/>
                <a:cs typeface="Tahoma"/>
              </a:rPr>
              <a:t> </a:t>
            </a:r>
            <a:r>
              <a:rPr sz="1200" spc="-5" dirty="0">
                <a:solidFill>
                  <a:srgbClr val="38761D"/>
                </a:solidFill>
                <a:latin typeface="Tahoma"/>
                <a:cs typeface="Tahoma"/>
              </a:rPr>
              <a:t>make an assurance </a:t>
            </a:r>
            <a:r>
              <a:rPr sz="1200" dirty="0">
                <a:solidFill>
                  <a:srgbClr val="38761D"/>
                </a:solidFill>
                <a:latin typeface="Tahoma"/>
                <a:cs typeface="Tahoma"/>
              </a:rPr>
              <a:t>that </a:t>
            </a:r>
            <a:r>
              <a:rPr sz="1200" spc="-5" dirty="0">
                <a:solidFill>
                  <a:srgbClr val="38761D"/>
                </a:solidFill>
                <a:latin typeface="Tahoma"/>
                <a:cs typeface="Tahoma"/>
              </a:rPr>
              <a:t>user </a:t>
            </a:r>
            <a:r>
              <a:rPr sz="1200" dirty="0">
                <a:solidFill>
                  <a:srgbClr val="38761D"/>
                </a:solidFill>
                <a:latin typeface="Tahoma"/>
                <a:cs typeface="Tahoma"/>
              </a:rPr>
              <a:t>B </a:t>
            </a:r>
            <a:r>
              <a:rPr sz="1200" spc="5" dirty="0">
                <a:solidFill>
                  <a:srgbClr val="38761D"/>
                </a:solidFill>
                <a:latin typeface="Tahoma"/>
                <a:cs typeface="Tahoma"/>
              </a:rPr>
              <a:t>has </a:t>
            </a:r>
            <a:r>
              <a:rPr sz="1200" spc="-5" dirty="0">
                <a:solidFill>
                  <a:srgbClr val="38761D"/>
                </a:solidFill>
                <a:latin typeface="Tahoma"/>
                <a:cs typeface="Tahoma"/>
              </a:rPr>
              <a:t>received </a:t>
            </a:r>
            <a:r>
              <a:rPr sz="1200" dirty="0">
                <a:solidFill>
                  <a:srgbClr val="38761D"/>
                </a:solidFill>
                <a:latin typeface="Tahoma"/>
                <a:cs typeface="Tahoma"/>
              </a:rPr>
              <a:t>the </a:t>
            </a:r>
            <a:r>
              <a:rPr sz="1200" spc="-5" dirty="0">
                <a:solidFill>
                  <a:srgbClr val="38761D"/>
                </a:solidFill>
                <a:latin typeface="Tahoma"/>
                <a:cs typeface="Tahoma"/>
              </a:rPr>
              <a:t>message </a:t>
            </a:r>
            <a:r>
              <a:rPr sz="1200" spc="-15" dirty="0">
                <a:solidFill>
                  <a:srgbClr val="38761D"/>
                </a:solidFill>
                <a:latin typeface="Tahoma"/>
                <a:cs typeface="Tahoma"/>
              </a:rPr>
              <a:t>correctly. </a:t>
            </a:r>
            <a:r>
              <a:rPr sz="1200" spc="-5" dirty="0">
                <a:solidFill>
                  <a:srgbClr val="38761D"/>
                </a:solidFill>
                <a:latin typeface="Tahoma"/>
                <a:cs typeface="Tahoma"/>
              </a:rPr>
              <a:t>Later </a:t>
            </a:r>
            <a:r>
              <a:rPr sz="1200" dirty="0">
                <a:solidFill>
                  <a:srgbClr val="38761D"/>
                </a:solidFill>
                <a:latin typeface="Tahoma"/>
                <a:cs typeface="Tahoma"/>
              </a:rPr>
              <a:t>A </a:t>
            </a:r>
            <a:r>
              <a:rPr sz="1200" spc="-5" dirty="0">
                <a:solidFill>
                  <a:srgbClr val="38761D"/>
                </a:solidFill>
                <a:latin typeface="Tahoma"/>
                <a:cs typeface="Tahoma"/>
              </a:rPr>
              <a:t>will also </a:t>
            </a:r>
            <a:r>
              <a:rPr sz="1200" dirty="0">
                <a:solidFill>
                  <a:srgbClr val="38761D"/>
                </a:solidFill>
                <a:latin typeface="Tahoma"/>
                <a:cs typeface="Tahoma"/>
              </a:rPr>
              <a:t> </a:t>
            </a:r>
            <a:r>
              <a:rPr sz="1200" spc="-5" dirty="0">
                <a:solidFill>
                  <a:srgbClr val="38761D"/>
                </a:solidFill>
                <a:latin typeface="Tahoma"/>
                <a:cs typeface="Tahoma"/>
              </a:rPr>
              <a:t>send </a:t>
            </a:r>
            <a:r>
              <a:rPr sz="1200" dirty="0">
                <a:solidFill>
                  <a:srgbClr val="38761D"/>
                </a:solidFill>
                <a:latin typeface="Tahoma"/>
                <a:cs typeface="Tahoma"/>
              </a:rPr>
              <a:t>the </a:t>
            </a:r>
            <a:r>
              <a:rPr sz="1200" spc="5" dirty="0">
                <a:solidFill>
                  <a:srgbClr val="38761D"/>
                </a:solidFill>
                <a:latin typeface="Tahoma"/>
                <a:cs typeface="Tahoma"/>
              </a:rPr>
              <a:t>new </a:t>
            </a:r>
            <a:r>
              <a:rPr sz="1200" dirty="0">
                <a:solidFill>
                  <a:srgbClr val="38761D"/>
                </a:solidFill>
                <a:latin typeface="Tahoma"/>
                <a:cs typeface="Tahoma"/>
              </a:rPr>
              <a:t>nonce </a:t>
            </a:r>
            <a:r>
              <a:rPr sz="1200" spc="-5" dirty="0">
                <a:solidFill>
                  <a:srgbClr val="38761D"/>
                </a:solidFill>
                <a:latin typeface="Tahoma"/>
                <a:cs typeface="Tahoma"/>
              </a:rPr>
              <a:t>value encrypted </a:t>
            </a:r>
            <a:r>
              <a:rPr sz="1200" dirty="0">
                <a:solidFill>
                  <a:srgbClr val="38761D"/>
                </a:solidFill>
                <a:latin typeface="Tahoma"/>
                <a:cs typeface="Tahoma"/>
              </a:rPr>
              <a:t>to </a:t>
            </a:r>
            <a:r>
              <a:rPr sz="1200" spc="-10" dirty="0">
                <a:solidFill>
                  <a:srgbClr val="38761D"/>
                </a:solidFill>
                <a:latin typeface="Tahoma"/>
                <a:cs typeface="Tahoma"/>
              </a:rPr>
              <a:t>make </a:t>
            </a:r>
            <a:r>
              <a:rPr sz="1200" spc="-5" dirty="0">
                <a:solidFill>
                  <a:srgbClr val="38761D"/>
                </a:solidFill>
                <a:latin typeface="Tahoma"/>
                <a:cs typeface="Tahoma"/>
              </a:rPr>
              <a:t>an </a:t>
            </a:r>
            <a:r>
              <a:rPr sz="1200" spc="-10" dirty="0">
                <a:solidFill>
                  <a:srgbClr val="38761D"/>
                </a:solidFill>
                <a:latin typeface="Tahoma"/>
                <a:cs typeface="Tahoma"/>
              </a:rPr>
              <a:t>assurance </a:t>
            </a:r>
            <a:r>
              <a:rPr sz="1200" dirty="0">
                <a:solidFill>
                  <a:srgbClr val="38761D"/>
                </a:solidFill>
                <a:latin typeface="Tahoma"/>
                <a:cs typeface="Tahoma"/>
              </a:rPr>
              <a:t>that both </a:t>
            </a:r>
            <a:r>
              <a:rPr sz="1200" spc="-5" dirty="0">
                <a:solidFill>
                  <a:srgbClr val="38761D"/>
                </a:solidFill>
                <a:latin typeface="Tahoma"/>
                <a:cs typeface="Tahoma"/>
              </a:rPr>
              <a:t>intended users </a:t>
            </a:r>
            <a:r>
              <a:rPr sz="1200" dirty="0">
                <a:solidFill>
                  <a:srgbClr val="38761D"/>
                </a:solidFill>
                <a:latin typeface="Tahoma"/>
                <a:cs typeface="Tahoma"/>
              </a:rPr>
              <a:t> </a:t>
            </a:r>
            <a:r>
              <a:rPr sz="1200" spc="-5" dirty="0">
                <a:solidFill>
                  <a:srgbClr val="38761D"/>
                </a:solidFill>
                <a:latin typeface="Tahoma"/>
                <a:cs typeface="Tahoma"/>
              </a:rPr>
              <a:t>are only</a:t>
            </a:r>
            <a:r>
              <a:rPr sz="1200" spc="35" dirty="0">
                <a:solidFill>
                  <a:srgbClr val="38761D"/>
                </a:solidFill>
                <a:latin typeface="Tahoma"/>
                <a:cs typeface="Tahoma"/>
              </a:rPr>
              <a:t> </a:t>
            </a:r>
            <a:r>
              <a:rPr sz="1200" spc="-5" dirty="0">
                <a:solidFill>
                  <a:srgbClr val="38761D"/>
                </a:solidFill>
                <a:latin typeface="Tahoma"/>
                <a:cs typeface="Tahoma"/>
              </a:rPr>
              <a:t>communicating.</a:t>
            </a:r>
            <a:endParaRPr sz="1200">
              <a:latin typeface="Tahoma"/>
              <a:cs typeface="Tahoma"/>
            </a:endParaRPr>
          </a:p>
          <a:p>
            <a:pPr>
              <a:lnSpc>
                <a:spcPct val="100000"/>
              </a:lnSpc>
              <a:spcBef>
                <a:spcPts val="55"/>
              </a:spcBef>
            </a:pPr>
            <a:endParaRPr sz="1600">
              <a:latin typeface="Tahoma"/>
              <a:cs typeface="Tahoma"/>
            </a:endParaRPr>
          </a:p>
          <a:p>
            <a:pPr marL="12700" algn="just">
              <a:lnSpc>
                <a:spcPct val="100000"/>
              </a:lnSpc>
            </a:pPr>
            <a:r>
              <a:rPr sz="1400" b="1" spc="-5" dirty="0">
                <a:solidFill>
                  <a:srgbClr val="38761D"/>
                </a:solidFill>
                <a:latin typeface="Tahoma"/>
                <a:cs typeface="Tahoma"/>
              </a:rPr>
              <a:t>Public-Key Certificates</a:t>
            </a:r>
            <a:endParaRPr sz="1400">
              <a:latin typeface="Tahoma"/>
              <a:cs typeface="Tahoma"/>
            </a:endParaRPr>
          </a:p>
          <a:p>
            <a:pPr marL="12700" marR="5080" indent="48260" algn="just">
              <a:lnSpc>
                <a:spcPct val="150000"/>
              </a:lnSpc>
              <a:spcBef>
                <a:spcPts val="1260"/>
              </a:spcBef>
            </a:pPr>
            <a:r>
              <a:rPr sz="1200" dirty="0">
                <a:solidFill>
                  <a:srgbClr val="38761D"/>
                </a:solidFill>
                <a:latin typeface="Tahoma"/>
                <a:cs typeface="Tahoma"/>
              </a:rPr>
              <a:t>In the </a:t>
            </a:r>
            <a:r>
              <a:rPr sz="1200" spc="-5" dirty="0">
                <a:solidFill>
                  <a:srgbClr val="38761D"/>
                </a:solidFill>
                <a:latin typeface="Tahoma"/>
                <a:cs typeface="Tahoma"/>
              </a:rPr>
              <a:t>public key </a:t>
            </a:r>
            <a:r>
              <a:rPr sz="1200" spc="-15" dirty="0">
                <a:solidFill>
                  <a:srgbClr val="38761D"/>
                </a:solidFill>
                <a:latin typeface="Tahoma"/>
                <a:cs typeface="Tahoma"/>
              </a:rPr>
              <a:t>authority, </a:t>
            </a:r>
            <a:r>
              <a:rPr sz="1200" spc="-5" dirty="0">
                <a:solidFill>
                  <a:srgbClr val="38761D"/>
                </a:solidFill>
                <a:latin typeface="Tahoma"/>
                <a:cs typeface="Tahoma"/>
              </a:rPr>
              <a:t>as </a:t>
            </a:r>
            <a:r>
              <a:rPr sz="1200" spc="-10" dirty="0">
                <a:solidFill>
                  <a:srgbClr val="38761D"/>
                </a:solidFill>
                <a:latin typeface="Tahoma"/>
                <a:cs typeface="Tahoma"/>
              </a:rPr>
              <a:t>each </a:t>
            </a:r>
            <a:r>
              <a:rPr sz="1200" spc="-5" dirty="0">
                <a:solidFill>
                  <a:srgbClr val="38761D"/>
                </a:solidFill>
                <a:latin typeface="Tahoma"/>
                <a:cs typeface="Tahoma"/>
              </a:rPr>
              <a:t>user has </a:t>
            </a:r>
            <a:r>
              <a:rPr sz="1200" dirty="0">
                <a:solidFill>
                  <a:srgbClr val="38761D"/>
                </a:solidFill>
                <a:latin typeface="Tahoma"/>
                <a:cs typeface="Tahoma"/>
              </a:rPr>
              <a:t>to </a:t>
            </a:r>
            <a:r>
              <a:rPr sz="1200" spc="-5" dirty="0">
                <a:solidFill>
                  <a:srgbClr val="38761D"/>
                </a:solidFill>
                <a:latin typeface="Tahoma"/>
                <a:cs typeface="Tahoma"/>
              </a:rPr>
              <a:t>contact authority in-order </a:t>
            </a:r>
            <a:r>
              <a:rPr sz="1200" dirty="0">
                <a:solidFill>
                  <a:srgbClr val="38761D"/>
                </a:solidFill>
                <a:latin typeface="Tahoma"/>
                <a:cs typeface="Tahoma"/>
              </a:rPr>
              <a:t>to </a:t>
            </a:r>
            <a:r>
              <a:rPr sz="1200" spc="-5" dirty="0">
                <a:solidFill>
                  <a:srgbClr val="38761D"/>
                </a:solidFill>
                <a:latin typeface="Tahoma"/>
                <a:cs typeface="Tahoma"/>
              </a:rPr>
              <a:t>get </a:t>
            </a:r>
            <a:r>
              <a:rPr sz="1200" dirty="0">
                <a:solidFill>
                  <a:srgbClr val="38761D"/>
                </a:solidFill>
                <a:latin typeface="Tahoma"/>
                <a:cs typeface="Tahoma"/>
              </a:rPr>
              <a:t>the </a:t>
            </a:r>
            <a:r>
              <a:rPr sz="1200" spc="5" dirty="0">
                <a:solidFill>
                  <a:srgbClr val="38761D"/>
                </a:solidFill>
                <a:latin typeface="Tahoma"/>
                <a:cs typeface="Tahoma"/>
              </a:rPr>
              <a:t> </a:t>
            </a:r>
            <a:r>
              <a:rPr sz="1200" spc="-5" dirty="0">
                <a:solidFill>
                  <a:srgbClr val="38761D"/>
                </a:solidFill>
                <a:latin typeface="Tahoma"/>
                <a:cs typeface="Tahoma"/>
              </a:rPr>
              <a:t>public keys. </a:t>
            </a:r>
            <a:r>
              <a:rPr sz="1200" dirty="0">
                <a:solidFill>
                  <a:srgbClr val="38761D"/>
                </a:solidFill>
                <a:latin typeface="Tahoma"/>
                <a:cs typeface="Tahoma"/>
              </a:rPr>
              <a:t>So </a:t>
            </a:r>
            <a:r>
              <a:rPr sz="1200" spc="-5" dirty="0">
                <a:solidFill>
                  <a:srgbClr val="38761D"/>
                </a:solidFill>
                <a:latin typeface="Tahoma"/>
                <a:cs typeface="Tahoma"/>
              </a:rPr>
              <a:t>bottleneck problem occurs. </a:t>
            </a:r>
            <a:r>
              <a:rPr sz="1200" spc="-50" dirty="0">
                <a:solidFill>
                  <a:srgbClr val="38761D"/>
                </a:solidFill>
                <a:latin typeface="Tahoma"/>
                <a:cs typeface="Tahoma"/>
              </a:rPr>
              <a:t>To</a:t>
            </a:r>
            <a:r>
              <a:rPr sz="1200" spc="275" dirty="0">
                <a:solidFill>
                  <a:srgbClr val="38761D"/>
                </a:solidFill>
                <a:latin typeface="Tahoma"/>
                <a:cs typeface="Tahoma"/>
              </a:rPr>
              <a:t> </a:t>
            </a:r>
            <a:r>
              <a:rPr sz="1200" spc="-10" dirty="0">
                <a:solidFill>
                  <a:srgbClr val="38761D"/>
                </a:solidFill>
                <a:latin typeface="Tahoma"/>
                <a:cs typeface="Tahoma"/>
              </a:rPr>
              <a:t>avoid</a:t>
            </a:r>
            <a:r>
              <a:rPr sz="1200" spc="355" dirty="0">
                <a:solidFill>
                  <a:srgbClr val="38761D"/>
                </a:solidFill>
                <a:latin typeface="Tahoma"/>
                <a:cs typeface="Tahoma"/>
              </a:rPr>
              <a:t> </a:t>
            </a:r>
            <a:r>
              <a:rPr sz="1200" spc="-5" dirty="0">
                <a:solidFill>
                  <a:srgbClr val="38761D"/>
                </a:solidFill>
                <a:latin typeface="Tahoma"/>
                <a:cs typeface="Tahoma"/>
              </a:rPr>
              <a:t>this </a:t>
            </a:r>
            <a:r>
              <a:rPr sz="1200" spc="-10" dirty="0">
                <a:solidFill>
                  <a:srgbClr val="38761D"/>
                </a:solidFill>
                <a:latin typeface="Tahoma"/>
                <a:cs typeface="Tahoma"/>
              </a:rPr>
              <a:t>issue </a:t>
            </a:r>
            <a:r>
              <a:rPr sz="1200" spc="-5" dirty="0">
                <a:solidFill>
                  <a:srgbClr val="38761D"/>
                </a:solidFill>
                <a:latin typeface="Tahoma"/>
                <a:cs typeface="Tahoma"/>
              </a:rPr>
              <a:t>each </a:t>
            </a:r>
            <a:r>
              <a:rPr sz="1200" dirty="0">
                <a:solidFill>
                  <a:srgbClr val="38761D"/>
                </a:solidFill>
                <a:latin typeface="Tahoma"/>
                <a:cs typeface="Tahoma"/>
              </a:rPr>
              <a:t>user will </a:t>
            </a:r>
            <a:r>
              <a:rPr sz="1200" spc="-5" dirty="0">
                <a:solidFill>
                  <a:srgbClr val="38761D"/>
                </a:solidFill>
                <a:latin typeface="Tahoma"/>
                <a:cs typeface="Tahoma"/>
              </a:rPr>
              <a:t>share </a:t>
            </a:r>
            <a:r>
              <a:rPr sz="1200" dirty="0">
                <a:solidFill>
                  <a:srgbClr val="38761D"/>
                </a:solidFill>
                <a:latin typeface="Tahoma"/>
                <a:cs typeface="Tahoma"/>
              </a:rPr>
              <a:t> the </a:t>
            </a:r>
            <a:r>
              <a:rPr sz="1200" spc="-5" dirty="0">
                <a:solidFill>
                  <a:srgbClr val="38761D"/>
                </a:solidFill>
                <a:latin typeface="Tahoma"/>
                <a:cs typeface="Tahoma"/>
              </a:rPr>
              <a:t>public</a:t>
            </a:r>
            <a:r>
              <a:rPr sz="1200" dirty="0">
                <a:solidFill>
                  <a:srgbClr val="38761D"/>
                </a:solidFill>
                <a:latin typeface="Tahoma"/>
                <a:cs typeface="Tahoma"/>
              </a:rPr>
              <a:t> </a:t>
            </a:r>
            <a:r>
              <a:rPr sz="1200" spc="-5" dirty="0">
                <a:solidFill>
                  <a:srgbClr val="38761D"/>
                </a:solidFill>
                <a:latin typeface="Tahoma"/>
                <a:cs typeface="Tahoma"/>
              </a:rPr>
              <a:t>key</a:t>
            </a:r>
            <a:r>
              <a:rPr sz="1200" spc="365" dirty="0">
                <a:solidFill>
                  <a:srgbClr val="38761D"/>
                </a:solidFill>
                <a:latin typeface="Tahoma"/>
                <a:cs typeface="Tahoma"/>
              </a:rPr>
              <a:t> </a:t>
            </a:r>
            <a:r>
              <a:rPr sz="1200" dirty="0">
                <a:solidFill>
                  <a:srgbClr val="38761D"/>
                </a:solidFill>
                <a:latin typeface="Tahoma"/>
                <a:cs typeface="Tahoma"/>
              </a:rPr>
              <a:t>to the </a:t>
            </a:r>
            <a:r>
              <a:rPr sz="1200" spc="-5" dirty="0">
                <a:solidFill>
                  <a:srgbClr val="38761D"/>
                </a:solidFill>
                <a:latin typeface="Tahoma"/>
                <a:cs typeface="Tahoma"/>
              </a:rPr>
              <a:t>central </a:t>
            </a:r>
            <a:r>
              <a:rPr sz="1200" dirty="0">
                <a:solidFill>
                  <a:srgbClr val="38761D"/>
                </a:solidFill>
                <a:latin typeface="Tahoma"/>
                <a:cs typeface="Tahoma"/>
              </a:rPr>
              <a:t>authority </a:t>
            </a:r>
            <a:r>
              <a:rPr sz="1200" spc="-5" dirty="0">
                <a:solidFill>
                  <a:srgbClr val="38761D"/>
                </a:solidFill>
                <a:latin typeface="Tahoma"/>
                <a:cs typeface="Tahoma"/>
              </a:rPr>
              <a:t>who </a:t>
            </a:r>
            <a:r>
              <a:rPr sz="1200" spc="-10" dirty="0">
                <a:solidFill>
                  <a:srgbClr val="38761D"/>
                </a:solidFill>
                <a:latin typeface="Tahoma"/>
                <a:cs typeface="Tahoma"/>
              </a:rPr>
              <a:t>is </a:t>
            </a:r>
            <a:r>
              <a:rPr sz="1200" spc="-5" dirty="0">
                <a:solidFill>
                  <a:srgbClr val="38761D"/>
                </a:solidFill>
                <a:latin typeface="Tahoma"/>
                <a:cs typeface="Tahoma"/>
              </a:rPr>
              <a:t>responsible for </a:t>
            </a:r>
            <a:r>
              <a:rPr sz="1200" dirty="0">
                <a:solidFill>
                  <a:srgbClr val="38761D"/>
                </a:solidFill>
                <a:latin typeface="Tahoma"/>
                <a:cs typeface="Tahoma"/>
              </a:rPr>
              <a:t>issuing </a:t>
            </a:r>
            <a:r>
              <a:rPr sz="1200" spc="-5" dirty="0">
                <a:solidFill>
                  <a:srgbClr val="38761D"/>
                </a:solidFill>
                <a:latin typeface="Tahoma"/>
                <a:cs typeface="Tahoma"/>
              </a:rPr>
              <a:t>certificates </a:t>
            </a:r>
            <a:r>
              <a:rPr sz="1200" spc="5" dirty="0">
                <a:solidFill>
                  <a:srgbClr val="38761D"/>
                </a:solidFill>
                <a:latin typeface="Tahoma"/>
                <a:cs typeface="Tahoma"/>
              </a:rPr>
              <a:t>to </a:t>
            </a:r>
            <a:r>
              <a:rPr sz="1200" spc="10" dirty="0">
                <a:solidFill>
                  <a:srgbClr val="38761D"/>
                </a:solidFill>
                <a:latin typeface="Tahoma"/>
                <a:cs typeface="Tahoma"/>
              </a:rPr>
              <a:t> </a:t>
            </a:r>
            <a:r>
              <a:rPr sz="1200" dirty="0">
                <a:solidFill>
                  <a:srgbClr val="38761D"/>
                </a:solidFill>
                <a:latin typeface="Tahoma"/>
                <a:cs typeface="Tahoma"/>
              </a:rPr>
              <a:t>the users. </a:t>
            </a:r>
            <a:r>
              <a:rPr sz="1200" spc="-5" dirty="0">
                <a:solidFill>
                  <a:srgbClr val="38761D"/>
                </a:solidFill>
                <a:latin typeface="Tahoma"/>
                <a:cs typeface="Tahoma"/>
              </a:rPr>
              <a:t>Each </a:t>
            </a:r>
            <a:r>
              <a:rPr sz="1200" spc="5" dirty="0">
                <a:solidFill>
                  <a:srgbClr val="38761D"/>
                </a:solidFill>
                <a:latin typeface="Tahoma"/>
                <a:cs typeface="Tahoma"/>
              </a:rPr>
              <a:t>user </a:t>
            </a:r>
            <a:r>
              <a:rPr sz="1200" spc="-5" dirty="0">
                <a:solidFill>
                  <a:srgbClr val="38761D"/>
                </a:solidFill>
                <a:latin typeface="Tahoma"/>
                <a:cs typeface="Tahoma"/>
              </a:rPr>
              <a:t>will </a:t>
            </a:r>
            <a:r>
              <a:rPr sz="1200" dirty="0">
                <a:solidFill>
                  <a:srgbClr val="38761D"/>
                </a:solidFill>
                <a:latin typeface="Tahoma"/>
                <a:cs typeface="Tahoma"/>
              </a:rPr>
              <a:t>be </a:t>
            </a:r>
            <a:r>
              <a:rPr sz="1200" spc="-5" dirty="0">
                <a:solidFill>
                  <a:srgbClr val="38761D"/>
                </a:solidFill>
                <a:latin typeface="Tahoma"/>
                <a:cs typeface="Tahoma"/>
              </a:rPr>
              <a:t>provided with</a:t>
            </a:r>
            <a:r>
              <a:rPr sz="1200" dirty="0">
                <a:solidFill>
                  <a:srgbClr val="38761D"/>
                </a:solidFill>
                <a:latin typeface="Tahoma"/>
                <a:cs typeface="Tahoma"/>
              </a:rPr>
              <a:t> </a:t>
            </a:r>
            <a:r>
              <a:rPr sz="1200" spc="-5" dirty="0">
                <a:solidFill>
                  <a:srgbClr val="38761D"/>
                </a:solidFill>
                <a:latin typeface="Tahoma"/>
                <a:cs typeface="Tahoma"/>
              </a:rPr>
              <a:t>certificate. </a:t>
            </a:r>
            <a:r>
              <a:rPr sz="1200" dirty="0">
                <a:solidFill>
                  <a:srgbClr val="38761D"/>
                </a:solidFill>
                <a:latin typeface="Tahoma"/>
                <a:cs typeface="Tahoma"/>
              </a:rPr>
              <a:t>So </a:t>
            </a:r>
            <a:r>
              <a:rPr sz="1200" spc="-10" dirty="0">
                <a:solidFill>
                  <a:srgbClr val="38761D"/>
                </a:solidFill>
                <a:latin typeface="Tahoma"/>
                <a:cs typeface="Tahoma"/>
              </a:rPr>
              <a:t>if </a:t>
            </a:r>
            <a:r>
              <a:rPr sz="1200" spc="-5" dirty="0">
                <a:solidFill>
                  <a:srgbClr val="38761D"/>
                </a:solidFill>
                <a:latin typeface="Tahoma"/>
                <a:cs typeface="Tahoma"/>
              </a:rPr>
              <a:t>any </a:t>
            </a:r>
            <a:r>
              <a:rPr sz="1200" dirty="0">
                <a:solidFill>
                  <a:srgbClr val="38761D"/>
                </a:solidFill>
                <a:latin typeface="Tahoma"/>
                <a:cs typeface="Tahoma"/>
              </a:rPr>
              <a:t>user </a:t>
            </a:r>
            <a:r>
              <a:rPr sz="1200" spc="-5" dirty="0">
                <a:solidFill>
                  <a:srgbClr val="38761D"/>
                </a:solidFill>
                <a:latin typeface="Tahoma"/>
                <a:cs typeface="Tahoma"/>
              </a:rPr>
              <a:t>wants </a:t>
            </a:r>
            <a:r>
              <a:rPr sz="1200" spc="5" dirty="0">
                <a:solidFill>
                  <a:srgbClr val="38761D"/>
                </a:solidFill>
                <a:latin typeface="Tahoma"/>
                <a:cs typeface="Tahoma"/>
              </a:rPr>
              <a:t>to </a:t>
            </a:r>
            <a:r>
              <a:rPr sz="1200" spc="10" dirty="0">
                <a:solidFill>
                  <a:srgbClr val="38761D"/>
                </a:solidFill>
                <a:latin typeface="Tahoma"/>
                <a:cs typeface="Tahoma"/>
              </a:rPr>
              <a:t> </a:t>
            </a:r>
            <a:r>
              <a:rPr sz="1200" spc="-5" dirty="0">
                <a:solidFill>
                  <a:srgbClr val="38761D"/>
                </a:solidFill>
                <a:latin typeface="Tahoma"/>
                <a:cs typeface="Tahoma"/>
              </a:rPr>
              <a:t>communicate</a:t>
            </a:r>
            <a:r>
              <a:rPr sz="1200" dirty="0">
                <a:solidFill>
                  <a:srgbClr val="38761D"/>
                </a:solidFill>
                <a:latin typeface="Tahoma"/>
                <a:cs typeface="Tahoma"/>
              </a:rPr>
              <a:t> </a:t>
            </a:r>
            <a:r>
              <a:rPr sz="1200" spc="-5" dirty="0">
                <a:solidFill>
                  <a:srgbClr val="38761D"/>
                </a:solidFill>
                <a:latin typeface="Tahoma"/>
                <a:cs typeface="Tahoma"/>
              </a:rPr>
              <a:t>they</a:t>
            </a:r>
            <a:r>
              <a:rPr sz="1200" dirty="0">
                <a:solidFill>
                  <a:srgbClr val="38761D"/>
                </a:solidFill>
                <a:latin typeface="Tahoma"/>
                <a:cs typeface="Tahoma"/>
              </a:rPr>
              <a:t> will</a:t>
            </a:r>
            <a:r>
              <a:rPr sz="1200" spc="5" dirty="0">
                <a:solidFill>
                  <a:srgbClr val="38761D"/>
                </a:solidFill>
                <a:latin typeface="Tahoma"/>
                <a:cs typeface="Tahoma"/>
              </a:rPr>
              <a:t> </a:t>
            </a:r>
            <a:r>
              <a:rPr sz="1200" spc="-5" dirty="0">
                <a:solidFill>
                  <a:srgbClr val="38761D"/>
                </a:solidFill>
                <a:latin typeface="Tahoma"/>
                <a:cs typeface="Tahoma"/>
              </a:rPr>
              <a:t>exchange</a:t>
            </a:r>
            <a:r>
              <a:rPr sz="1200" dirty="0">
                <a:solidFill>
                  <a:srgbClr val="38761D"/>
                </a:solidFill>
                <a:latin typeface="Tahoma"/>
                <a:cs typeface="Tahoma"/>
              </a:rPr>
              <a:t> the</a:t>
            </a:r>
            <a:r>
              <a:rPr sz="1200" spc="5" dirty="0">
                <a:solidFill>
                  <a:srgbClr val="38761D"/>
                </a:solidFill>
                <a:latin typeface="Tahoma"/>
                <a:cs typeface="Tahoma"/>
              </a:rPr>
              <a:t> </a:t>
            </a:r>
            <a:r>
              <a:rPr sz="1200" spc="-5" dirty="0">
                <a:solidFill>
                  <a:srgbClr val="38761D"/>
                </a:solidFill>
                <a:latin typeface="Tahoma"/>
                <a:cs typeface="Tahoma"/>
              </a:rPr>
              <a:t>certificates</a:t>
            </a:r>
            <a:r>
              <a:rPr sz="1200" dirty="0">
                <a:solidFill>
                  <a:srgbClr val="38761D"/>
                </a:solidFill>
                <a:latin typeface="Tahoma"/>
                <a:cs typeface="Tahoma"/>
              </a:rPr>
              <a:t> to</a:t>
            </a:r>
            <a:r>
              <a:rPr sz="1200" spc="5" dirty="0">
                <a:solidFill>
                  <a:srgbClr val="38761D"/>
                </a:solidFill>
                <a:latin typeface="Tahoma"/>
                <a:cs typeface="Tahoma"/>
              </a:rPr>
              <a:t> </a:t>
            </a:r>
            <a:r>
              <a:rPr sz="1200" spc="-5" dirty="0">
                <a:solidFill>
                  <a:srgbClr val="38761D"/>
                </a:solidFill>
                <a:latin typeface="Tahoma"/>
                <a:cs typeface="Tahoma"/>
              </a:rPr>
              <a:t>authenticate</a:t>
            </a:r>
            <a:r>
              <a:rPr sz="1200" dirty="0">
                <a:solidFill>
                  <a:srgbClr val="38761D"/>
                </a:solidFill>
                <a:latin typeface="Tahoma"/>
                <a:cs typeface="Tahoma"/>
              </a:rPr>
              <a:t> </a:t>
            </a:r>
            <a:r>
              <a:rPr sz="1200" spc="-5" dirty="0">
                <a:solidFill>
                  <a:srgbClr val="38761D"/>
                </a:solidFill>
                <a:latin typeface="Tahoma"/>
                <a:cs typeface="Tahoma"/>
              </a:rPr>
              <a:t>themselves. </a:t>
            </a:r>
            <a:r>
              <a:rPr sz="1200" dirty="0">
                <a:solidFill>
                  <a:srgbClr val="38761D"/>
                </a:solidFill>
                <a:latin typeface="Tahoma"/>
                <a:cs typeface="Tahoma"/>
              </a:rPr>
              <a:t> </a:t>
            </a:r>
            <a:r>
              <a:rPr sz="1200" spc="-5" dirty="0">
                <a:solidFill>
                  <a:srgbClr val="38761D"/>
                </a:solidFill>
                <a:latin typeface="Tahoma"/>
                <a:cs typeface="Tahoma"/>
              </a:rPr>
              <a:t>Certificate</a:t>
            </a:r>
            <a:r>
              <a:rPr sz="1200" spc="50" dirty="0">
                <a:solidFill>
                  <a:srgbClr val="38761D"/>
                </a:solidFill>
                <a:latin typeface="Tahoma"/>
                <a:cs typeface="Tahoma"/>
              </a:rPr>
              <a:t> </a:t>
            </a:r>
            <a:r>
              <a:rPr sz="1200" spc="-10" dirty="0">
                <a:solidFill>
                  <a:srgbClr val="38761D"/>
                </a:solidFill>
                <a:latin typeface="Tahoma"/>
                <a:cs typeface="Tahoma"/>
              </a:rPr>
              <a:t>will</a:t>
            </a:r>
            <a:r>
              <a:rPr sz="1200" spc="20" dirty="0">
                <a:solidFill>
                  <a:srgbClr val="38761D"/>
                </a:solidFill>
                <a:latin typeface="Tahoma"/>
                <a:cs typeface="Tahoma"/>
              </a:rPr>
              <a:t> </a:t>
            </a:r>
            <a:r>
              <a:rPr sz="1200" dirty="0">
                <a:solidFill>
                  <a:srgbClr val="38761D"/>
                </a:solidFill>
                <a:latin typeface="Tahoma"/>
                <a:cs typeface="Tahoma"/>
              </a:rPr>
              <a:t>have</a:t>
            </a:r>
            <a:r>
              <a:rPr sz="1200" spc="-30" dirty="0">
                <a:solidFill>
                  <a:srgbClr val="38761D"/>
                </a:solidFill>
                <a:latin typeface="Tahoma"/>
                <a:cs typeface="Tahoma"/>
              </a:rPr>
              <a:t> </a:t>
            </a:r>
            <a:r>
              <a:rPr sz="1200" spc="-5" dirty="0">
                <a:solidFill>
                  <a:srgbClr val="38761D"/>
                </a:solidFill>
                <a:latin typeface="Tahoma"/>
                <a:cs typeface="Tahoma"/>
              </a:rPr>
              <a:t>users</a:t>
            </a:r>
            <a:r>
              <a:rPr sz="1200" spc="50" dirty="0">
                <a:solidFill>
                  <a:srgbClr val="38761D"/>
                </a:solidFill>
                <a:latin typeface="Tahoma"/>
                <a:cs typeface="Tahoma"/>
              </a:rPr>
              <a:t> </a:t>
            </a:r>
            <a:r>
              <a:rPr sz="1200" spc="-5" dirty="0">
                <a:solidFill>
                  <a:srgbClr val="38761D"/>
                </a:solidFill>
                <a:latin typeface="Tahoma"/>
                <a:cs typeface="Tahoma"/>
              </a:rPr>
              <a:t>public</a:t>
            </a:r>
            <a:r>
              <a:rPr sz="1200" spc="5" dirty="0">
                <a:solidFill>
                  <a:srgbClr val="38761D"/>
                </a:solidFill>
                <a:latin typeface="Tahoma"/>
                <a:cs typeface="Tahoma"/>
              </a:rPr>
              <a:t> </a:t>
            </a:r>
            <a:r>
              <a:rPr sz="1200" spc="-5" dirty="0">
                <a:solidFill>
                  <a:srgbClr val="38761D"/>
                </a:solidFill>
                <a:latin typeface="Tahoma"/>
                <a:cs typeface="Tahoma"/>
              </a:rPr>
              <a:t>key</a:t>
            </a:r>
            <a:r>
              <a:rPr sz="1200" spc="-15" dirty="0">
                <a:solidFill>
                  <a:srgbClr val="38761D"/>
                </a:solidFill>
                <a:latin typeface="Tahoma"/>
                <a:cs typeface="Tahoma"/>
              </a:rPr>
              <a:t> </a:t>
            </a:r>
            <a:r>
              <a:rPr sz="1200" spc="-5" dirty="0">
                <a:solidFill>
                  <a:srgbClr val="38761D"/>
                </a:solidFill>
                <a:latin typeface="Tahoma"/>
                <a:cs typeface="Tahoma"/>
              </a:rPr>
              <a:t>and</a:t>
            </a:r>
            <a:r>
              <a:rPr sz="1200" spc="20" dirty="0">
                <a:solidFill>
                  <a:srgbClr val="38761D"/>
                </a:solidFill>
                <a:latin typeface="Tahoma"/>
                <a:cs typeface="Tahoma"/>
              </a:rPr>
              <a:t> </a:t>
            </a:r>
            <a:r>
              <a:rPr sz="1200" dirty="0">
                <a:solidFill>
                  <a:srgbClr val="38761D"/>
                </a:solidFill>
                <a:latin typeface="Tahoma"/>
                <a:cs typeface="Tahoma"/>
              </a:rPr>
              <a:t>the</a:t>
            </a:r>
            <a:r>
              <a:rPr sz="1200" spc="5" dirty="0">
                <a:solidFill>
                  <a:srgbClr val="38761D"/>
                </a:solidFill>
                <a:latin typeface="Tahoma"/>
                <a:cs typeface="Tahoma"/>
              </a:rPr>
              <a:t> </a:t>
            </a:r>
            <a:r>
              <a:rPr sz="1200" spc="-10" dirty="0">
                <a:solidFill>
                  <a:srgbClr val="38761D"/>
                </a:solidFill>
                <a:latin typeface="Tahoma"/>
                <a:cs typeface="Tahoma"/>
              </a:rPr>
              <a:t>central</a:t>
            </a:r>
            <a:r>
              <a:rPr sz="1200" spc="20" dirty="0">
                <a:solidFill>
                  <a:srgbClr val="38761D"/>
                </a:solidFill>
                <a:latin typeface="Tahoma"/>
                <a:cs typeface="Tahoma"/>
              </a:rPr>
              <a:t> </a:t>
            </a:r>
            <a:r>
              <a:rPr sz="1200" spc="-5" dirty="0">
                <a:solidFill>
                  <a:srgbClr val="38761D"/>
                </a:solidFill>
                <a:latin typeface="Tahoma"/>
                <a:cs typeface="Tahoma"/>
              </a:rPr>
              <a:t>authority’s</a:t>
            </a:r>
            <a:r>
              <a:rPr sz="1200" spc="-20" dirty="0">
                <a:solidFill>
                  <a:srgbClr val="38761D"/>
                </a:solidFill>
                <a:latin typeface="Tahoma"/>
                <a:cs typeface="Tahoma"/>
              </a:rPr>
              <a:t> </a:t>
            </a:r>
            <a:r>
              <a:rPr sz="1200" spc="-5" dirty="0">
                <a:solidFill>
                  <a:srgbClr val="38761D"/>
                </a:solidFill>
                <a:latin typeface="Tahoma"/>
                <a:cs typeface="Tahoma"/>
              </a:rPr>
              <a:t>private </a:t>
            </a:r>
            <a:r>
              <a:rPr sz="1200" spc="-30" dirty="0">
                <a:solidFill>
                  <a:srgbClr val="38761D"/>
                </a:solidFill>
                <a:latin typeface="Tahoma"/>
                <a:cs typeface="Tahoma"/>
              </a:rPr>
              <a:t>key.</a:t>
            </a:r>
            <a:endParaRPr sz="1200">
              <a:latin typeface="Tahoma"/>
              <a:cs typeface="Tahoma"/>
            </a:endParaRPr>
          </a:p>
        </p:txBody>
      </p:sp>
      <p:pic>
        <p:nvPicPr>
          <p:cNvPr id="3" name="object 3"/>
          <p:cNvPicPr/>
          <p:nvPr/>
        </p:nvPicPr>
        <p:blipFill>
          <a:blip r:embed="rId2" cstate="print"/>
          <a:stretch>
            <a:fillRect/>
          </a:stretch>
        </p:blipFill>
        <p:spPr>
          <a:xfrm>
            <a:off x="1033272" y="1152144"/>
            <a:ext cx="4791456" cy="2837688"/>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64235" y="3666248"/>
            <a:ext cx="5170805" cy="1669414"/>
          </a:xfrm>
          <a:prstGeom prst="rect">
            <a:avLst/>
          </a:prstGeom>
        </p:spPr>
        <p:txBody>
          <a:bodyPr vert="horz" wrap="square" lIns="0" tIns="14605" rIns="0" bIns="0" rtlCol="0">
            <a:spAutoFit/>
          </a:bodyPr>
          <a:lstStyle/>
          <a:p>
            <a:pPr marL="12700">
              <a:lnSpc>
                <a:spcPct val="100000"/>
              </a:lnSpc>
              <a:spcBef>
                <a:spcPts val="115"/>
              </a:spcBef>
            </a:pPr>
            <a:r>
              <a:rPr sz="1250" spc="-35" dirty="0">
                <a:solidFill>
                  <a:srgbClr val="538235"/>
                </a:solidFill>
                <a:latin typeface="Tahoma"/>
                <a:cs typeface="Tahoma"/>
              </a:rPr>
              <a:t>Each</a:t>
            </a:r>
            <a:r>
              <a:rPr sz="1250" spc="-25" dirty="0">
                <a:solidFill>
                  <a:srgbClr val="538235"/>
                </a:solidFill>
                <a:latin typeface="Tahoma"/>
                <a:cs typeface="Tahoma"/>
              </a:rPr>
              <a:t> certificate</a:t>
            </a:r>
            <a:r>
              <a:rPr sz="1250" spc="-10" dirty="0">
                <a:solidFill>
                  <a:srgbClr val="538235"/>
                </a:solidFill>
                <a:latin typeface="Tahoma"/>
                <a:cs typeface="Tahoma"/>
              </a:rPr>
              <a:t> </a:t>
            </a:r>
            <a:r>
              <a:rPr sz="1250" spc="-30" dirty="0">
                <a:solidFill>
                  <a:srgbClr val="538235"/>
                </a:solidFill>
                <a:latin typeface="Tahoma"/>
                <a:cs typeface="Tahoma"/>
              </a:rPr>
              <a:t>has</a:t>
            </a:r>
            <a:endParaRPr sz="1250">
              <a:latin typeface="Tahoma"/>
              <a:cs typeface="Tahoma"/>
            </a:endParaRPr>
          </a:p>
          <a:p>
            <a:pPr>
              <a:lnSpc>
                <a:spcPct val="100000"/>
              </a:lnSpc>
              <a:spcBef>
                <a:spcPts val="25"/>
              </a:spcBef>
            </a:pPr>
            <a:endParaRPr sz="1100">
              <a:latin typeface="Tahoma"/>
              <a:cs typeface="Tahoma"/>
            </a:endParaRPr>
          </a:p>
          <a:p>
            <a:pPr marL="12700">
              <a:lnSpc>
                <a:spcPct val="100000"/>
              </a:lnSpc>
            </a:pPr>
            <a:r>
              <a:rPr sz="1250" spc="-35" dirty="0">
                <a:solidFill>
                  <a:srgbClr val="538235"/>
                </a:solidFill>
                <a:latin typeface="Tahoma"/>
                <a:cs typeface="Tahoma"/>
              </a:rPr>
              <a:t>CA</a:t>
            </a:r>
            <a:r>
              <a:rPr sz="1250" spc="-2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20" dirty="0">
                <a:solidFill>
                  <a:srgbClr val="538235"/>
                </a:solidFill>
                <a:latin typeface="Tahoma"/>
                <a:cs typeface="Tahoma"/>
              </a:rPr>
              <a:t>E(</a:t>
            </a:r>
            <a:r>
              <a:rPr sz="1250" spc="-20" dirty="0">
                <a:solidFill>
                  <a:srgbClr val="538235"/>
                </a:solidFill>
                <a:latin typeface="Tahoma"/>
                <a:cs typeface="Tahoma"/>
              </a:rPr>
              <a:t>PRauth</a:t>
            </a:r>
            <a:r>
              <a:rPr sz="1200" spc="-20" dirty="0">
                <a:solidFill>
                  <a:srgbClr val="538235"/>
                </a:solidFill>
                <a:latin typeface="Tahoma"/>
                <a:cs typeface="Tahoma"/>
              </a:rPr>
              <a:t>,</a:t>
            </a:r>
            <a:r>
              <a:rPr sz="1200" spc="-5" dirty="0">
                <a:solidFill>
                  <a:srgbClr val="538235"/>
                </a:solidFill>
                <a:latin typeface="Tahoma"/>
                <a:cs typeface="Tahoma"/>
              </a:rPr>
              <a:t> </a:t>
            </a:r>
            <a:r>
              <a:rPr sz="1200" spc="-25" dirty="0">
                <a:solidFill>
                  <a:srgbClr val="538235"/>
                </a:solidFill>
                <a:latin typeface="Tahoma"/>
                <a:cs typeface="Tahoma"/>
              </a:rPr>
              <a:t>[</a:t>
            </a:r>
            <a:r>
              <a:rPr sz="1250" spc="-25" dirty="0">
                <a:solidFill>
                  <a:srgbClr val="538235"/>
                </a:solidFill>
                <a:latin typeface="Tahoma"/>
                <a:cs typeface="Tahoma"/>
              </a:rPr>
              <a:t>T||IDA||PUa</a:t>
            </a:r>
            <a:r>
              <a:rPr sz="1200" spc="-25" dirty="0">
                <a:solidFill>
                  <a:srgbClr val="538235"/>
                </a:solidFill>
                <a:latin typeface="Tahoma"/>
                <a:cs typeface="Tahoma"/>
              </a:rPr>
              <a:t>])</a:t>
            </a:r>
            <a:endParaRPr sz="1200">
              <a:latin typeface="Tahoma"/>
              <a:cs typeface="Tahoma"/>
            </a:endParaRPr>
          </a:p>
          <a:p>
            <a:pPr marL="12700" marR="5080">
              <a:lnSpc>
                <a:spcPts val="2860"/>
              </a:lnSpc>
              <a:spcBef>
                <a:spcPts val="320"/>
              </a:spcBef>
            </a:pPr>
            <a:r>
              <a:rPr sz="1200" spc="-5" dirty="0">
                <a:solidFill>
                  <a:srgbClr val="538235"/>
                </a:solidFill>
                <a:latin typeface="Tahoma"/>
                <a:cs typeface="Tahoma"/>
              </a:rPr>
              <a:t>where</a:t>
            </a:r>
            <a:r>
              <a:rPr sz="1200" spc="25" dirty="0">
                <a:solidFill>
                  <a:srgbClr val="538235"/>
                </a:solidFill>
                <a:latin typeface="Tahoma"/>
                <a:cs typeface="Tahoma"/>
              </a:rPr>
              <a:t> </a:t>
            </a:r>
            <a:r>
              <a:rPr sz="1250" spc="-30" dirty="0">
                <a:solidFill>
                  <a:srgbClr val="538235"/>
                </a:solidFill>
                <a:latin typeface="Tahoma"/>
                <a:cs typeface="Tahoma"/>
              </a:rPr>
              <a:t>PRauth</a:t>
            </a:r>
            <a:r>
              <a:rPr sz="1250" spc="-25" dirty="0">
                <a:solidFill>
                  <a:srgbClr val="538235"/>
                </a:solidFill>
                <a:latin typeface="Tahoma"/>
                <a:cs typeface="Tahoma"/>
              </a:rPr>
              <a:t> </a:t>
            </a:r>
            <a:r>
              <a:rPr sz="1200" spc="-10" dirty="0">
                <a:solidFill>
                  <a:srgbClr val="538235"/>
                </a:solidFill>
                <a:latin typeface="Tahoma"/>
                <a:cs typeface="Tahoma"/>
              </a:rPr>
              <a:t>is</a:t>
            </a:r>
            <a:r>
              <a:rPr sz="1200" spc="5"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10" dirty="0">
                <a:solidFill>
                  <a:srgbClr val="538235"/>
                </a:solidFill>
                <a:latin typeface="Tahoma"/>
                <a:cs typeface="Tahoma"/>
              </a:rPr>
              <a:t>private</a:t>
            </a:r>
            <a:r>
              <a:rPr sz="1200" spc="35" dirty="0">
                <a:solidFill>
                  <a:srgbClr val="538235"/>
                </a:solidFill>
                <a:latin typeface="Tahoma"/>
                <a:cs typeface="Tahoma"/>
              </a:rPr>
              <a:t> </a:t>
            </a:r>
            <a:r>
              <a:rPr sz="1200" spc="-5" dirty="0">
                <a:solidFill>
                  <a:srgbClr val="538235"/>
                </a:solidFill>
                <a:latin typeface="Tahoma"/>
                <a:cs typeface="Tahoma"/>
              </a:rPr>
              <a:t>key</a:t>
            </a:r>
            <a:r>
              <a:rPr sz="1200" spc="-10" dirty="0">
                <a:solidFill>
                  <a:srgbClr val="538235"/>
                </a:solidFill>
                <a:latin typeface="Tahoma"/>
                <a:cs typeface="Tahoma"/>
              </a:rPr>
              <a:t> </a:t>
            </a:r>
            <a:r>
              <a:rPr sz="1200" spc="-5" dirty="0">
                <a:solidFill>
                  <a:srgbClr val="538235"/>
                </a:solidFill>
                <a:latin typeface="Tahoma"/>
                <a:cs typeface="Tahoma"/>
              </a:rPr>
              <a:t>used</a:t>
            </a:r>
            <a:r>
              <a:rPr sz="1200" spc="45" dirty="0">
                <a:solidFill>
                  <a:srgbClr val="538235"/>
                </a:solidFill>
                <a:latin typeface="Tahoma"/>
                <a:cs typeface="Tahoma"/>
              </a:rPr>
              <a:t> </a:t>
            </a:r>
            <a:r>
              <a:rPr sz="1200" dirty="0">
                <a:solidFill>
                  <a:srgbClr val="538235"/>
                </a:solidFill>
                <a:latin typeface="Tahoma"/>
                <a:cs typeface="Tahoma"/>
              </a:rPr>
              <a:t>by</a:t>
            </a:r>
            <a:r>
              <a:rPr sz="1200" spc="-10"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5" dirty="0">
                <a:solidFill>
                  <a:srgbClr val="538235"/>
                </a:solidFill>
                <a:latin typeface="Tahoma"/>
                <a:cs typeface="Tahoma"/>
              </a:rPr>
              <a:t>authority</a:t>
            </a:r>
            <a:r>
              <a:rPr sz="1200" spc="-15" dirty="0">
                <a:solidFill>
                  <a:srgbClr val="538235"/>
                </a:solidFill>
                <a:latin typeface="Tahoma"/>
                <a:cs typeface="Tahoma"/>
              </a:rPr>
              <a:t> </a:t>
            </a:r>
            <a:r>
              <a:rPr sz="1200" dirty="0">
                <a:solidFill>
                  <a:srgbClr val="538235"/>
                </a:solidFill>
                <a:latin typeface="Tahoma"/>
                <a:cs typeface="Tahoma"/>
              </a:rPr>
              <a:t>and</a:t>
            </a:r>
            <a:r>
              <a:rPr sz="1200" spc="20" dirty="0">
                <a:solidFill>
                  <a:srgbClr val="538235"/>
                </a:solidFill>
                <a:latin typeface="Tahoma"/>
                <a:cs typeface="Tahoma"/>
              </a:rPr>
              <a:t> </a:t>
            </a:r>
            <a:r>
              <a:rPr sz="1250" spc="-30" dirty="0">
                <a:solidFill>
                  <a:srgbClr val="538235"/>
                </a:solidFill>
                <a:latin typeface="Tahoma"/>
                <a:cs typeface="Tahoma"/>
              </a:rPr>
              <a:t>T</a:t>
            </a:r>
            <a:r>
              <a:rPr sz="1250" spc="-15" dirty="0">
                <a:solidFill>
                  <a:srgbClr val="538235"/>
                </a:solidFill>
                <a:latin typeface="Tahoma"/>
                <a:cs typeface="Tahoma"/>
              </a:rPr>
              <a:t> </a:t>
            </a:r>
            <a:r>
              <a:rPr sz="1200" spc="-10" dirty="0">
                <a:solidFill>
                  <a:srgbClr val="538235"/>
                </a:solidFill>
                <a:latin typeface="Tahoma"/>
                <a:cs typeface="Tahoma"/>
              </a:rPr>
              <a:t>is</a:t>
            </a:r>
            <a:r>
              <a:rPr sz="1200" spc="5" dirty="0">
                <a:solidFill>
                  <a:srgbClr val="538235"/>
                </a:solidFill>
                <a:latin typeface="Tahoma"/>
                <a:cs typeface="Tahoma"/>
              </a:rPr>
              <a:t> </a:t>
            </a:r>
            <a:r>
              <a:rPr sz="1200" dirty="0">
                <a:solidFill>
                  <a:srgbClr val="538235"/>
                </a:solidFill>
                <a:latin typeface="Tahoma"/>
                <a:cs typeface="Tahoma"/>
              </a:rPr>
              <a:t>a</a:t>
            </a:r>
            <a:r>
              <a:rPr sz="1200" spc="5" dirty="0">
                <a:solidFill>
                  <a:srgbClr val="538235"/>
                </a:solidFill>
                <a:latin typeface="Tahoma"/>
                <a:cs typeface="Tahoma"/>
              </a:rPr>
              <a:t> </a:t>
            </a:r>
            <a:r>
              <a:rPr sz="1200" spc="-5" dirty="0">
                <a:solidFill>
                  <a:srgbClr val="538235"/>
                </a:solidFill>
                <a:latin typeface="Tahoma"/>
                <a:cs typeface="Tahoma"/>
              </a:rPr>
              <a:t>timestamp. </a:t>
            </a:r>
            <a:r>
              <a:rPr sz="1200" spc="-360" dirty="0">
                <a:solidFill>
                  <a:srgbClr val="538235"/>
                </a:solidFill>
                <a:latin typeface="Tahoma"/>
                <a:cs typeface="Tahoma"/>
              </a:rPr>
              <a:t> </a:t>
            </a:r>
            <a:r>
              <a:rPr sz="1200" spc="-5" dirty="0">
                <a:solidFill>
                  <a:srgbClr val="538235"/>
                </a:solidFill>
                <a:latin typeface="Tahoma"/>
                <a:cs typeface="Tahoma"/>
              </a:rPr>
              <a:t>This</a:t>
            </a:r>
            <a:r>
              <a:rPr sz="1200" spc="20" dirty="0">
                <a:solidFill>
                  <a:srgbClr val="538235"/>
                </a:solidFill>
                <a:latin typeface="Tahoma"/>
                <a:cs typeface="Tahoma"/>
              </a:rPr>
              <a:t> </a:t>
            </a:r>
            <a:r>
              <a:rPr sz="1200" spc="-5" dirty="0">
                <a:solidFill>
                  <a:srgbClr val="538235"/>
                </a:solidFill>
                <a:latin typeface="Tahoma"/>
                <a:cs typeface="Tahoma"/>
              </a:rPr>
              <a:t>certificate</a:t>
            </a:r>
            <a:r>
              <a:rPr sz="1200" spc="30" dirty="0">
                <a:solidFill>
                  <a:srgbClr val="538235"/>
                </a:solidFill>
                <a:latin typeface="Tahoma"/>
                <a:cs typeface="Tahoma"/>
              </a:rPr>
              <a:t> </a:t>
            </a:r>
            <a:r>
              <a:rPr sz="1200" spc="-5" dirty="0">
                <a:solidFill>
                  <a:srgbClr val="538235"/>
                </a:solidFill>
                <a:latin typeface="Tahoma"/>
                <a:cs typeface="Tahoma"/>
              </a:rPr>
              <a:t>can</a:t>
            </a:r>
            <a:r>
              <a:rPr sz="1200" spc="10" dirty="0">
                <a:solidFill>
                  <a:srgbClr val="538235"/>
                </a:solidFill>
                <a:latin typeface="Tahoma"/>
                <a:cs typeface="Tahoma"/>
              </a:rPr>
              <a:t> </a:t>
            </a:r>
            <a:r>
              <a:rPr sz="1200" dirty="0">
                <a:solidFill>
                  <a:srgbClr val="538235"/>
                </a:solidFill>
                <a:latin typeface="Tahoma"/>
                <a:cs typeface="Tahoma"/>
              </a:rPr>
              <a:t>be </a:t>
            </a:r>
            <a:r>
              <a:rPr sz="1200" spc="-10" dirty="0">
                <a:solidFill>
                  <a:srgbClr val="538235"/>
                </a:solidFill>
                <a:latin typeface="Tahoma"/>
                <a:cs typeface="Tahoma"/>
              </a:rPr>
              <a:t>verified</a:t>
            </a:r>
            <a:r>
              <a:rPr sz="1200" spc="40" dirty="0">
                <a:solidFill>
                  <a:srgbClr val="538235"/>
                </a:solidFill>
                <a:latin typeface="Tahoma"/>
                <a:cs typeface="Tahoma"/>
              </a:rPr>
              <a:t> </a:t>
            </a:r>
            <a:r>
              <a:rPr sz="1200" dirty="0">
                <a:solidFill>
                  <a:srgbClr val="538235"/>
                </a:solidFill>
                <a:latin typeface="Tahoma"/>
                <a:cs typeface="Tahoma"/>
              </a:rPr>
              <a:t>by</a:t>
            </a:r>
            <a:r>
              <a:rPr sz="1200" spc="-15" dirty="0">
                <a:solidFill>
                  <a:srgbClr val="538235"/>
                </a:solidFill>
                <a:latin typeface="Tahoma"/>
                <a:cs typeface="Tahoma"/>
              </a:rPr>
              <a:t> </a:t>
            </a:r>
            <a:r>
              <a:rPr sz="1200" spc="-5" dirty="0">
                <a:solidFill>
                  <a:srgbClr val="538235"/>
                </a:solidFill>
                <a:latin typeface="Tahoma"/>
                <a:cs typeface="Tahoma"/>
              </a:rPr>
              <a:t>performing</a:t>
            </a:r>
            <a:endParaRPr sz="1200">
              <a:latin typeface="Tahoma"/>
              <a:cs typeface="Tahoma"/>
            </a:endParaRPr>
          </a:p>
          <a:p>
            <a:pPr marL="12700">
              <a:lnSpc>
                <a:spcPct val="100000"/>
              </a:lnSpc>
              <a:spcBef>
                <a:spcPts val="1030"/>
              </a:spcBef>
            </a:pPr>
            <a:r>
              <a:rPr sz="1200" spc="-20" dirty="0">
                <a:solidFill>
                  <a:srgbClr val="538235"/>
                </a:solidFill>
                <a:latin typeface="Tahoma"/>
                <a:cs typeface="Tahoma"/>
              </a:rPr>
              <a:t>D(</a:t>
            </a:r>
            <a:r>
              <a:rPr sz="1250" spc="-20" dirty="0">
                <a:solidFill>
                  <a:srgbClr val="538235"/>
                </a:solidFill>
                <a:latin typeface="Tahoma"/>
                <a:cs typeface="Tahoma"/>
              </a:rPr>
              <a:t>PUauth,</a:t>
            </a:r>
            <a:r>
              <a:rPr sz="1250" spc="-30" dirty="0">
                <a:solidFill>
                  <a:srgbClr val="538235"/>
                </a:solidFill>
                <a:latin typeface="Tahoma"/>
                <a:cs typeface="Tahoma"/>
              </a:rPr>
              <a:t> </a:t>
            </a:r>
            <a:r>
              <a:rPr sz="1250" spc="-25" dirty="0">
                <a:solidFill>
                  <a:srgbClr val="538235"/>
                </a:solidFill>
                <a:latin typeface="Tahoma"/>
                <a:cs typeface="Tahoma"/>
              </a:rPr>
              <a:t>CA</a:t>
            </a:r>
            <a:r>
              <a:rPr sz="1200" spc="-25" dirty="0">
                <a:solidFill>
                  <a:srgbClr val="538235"/>
                </a:solidFill>
                <a:latin typeface="Tahoma"/>
                <a:cs typeface="Tahoma"/>
              </a:rPr>
              <a:t>)</a:t>
            </a:r>
            <a:r>
              <a:rPr sz="1200" spc="3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20" dirty="0">
                <a:solidFill>
                  <a:srgbClr val="538235"/>
                </a:solidFill>
                <a:latin typeface="Tahoma"/>
                <a:cs typeface="Tahoma"/>
              </a:rPr>
              <a:t>D(</a:t>
            </a:r>
            <a:r>
              <a:rPr sz="1250" spc="-20" dirty="0">
                <a:solidFill>
                  <a:srgbClr val="538235"/>
                </a:solidFill>
                <a:latin typeface="Tahoma"/>
                <a:cs typeface="Tahoma"/>
              </a:rPr>
              <a:t>PUauth</a:t>
            </a:r>
            <a:r>
              <a:rPr sz="1200" spc="-20" dirty="0">
                <a:solidFill>
                  <a:srgbClr val="538235"/>
                </a:solidFill>
                <a:latin typeface="Tahoma"/>
                <a:cs typeface="Tahoma"/>
              </a:rPr>
              <a:t>,</a:t>
            </a:r>
            <a:r>
              <a:rPr sz="1200" spc="-10" dirty="0">
                <a:solidFill>
                  <a:srgbClr val="538235"/>
                </a:solidFill>
                <a:latin typeface="Tahoma"/>
                <a:cs typeface="Tahoma"/>
              </a:rPr>
              <a:t> E(</a:t>
            </a:r>
            <a:r>
              <a:rPr sz="1250" spc="-10" dirty="0">
                <a:solidFill>
                  <a:srgbClr val="538235"/>
                </a:solidFill>
                <a:latin typeface="Tahoma"/>
                <a:cs typeface="Tahoma"/>
              </a:rPr>
              <a:t>PR</a:t>
            </a:r>
            <a:r>
              <a:rPr sz="1200" spc="-10" dirty="0">
                <a:solidFill>
                  <a:srgbClr val="538235"/>
                </a:solidFill>
                <a:latin typeface="Tahoma"/>
                <a:cs typeface="Tahoma"/>
              </a:rPr>
              <a:t>auth,</a:t>
            </a:r>
            <a:r>
              <a:rPr sz="1200" spc="15" dirty="0">
                <a:solidFill>
                  <a:srgbClr val="538235"/>
                </a:solidFill>
                <a:latin typeface="Tahoma"/>
                <a:cs typeface="Tahoma"/>
              </a:rPr>
              <a:t> </a:t>
            </a:r>
            <a:r>
              <a:rPr sz="1200" spc="-20" dirty="0">
                <a:solidFill>
                  <a:srgbClr val="538235"/>
                </a:solidFill>
                <a:latin typeface="Tahoma"/>
                <a:cs typeface="Tahoma"/>
              </a:rPr>
              <a:t>[</a:t>
            </a:r>
            <a:r>
              <a:rPr sz="1250" spc="-20" dirty="0">
                <a:solidFill>
                  <a:srgbClr val="538235"/>
                </a:solidFill>
                <a:latin typeface="Tahoma"/>
                <a:cs typeface="Tahoma"/>
              </a:rPr>
              <a:t>T</a:t>
            </a:r>
            <a:r>
              <a:rPr sz="1200" spc="-20" dirty="0">
                <a:solidFill>
                  <a:srgbClr val="538235"/>
                </a:solidFill>
                <a:latin typeface="Tahoma"/>
                <a:cs typeface="Tahoma"/>
              </a:rPr>
              <a:t>||</a:t>
            </a:r>
            <a:r>
              <a:rPr sz="1250" spc="-20" dirty="0">
                <a:solidFill>
                  <a:srgbClr val="538235"/>
                </a:solidFill>
                <a:latin typeface="Tahoma"/>
                <a:cs typeface="Tahoma"/>
              </a:rPr>
              <a:t>IDA</a:t>
            </a:r>
            <a:r>
              <a:rPr sz="1200" spc="-20" dirty="0">
                <a:solidFill>
                  <a:srgbClr val="538235"/>
                </a:solidFill>
                <a:latin typeface="Tahoma"/>
                <a:cs typeface="Tahoma"/>
              </a:rPr>
              <a:t>||</a:t>
            </a:r>
            <a:r>
              <a:rPr sz="1250" spc="-20" dirty="0">
                <a:solidFill>
                  <a:srgbClr val="538235"/>
                </a:solidFill>
                <a:latin typeface="Tahoma"/>
                <a:cs typeface="Tahoma"/>
              </a:rPr>
              <a:t>PUa</a:t>
            </a:r>
            <a:r>
              <a:rPr sz="1200" spc="-20" dirty="0">
                <a:solidFill>
                  <a:srgbClr val="538235"/>
                </a:solidFill>
                <a:latin typeface="Tahoma"/>
                <a:cs typeface="Tahoma"/>
              </a:rPr>
              <a:t>]))</a:t>
            </a:r>
            <a:r>
              <a:rPr sz="1200" spc="3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20" dirty="0">
                <a:solidFill>
                  <a:srgbClr val="538235"/>
                </a:solidFill>
                <a:latin typeface="Tahoma"/>
                <a:cs typeface="Tahoma"/>
              </a:rPr>
              <a:t>(</a:t>
            </a:r>
            <a:r>
              <a:rPr sz="1250" spc="-20" dirty="0">
                <a:solidFill>
                  <a:srgbClr val="538235"/>
                </a:solidFill>
                <a:latin typeface="Tahoma"/>
                <a:cs typeface="Tahoma"/>
              </a:rPr>
              <a:t>T</a:t>
            </a:r>
            <a:r>
              <a:rPr sz="1200" spc="-20" dirty="0">
                <a:solidFill>
                  <a:srgbClr val="538235"/>
                </a:solidFill>
                <a:latin typeface="Tahoma"/>
                <a:cs typeface="Tahoma"/>
              </a:rPr>
              <a:t>||</a:t>
            </a:r>
            <a:r>
              <a:rPr sz="1250" spc="-20" dirty="0">
                <a:solidFill>
                  <a:srgbClr val="538235"/>
                </a:solidFill>
                <a:latin typeface="Tahoma"/>
                <a:cs typeface="Tahoma"/>
              </a:rPr>
              <a:t>IDA</a:t>
            </a:r>
            <a:r>
              <a:rPr sz="1200" spc="-20" dirty="0">
                <a:solidFill>
                  <a:srgbClr val="538235"/>
                </a:solidFill>
                <a:latin typeface="Tahoma"/>
                <a:cs typeface="Tahoma"/>
              </a:rPr>
              <a:t>||</a:t>
            </a:r>
            <a:r>
              <a:rPr sz="1250" spc="-20" dirty="0">
                <a:solidFill>
                  <a:srgbClr val="538235"/>
                </a:solidFill>
                <a:latin typeface="Tahoma"/>
                <a:cs typeface="Tahoma"/>
              </a:rPr>
              <a:t>PUa</a:t>
            </a:r>
            <a:r>
              <a:rPr sz="1200" spc="-20" dirty="0">
                <a:solidFill>
                  <a:srgbClr val="538235"/>
                </a:solidFill>
                <a:latin typeface="Tahoma"/>
                <a:cs typeface="Tahoma"/>
              </a:rPr>
              <a:t>)</a:t>
            </a:r>
            <a:endParaRPr sz="1200">
              <a:latin typeface="Tahoma"/>
              <a:cs typeface="Tahoma"/>
            </a:endParaRPr>
          </a:p>
        </p:txBody>
      </p:sp>
      <p:pic>
        <p:nvPicPr>
          <p:cNvPr id="3" name="object 3"/>
          <p:cNvPicPr/>
          <p:nvPr/>
        </p:nvPicPr>
        <p:blipFill>
          <a:blip r:embed="rId2" cstate="print"/>
          <a:stretch>
            <a:fillRect/>
          </a:stretch>
        </p:blipFill>
        <p:spPr>
          <a:xfrm>
            <a:off x="1225296" y="1030224"/>
            <a:ext cx="4788408" cy="242011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1127886"/>
            <a:ext cx="5758180" cy="7458709"/>
          </a:xfrm>
          <a:prstGeom prst="rect">
            <a:avLst/>
          </a:prstGeom>
        </p:spPr>
        <p:txBody>
          <a:bodyPr vert="horz" wrap="square" lIns="0" tIns="11430" rIns="0" bIns="0" rtlCol="0">
            <a:spAutoFit/>
          </a:bodyPr>
          <a:lstStyle/>
          <a:p>
            <a:pPr marL="58419" algn="just">
              <a:lnSpc>
                <a:spcPct val="100000"/>
              </a:lnSpc>
              <a:spcBef>
                <a:spcPts val="90"/>
              </a:spcBef>
            </a:pPr>
            <a:r>
              <a:rPr sz="1400" b="1" spc="-10" dirty="0">
                <a:solidFill>
                  <a:srgbClr val="538235"/>
                </a:solidFill>
                <a:latin typeface="Tahoma"/>
                <a:cs typeface="Tahoma"/>
              </a:rPr>
              <a:t>DIFFIE</a:t>
            </a:r>
            <a:r>
              <a:rPr sz="1400" b="1" spc="5" dirty="0">
                <a:solidFill>
                  <a:srgbClr val="538235"/>
                </a:solidFill>
                <a:latin typeface="Tahoma"/>
                <a:cs typeface="Tahoma"/>
              </a:rPr>
              <a:t> </a:t>
            </a:r>
            <a:r>
              <a:rPr sz="1400" b="1" spc="-10" dirty="0">
                <a:solidFill>
                  <a:srgbClr val="538235"/>
                </a:solidFill>
                <a:latin typeface="Tahoma"/>
                <a:cs typeface="Tahoma"/>
              </a:rPr>
              <a:t>HELLMAN</a:t>
            </a:r>
            <a:r>
              <a:rPr sz="1400" b="1" spc="55" dirty="0">
                <a:solidFill>
                  <a:srgbClr val="538235"/>
                </a:solidFill>
                <a:latin typeface="Tahoma"/>
                <a:cs typeface="Tahoma"/>
              </a:rPr>
              <a:t> </a:t>
            </a:r>
            <a:r>
              <a:rPr sz="1400" b="1" spc="-10" dirty="0">
                <a:solidFill>
                  <a:srgbClr val="538235"/>
                </a:solidFill>
                <a:latin typeface="Tahoma"/>
                <a:cs typeface="Tahoma"/>
              </a:rPr>
              <a:t>KEY</a:t>
            </a:r>
            <a:r>
              <a:rPr sz="1400" b="1" spc="-5" dirty="0">
                <a:solidFill>
                  <a:srgbClr val="538235"/>
                </a:solidFill>
                <a:latin typeface="Tahoma"/>
                <a:cs typeface="Tahoma"/>
              </a:rPr>
              <a:t> </a:t>
            </a:r>
            <a:r>
              <a:rPr sz="1400" b="1" spc="-10" dirty="0">
                <a:solidFill>
                  <a:srgbClr val="538235"/>
                </a:solidFill>
                <a:latin typeface="Tahoma"/>
                <a:cs typeface="Tahoma"/>
              </a:rPr>
              <a:t>EXCHANGE</a:t>
            </a:r>
            <a:endParaRPr sz="1400">
              <a:latin typeface="Tahoma"/>
              <a:cs typeface="Tahoma"/>
            </a:endParaRPr>
          </a:p>
          <a:p>
            <a:pPr marL="12700" marR="803910" algn="just">
              <a:lnSpc>
                <a:spcPct val="204999"/>
              </a:lnSpc>
              <a:spcBef>
                <a:spcPts val="60"/>
              </a:spcBef>
            </a:pPr>
            <a:r>
              <a:rPr sz="1200" spc="-5" dirty="0">
                <a:solidFill>
                  <a:srgbClr val="538235"/>
                </a:solidFill>
                <a:latin typeface="Tahoma"/>
                <a:cs typeface="Tahoma"/>
              </a:rPr>
              <a:t>Whittfield </a:t>
            </a:r>
            <a:r>
              <a:rPr sz="1200" spc="-10" dirty="0">
                <a:solidFill>
                  <a:srgbClr val="538235"/>
                </a:solidFill>
                <a:latin typeface="Tahoma"/>
                <a:cs typeface="Tahoma"/>
              </a:rPr>
              <a:t>Diffie </a:t>
            </a:r>
            <a:r>
              <a:rPr sz="1200" dirty="0">
                <a:solidFill>
                  <a:srgbClr val="538235"/>
                </a:solidFill>
                <a:latin typeface="Tahoma"/>
                <a:cs typeface="Tahoma"/>
              </a:rPr>
              <a:t>and </a:t>
            </a:r>
            <a:r>
              <a:rPr sz="1200" spc="-5" dirty="0">
                <a:solidFill>
                  <a:srgbClr val="538235"/>
                </a:solidFill>
                <a:latin typeface="Tahoma"/>
                <a:cs typeface="Tahoma"/>
              </a:rPr>
              <a:t>Martin </a:t>
            </a:r>
            <a:r>
              <a:rPr sz="1200" spc="-10" dirty="0">
                <a:solidFill>
                  <a:srgbClr val="538235"/>
                </a:solidFill>
                <a:latin typeface="Tahoma"/>
                <a:cs typeface="Tahoma"/>
              </a:rPr>
              <a:t>Hellman </a:t>
            </a:r>
            <a:r>
              <a:rPr sz="1200" dirty="0">
                <a:solidFill>
                  <a:srgbClr val="538235"/>
                </a:solidFill>
                <a:latin typeface="Tahoma"/>
                <a:cs typeface="Tahoma"/>
              </a:rPr>
              <a:t>are </a:t>
            </a:r>
            <a:r>
              <a:rPr sz="1200" spc="-10" dirty="0">
                <a:solidFill>
                  <a:srgbClr val="538235"/>
                </a:solidFill>
                <a:latin typeface="Tahoma"/>
                <a:cs typeface="Tahoma"/>
              </a:rPr>
              <a:t>called </a:t>
            </a:r>
            <a:r>
              <a:rPr sz="1200" dirty="0">
                <a:solidFill>
                  <a:srgbClr val="538235"/>
                </a:solidFill>
                <a:latin typeface="Tahoma"/>
                <a:cs typeface="Tahoma"/>
              </a:rPr>
              <a:t>the </a:t>
            </a:r>
            <a:r>
              <a:rPr sz="1200" spc="-5" dirty="0">
                <a:solidFill>
                  <a:srgbClr val="538235"/>
                </a:solidFill>
                <a:latin typeface="Tahoma"/>
                <a:cs typeface="Tahoma"/>
              </a:rPr>
              <a:t>inventors of public key </a:t>
            </a:r>
            <a:r>
              <a:rPr sz="1200" dirty="0">
                <a:solidFill>
                  <a:srgbClr val="538235"/>
                </a:solidFill>
                <a:latin typeface="Tahoma"/>
                <a:cs typeface="Tahoma"/>
              </a:rPr>
              <a:t> </a:t>
            </a:r>
            <a:r>
              <a:rPr sz="1200" spc="-10" dirty="0">
                <a:solidFill>
                  <a:srgbClr val="538235"/>
                </a:solidFill>
                <a:latin typeface="Tahoma"/>
                <a:cs typeface="Tahoma"/>
              </a:rPr>
              <a:t>cryptography.</a:t>
            </a:r>
            <a:endParaRPr sz="1200">
              <a:latin typeface="Tahoma"/>
              <a:cs typeface="Tahoma"/>
            </a:endParaRPr>
          </a:p>
          <a:p>
            <a:pPr marL="12700" marR="5080" algn="just">
              <a:lnSpc>
                <a:spcPct val="150100"/>
              </a:lnSpc>
              <a:spcBef>
                <a:spcPts val="815"/>
              </a:spcBef>
            </a:pPr>
            <a:r>
              <a:rPr sz="1200" spc="-10" dirty="0">
                <a:solidFill>
                  <a:srgbClr val="538235"/>
                </a:solidFill>
                <a:latin typeface="Tahoma"/>
                <a:cs typeface="Tahoma"/>
              </a:rPr>
              <a:t>Diffie </a:t>
            </a:r>
            <a:r>
              <a:rPr sz="1200" dirty="0">
                <a:solidFill>
                  <a:srgbClr val="538235"/>
                </a:solidFill>
                <a:latin typeface="Tahoma"/>
                <a:cs typeface="Tahoma"/>
              </a:rPr>
              <a:t>Hellman </a:t>
            </a:r>
            <a:r>
              <a:rPr sz="1200" spc="-5" dirty="0">
                <a:solidFill>
                  <a:srgbClr val="538235"/>
                </a:solidFill>
                <a:latin typeface="Tahoma"/>
                <a:cs typeface="Tahoma"/>
              </a:rPr>
              <a:t>key exchange </a:t>
            </a:r>
            <a:r>
              <a:rPr sz="1200" spc="5" dirty="0">
                <a:solidFill>
                  <a:srgbClr val="538235"/>
                </a:solidFill>
                <a:latin typeface="Tahoma"/>
                <a:cs typeface="Tahoma"/>
              </a:rPr>
              <a:t>is </a:t>
            </a:r>
            <a:r>
              <a:rPr sz="1200" dirty="0">
                <a:solidFill>
                  <a:srgbClr val="538235"/>
                </a:solidFill>
                <a:latin typeface="Tahoma"/>
                <a:cs typeface="Tahoma"/>
              </a:rPr>
              <a:t>the </a:t>
            </a:r>
            <a:r>
              <a:rPr sz="1200" spc="-5" dirty="0">
                <a:solidFill>
                  <a:srgbClr val="538235"/>
                </a:solidFill>
                <a:latin typeface="Tahoma"/>
                <a:cs typeface="Tahoma"/>
              </a:rPr>
              <a:t>first public key algorithm published </a:t>
            </a:r>
            <a:r>
              <a:rPr sz="1200" spc="-10" dirty="0">
                <a:solidFill>
                  <a:srgbClr val="538235"/>
                </a:solidFill>
                <a:latin typeface="Tahoma"/>
                <a:cs typeface="Tahoma"/>
              </a:rPr>
              <a:t>in 1976. </a:t>
            </a:r>
            <a:r>
              <a:rPr sz="1200" spc="-5" dirty="0">
                <a:solidFill>
                  <a:srgbClr val="538235"/>
                </a:solidFill>
                <a:latin typeface="Tahoma"/>
                <a:cs typeface="Tahoma"/>
              </a:rPr>
              <a:t>Diffie </a:t>
            </a:r>
            <a:r>
              <a:rPr sz="1200" dirty="0">
                <a:solidFill>
                  <a:srgbClr val="538235"/>
                </a:solidFill>
                <a:latin typeface="Tahoma"/>
                <a:cs typeface="Tahoma"/>
              </a:rPr>
              <a:t> </a:t>
            </a:r>
            <a:r>
              <a:rPr sz="1200" spc="-5" dirty="0">
                <a:solidFill>
                  <a:srgbClr val="538235"/>
                </a:solidFill>
                <a:latin typeface="Tahoma"/>
                <a:cs typeface="Tahoma"/>
              </a:rPr>
              <a:t>Hellman </a:t>
            </a:r>
            <a:r>
              <a:rPr sz="1200" spc="5" dirty="0">
                <a:solidFill>
                  <a:srgbClr val="538235"/>
                </a:solidFill>
                <a:latin typeface="Tahoma"/>
                <a:cs typeface="Tahoma"/>
              </a:rPr>
              <a:t>is </a:t>
            </a:r>
            <a:r>
              <a:rPr sz="1200" dirty="0">
                <a:solidFill>
                  <a:srgbClr val="538235"/>
                </a:solidFill>
                <a:latin typeface="Tahoma"/>
                <a:cs typeface="Tahoma"/>
              </a:rPr>
              <a:t>a </a:t>
            </a:r>
            <a:r>
              <a:rPr sz="1200" spc="-5" dirty="0">
                <a:solidFill>
                  <a:srgbClr val="538235"/>
                </a:solidFill>
                <a:latin typeface="Tahoma"/>
                <a:cs typeface="Tahoma"/>
              </a:rPr>
              <a:t>public key algorithm. </a:t>
            </a:r>
            <a:r>
              <a:rPr sz="1200" dirty="0">
                <a:solidFill>
                  <a:srgbClr val="538235"/>
                </a:solidFill>
                <a:latin typeface="Tahoma"/>
                <a:cs typeface="Tahoma"/>
              </a:rPr>
              <a:t>It </a:t>
            </a:r>
            <a:r>
              <a:rPr sz="1200" spc="-5" dirty="0">
                <a:solidFill>
                  <a:srgbClr val="538235"/>
                </a:solidFill>
                <a:latin typeface="Tahoma"/>
                <a:cs typeface="Tahoma"/>
              </a:rPr>
              <a:t>only </a:t>
            </a:r>
            <a:r>
              <a:rPr sz="1200" spc="5" dirty="0">
                <a:solidFill>
                  <a:srgbClr val="538235"/>
                </a:solidFill>
                <a:latin typeface="Tahoma"/>
                <a:cs typeface="Tahoma"/>
              </a:rPr>
              <a:t>used </a:t>
            </a:r>
            <a:r>
              <a:rPr sz="1200" spc="-5" dirty="0">
                <a:solidFill>
                  <a:srgbClr val="538235"/>
                </a:solidFill>
                <a:latin typeface="Tahoma"/>
                <a:cs typeface="Tahoma"/>
              </a:rPr>
              <a:t>for key exchange. Does </a:t>
            </a:r>
            <a:r>
              <a:rPr sz="1200" dirty="0">
                <a:solidFill>
                  <a:srgbClr val="538235"/>
                </a:solidFill>
                <a:latin typeface="Tahoma"/>
                <a:cs typeface="Tahoma"/>
              </a:rPr>
              <a:t>not used </a:t>
            </a:r>
            <a:r>
              <a:rPr sz="1200" spc="-5" dirty="0">
                <a:solidFill>
                  <a:srgbClr val="538235"/>
                </a:solidFill>
                <a:latin typeface="Tahoma"/>
                <a:cs typeface="Tahoma"/>
              </a:rPr>
              <a:t>for </a:t>
            </a:r>
            <a:r>
              <a:rPr sz="1200" dirty="0">
                <a:solidFill>
                  <a:srgbClr val="538235"/>
                </a:solidFill>
                <a:latin typeface="Tahoma"/>
                <a:cs typeface="Tahoma"/>
              </a:rPr>
              <a:t> </a:t>
            </a:r>
            <a:r>
              <a:rPr sz="1200" spc="-5" dirty="0">
                <a:solidFill>
                  <a:srgbClr val="538235"/>
                </a:solidFill>
                <a:latin typeface="Tahoma"/>
                <a:cs typeface="Tahoma"/>
              </a:rPr>
              <a:t>encryption and decryption. </a:t>
            </a:r>
            <a:r>
              <a:rPr sz="1200" spc="-10" dirty="0">
                <a:solidFill>
                  <a:srgbClr val="538235"/>
                </a:solidFill>
                <a:latin typeface="Tahoma"/>
                <a:cs typeface="Tahoma"/>
              </a:rPr>
              <a:t>It is </a:t>
            </a:r>
            <a:r>
              <a:rPr sz="1200" spc="-5" dirty="0">
                <a:solidFill>
                  <a:srgbClr val="538235"/>
                </a:solidFill>
                <a:latin typeface="Tahoma"/>
                <a:cs typeface="Tahoma"/>
              </a:rPr>
              <a:t>based on discrete logarithm. </a:t>
            </a:r>
            <a:r>
              <a:rPr sz="1200" dirty="0">
                <a:solidFill>
                  <a:srgbClr val="538235"/>
                </a:solidFill>
                <a:latin typeface="Tahoma"/>
                <a:cs typeface="Tahoma"/>
              </a:rPr>
              <a:t>It </a:t>
            </a:r>
            <a:r>
              <a:rPr sz="1200" spc="-10" dirty="0">
                <a:solidFill>
                  <a:srgbClr val="538235"/>
                </a:solidFill>
                <a:latin typeface="Tahoma"/>
                <a:cs typeface="Tahoma"/>
              </a:rPr>
              <a:t>is widely </a:t>
            </a:r>
            <a:r>
              <a:rPr sz="1200" spc="-5" dirty="0">
                <a:solidFill>
                  <a:srgbClr val="538235"/>
                </a:solidFill>
                <a:latin typeface="Tahoma"/>
                <a:cs typeface="Tahoma"/>
              </a:rPr>
              <a:t>used </a:t>
            </a:r>
            <a:r>
              <a:rPr sz="1200" spc="-15" dirty="0">
                <a:solidFill>
                  <a:srgbClr val="538235"/>
                </a:solidFill>
                <a:latin typeface="Tahoma"/>
                <a:cs typeface="Tahoma"/>
              </a:rPr>
              <a:t>in </a:t>
            </a:r>
            <a:r>
              <a:rPr sz="1200" spc="-10" dirty="0">
                <a:solidFill>
                  <a:srgbClr val="538235"/>
                </a:solidFill>
                <a:latin typeface="Tahoma"/>
                <a:cs typeface="Tahoma"/>
              </a:rPr>
              <a:t> security</a:t>
            </a:r>
            <a:r>
              <a:rPr sz="1200" spc="40" dirty="0">
                <a:solidFill>
                  <a:srgbClr val="538235"/>
                </a:solidFill>
                <a:latin typeface="Tahoma"/>
                <a:cs typeface="Tahoma"/>
              </a:rPr>
              <a:t> </a:t>
            </a:r>
            <a:r>
              <a:rPr sz="1200" spc="-5" dirty="0">
                <a:solidFill>
                  <a:srgbClr val="538235"/>
                </a:solidFill>
                <a:latin typeface="Tahoma"/>
                <a:cs typeface="Tahoma"/>
              </a:rPr>
              <a:t>protocols</a:t>
            </a:r>
            <a:r>
              <a:rPr sz="1200" spc="5" dirty="0">
                <a:solidFill>
                  <a:srgbClr val="538235"/>
                </a:solidFill>
                <a:latin typeface="Tahoma"/>
                <a:cs typeface="Tahoma"/>
              </a:rPr>
              <a:t> </a:t>
            </a:r>
            <a:r>
              <a:rPr sz="1200" spc="-5" dirty="0">
                <a:solidFill>
                  <a:srgbClr val="538235"/>
                </a:solidFill>
                <a:latin typeface="Tahoma"/>
                <a:cs typeface="Tahoma"/>
              </a:rPr>
              <a:t>and </a:t>
            </a:r>
            <a:r>
              <a:rPr sz="1200" spc="-10" dirty="0">
                <a:solidFill>
                  <a:srgbClr val="538235"/>
                </a:solidFill>
                <a:latin typeface="Tahoma"/>
                <a:cs typeface="Tahoma"/>
              </a:rPr>
              <a:t>commercial</a:t>
            </a:r>
            <a:r>
              <a:rPr sz="1200" spc="25" dirty="0">
                <a:solidFill>
                  <a:srgbClr val="538235"/>
                </a:solidFill>
                <a:latin typeface="Tahoma"/>
                <a:cs typeface="Tahoma"/>
              </a:rPr>
              <a:t> </a:t>
            </a:r>
            <a:r>
              <a:rPr sz="1200" dirty="0">
                <a:solidFill>
                  <a:srgbClr val="538235"/>
                </a:solidFill>
                <a:latin typeface="Tahoma"/>
                <a:cs typeface="Tahoma"/>
              </a:rPr>
              <a:t>products.</a:t>
            </a:r>
            <a:endParaRPr sz="1200">
              <a:latin typeface="Tahoma"/>
              <a:cs typeface="Tahoma"/>
            </a:endParaRPr>
          </a:p>
          <a:p>
            <a:pPr>
              <a:lnSpc>
                <a:spcPct val="100000"/>
              </a:lnSpc>
            </a:pPr>
            <a:endParaRPr sz="1250">
              <a:latin typeface="Tahoma"/>
              <a:cs typeface="Tahoma"/>
            </a:endParaRPr>
          </a:p>
          <a:p>
            <a:pPr marL="12700">
              <a:lnSpc>
                <a:spcPct val="100000"/>
              </a:lnSpc>
              <a:spcBef>
                <a:spcPts val="5"/>
              </a:spcBef>
            </a:pPr>
            <a:r>
              <a:rPr sz="1200" b="1" dirty="0">
                <a:solidFill>
                  <a:srgbClr val="538235"/>
                </a:solidFill>
                <a:latin typeface="Tahoma"/>
                <a:cs typeface="Tahoma"/>
              </a:rPr>
              <a:t>Primitive</a:t>
            </a:r>
            <a:r>
              <a:rPr sz="1200" b="1" spc="-45" dirty="0">
                <a:solidFill>
                  <a:srgbClr val="538235"/>
                </a:solidFill>
                <a:latin typeface="Tahoma"/>
                <a:cs typeface="Tahoma"/>
              </a:rPr>
              <a:t> </a:t>
            </a:r>
            <a:r>
              <a:rPr sz="1200" b="1" dirty="0">
                <a:solidFill>
                  <a:srgbClr val="538235"/>
                </a:solidFill>
                <a:latin typeface="Tahoma"/>
                <a:cs typeface="Tahoma"/>
              </a:rPr>
              <a:t>roots</a:t>
            </a:r>
            <a:endParaRPr sz="1200">
              <a:latin typeface="Tahoma"/>
              <a:cs typeface="Tahoma"/>
            </a:endParaRPr>
          </a:p>
          <a:p>
            <a:pPr>
              <a:lnSpc>
                <a:spcPct val="100000"/>
              </a:lnSpc>
              <a:spcBef>
                <a:spcPts val="10"/>
              </a:spcBef>
            </a:pPr>
            <a:endParaRPr sz="1200">
              <a:latin typeface="Tahoma"/>
              <a:cs typeface="Tahoma"/>
            </a:endParaRPr>
          </a:p>
          <a:p>
            <a:pPr marL="12700">
              <a:lnSpc>
                <a:spcPct val="100000"/>
              </a:lnSpc>
            </a:pPr>
            <a:r>
              <a:rPr sz="1200" spc="-5" dirty="0">
                <a:solidFill>
                  <a:srgbClr val="538235"/>
                </a:solidFill>
                <a:latin typeface="Tahoma"/>
                <a:cs typeface="Tahoma"/>
              </a:rPr>
              <a:t>Let</a:t>
            </a:r>
            <a:r>
              <a:rPr sz="1200" spc="10" dirty="0">
                <a:solidFill>
                  <a:srgbClr val="538235"/>
                </a:solidFill>
                <a:latin typeface="Tahoma"/>
                <a:cs typeface="Tahoma"/>
              </a:rPr>
              <a:t> </a:t>
            </a:r>
            <a:r>
              <a:rPr sz="1200" spc="5" dirty="0">
                <a:solidFill>
                  <a:srgbClr val="538235"/>
                </a:solidFill>
                <a:latin typeface="Tahoma"/>
                <a:cs typeface="Tahoma"/>
              </a:rPr>
              <a:t>‘P’</a:t>
            </a:r>
            <a:r>
              <a:rPr sz="1200" spc="-30" dirty="0">
                <a:solidFill>
                  <a:srgbClr val="538235"/>
                </a:solidFill>
                <a:latin typeface="Tahoma"/>
                <a:cs typeface="Tahoma"/>
              </a:rPr>
              <a:t> </a:t>
            </a:r>
            <a:r>
              <a:rPr sz="1200" spc="5" dirty="0">
                <a:solidFill>
                  <a:srgbClr val="538235"/>
                </a:solidFill>
                <a:latin typeface="Tahoma"/>
                <a:cs typeface="Tahoma"/>
              </a:rPr>
              <a:t>be</a:t>
            </a:r>
            <a:r>
              <a:rPr sz="1200" dirty="0">
                <a:solidFill>
                  <a:srgbClr val="538235"/>
                </a:solidFill>
                <a:latin typeface="Tahoma"/>
                <a:cs typeface="Tahoma"/>
              </a:rPr>
              <a:t> a</a:t>
            </a:r>
            <a:r>
              <a:rPr sz="1200" spc="-25" dirty="0">
                <a:solidFill>
                  <a:srgbClr val="538235"/>
                </a:solidFill>
                <a:latin typeface="Tahoma"/>
                <a:cs typeface="Tahoma"/>
              </a:rPr>
              <a:t> </a:t>
            </a:r>
            <a:r>
              <a:rPr sz="1200" spc="-5" dirty="0">
                <a:solidFill>
                  <a:srgbClr val="538235"/>
                </a:solidFill>
                <a:latin typeface="Tahoma"/>
                <a:cs typeface="Tahoma"/>
              </a:rPr>
              <a:t>prime</a:t>
            </a:r>
            <a:r>
              <a:rPr sz="1200" spc="25" dirty="0">
                <a:solidFill>
                  <a:srgbClr val="538235"/>
                </a:solidFill>
                <a:latin typeface="Tahoma"/>
                <a:cs typeface="Tahoma"/>
              </a:rPr>
              <a:t> </a:t>
            </a:r>
            <a:r>
              <a:rPr sz="1200" dirty="0">
                <a:solidFill>
                  <a:srgbClr val="538235"/>
                </a:solidFill>
                <a:latin typeface="Tahoma"/>
                <a:cs typeface="Tahoma"/>
              </a:rPr>
              <a:t>then</a:t>
            </a:r>
            <a:r>
              <a:rPr sz="1200" spc="10" dirty="0">
                <a:solidFill>
                  <a:srgbClr val="538235"/>
                </a:solidFill>
                <a:latin typeface="Tahoma"/>
                <a:cs typeface="Tahoma"/>
              </a:rPr>
              <a:t> </a:t>
            </a:r>
            <a:r>
              <a:rPr sz="1200" dirty="0">
                <a:solidFill>
                  <a:srgbClr val="538235"/>
                </a:solidFill>
                <a:latin typeface="Tahoma"/>
                <a:cs typeface="Tahoma"/>
              </a:rPr>
              <a:t>‘b’</a:t>
            </a:r>
            <a:r>
              <a:rPr sz="1200" spc="-30" dirty="0">
                <a:solidFill>
                  <a:srgbClr val="538235"/>
                </a:solidFill>
                <a:latin typeface="Tahoma"/>
                <a:cs typeface="Tahoma"/>
              </a:rPr>
              <a:t> </a:t>
            </a:r>
            <a:r>
              <a:rPr sz="1200" spc="-5" dirty="0">
                <a:solidFill>
                  <a:srgbClr val="538235"/>
                </a:solidFill>
                <a:latin typeface="Tahoma"/>
                <a:cs typeface="Tahoma"/>
              </a:rPr>
              <a:t>is</a:t>
            </a:r>
            <a:r>
              <a:rPr sz="1200" spc="25" dirty="0">
                <a:solidFill>
                  <a:srgbClr val="538235"/>
                </a:solidFill>
                <a:latin typeface="Tahoma"/>
                <a:cs typeface="Tahoma"/>
              </a:rPr>
              <a:t> </a:t>
            </a:r>
            <a:r>
              <a:rPr sz="1200" dirty="0">
                <a:solidFill>
                  <a:srgbClr val="538235"/>
                </a:solidFill>
                <a:latin typeface="Tahoma"/>
                <a:cs typeface="Tahoma"/>
              </a:rPr>
              <a:t>a</a:t>
            </a:r>
            <a:r>
              <a:rPr sz="1200" spc="-25" dirty="0">
                <a:solidFill>
                  <a:srgbClr val="538235"/>
                </a:solidFill>
                <a:latin typeface="Tahoma"/>
                <a:cs typeface="Tahoma"/>
              </a:rPr>
              <a:t> </a:t>
            </a:r>
            <a:r>
              <a:rPr sz="1200" spc="-5" dirty="0">
                <a:solidFill>
                  <a:srgbClr val="538235"/>
                </a:solidFill>
                <a:latin typeface="Tahoma"/>
                <a:cs typeface="Tahoma"/>
              </a:rPr>
              <a:t>primitive</a:t>
            </a:r>
            <a:r>
              <a:rPr sz="1200" spc="30" dirty="0">
                <a:solidFill>
                  <a:srgbClr val="538235"/>
                </a:solidFill>
                <a:latin typeface="Tahoma"/>
                <a:cs typeface="Tahoma"/>
              </a:rPr>
              <a:t> </a:t>
            </a:r>
            <a:r>
              <a:rPr sz="1200" spc="-5" dirty="0">
                <a:solidFill>
                  <a:srgbClr val="538235"/>
                </a:solidFill>
                <a:latin typeface="Tahoma"/>
                <a:cs typeface="Tahoma"/>
              </a:rPr>
              <a:t>root</a:t>
            </a:r>
            <a:r>
              <a:rPr sz="1200" spc="10" dirty="0">
                <a:solidFill>
                  <a:srgbClr val="538235"/>
                </a:solidFill>
                <a:latin typeface="Tahoma"/>
                <a:cs typeface="Tahoma"/>
              </a:rPr>
              <a:t> </a:t>
            </a:r>
            <a:r>
              <a:rPr sz="1200" spc="-5" dirty="0">
                <a:solidFill>
                  <a:srgbClr val="538235"/>
                </a:solidFill>
                <a:latin typeface="Tahoma"/>
                <a:cs typeface="Tahoma"/>
              </a:rPr>
              <a:t>for</a:t>
            </a:r>
            <a:r>
              <a:rPr sz="1200" spc="-15" dirty="0">
                <a:solidFill>
                  <a:srgbClr val="538235"/>
                </a:solidFill>
                <a:latin typeface="Tahoma"/>
                <a:cs typeface="Tahoma"/>
              </a:rPr>
              <a:t> </a:t>
            </a:r>
            <a:r>
              <a:rPr sz="1200" dirty="0">
                <a:solidFill>
                  <a:srgbClr val="538235"/>
                </a:solidFill>
                <a:latin typeface="Tahoma"/>
                <a:cs typeface="Tahoma"/>
              </a:rPr>
              <a:t>P</a:t>
            </a:r>
            <a:r>
              <a:rPr sz="1200" spc="15" dirty="0">
                <a:solidFill>
                  <a:srgbClr val="538235"/>
                </a:solidFill>
                <a:latin typeface="Tahoma"/>
                <a:cs typeface="Tahoma"/>
              </a:rPr>
              <a:t> </a:t>
            </a:r>
            <a:r>
              <a:rPr sz="1200" spc="-10" dirty="0">
                <a:solidFill>
                  <a:srgbClr val="538235"/>
                </a:solidFill>
                <a:latin typeface="Tahoma"/>
                <a:cs typeface="Tahoma"/>
              </a:rPr>
              <a:t>if</a:t>
            </a:r>
            <a:r>
              <a:rPr sz="1200" spc="10"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5" dirty="0">
                <a:solidFill>
                  <a:srgbClr val="538235"/>
                </a:solidFill>
                <a:latin typeface="Tahoma"/>
                <a:cs typeface="Tahoma"/>
              </a:rPr>
              <a:t>powers of</a:t>
            </a:r>
            <a:r>
              <a:rPr sz="1200" spc="15" dirty="0">
                <a:solidFill>
                  <a:srgbClr val="538235"/>
                </a:solidFill>
                <a:latin typeface="Tahoma"/>
                <a:cs typeface="Tahoma"/>
              </a:rPr>
              <a:t> </a:t>
            </a:r>
            <a:r>
              <a:rPr sz="1250" spc="-15" dirty="0">
                <a:solidFill>
                  <a:srgbClr val="538235"/>
                </a:solidFill>
                <a:latin typeface="Tahoma"/>
                <a:cs typeface="Tahoma"/>
              </a:rPr>
              <a:t>b</a:t>
            </a:r>
            <a:r>
              <a:rPr sz="1200" spc="-15"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1,</a:t>
            </a:r>
            <a:r>
              <a:rPr sz="1200" spc="-20" dirty="0">
                <a:solidFill>
                  <a:srgbClr val="538235"/>
                </a:solidFill>
                <a:latin typeface="Tahoma"/>
                <a:cs typeface="Tahoma"/>
              </a:rPr>
              <a:t> </a:t>
            </a:r>
            <a:r>
              <a:rPr sz="1200" spc="-10" dirty="0">
                <a:solidFill>
                  <a:srgbClr val="538235"/>
                </a:solidFill>
                <a:latin typeface="Tahoma"/>
                <a:cs typeface="Tahoma"/>
              </a:rPr>
              <a:t>b,</a:t>
            </a:r>
            <a:r>
              <a:rPr sz="1200" spc="5" dirty="0">
                <a:solidFill>
                  <a:srgbClr val="538235"/>
                </a:solidFill>
                <a:latin typeface="Tahoma"/>
                <a:cs typeface="Tahoma"/>
              </a:rPr>
              <a:t> </a:t>
            </a:r>
            <a:r>
              <a:rPr sz="1250" spc="-15" dirty="0">
                <a:solidFill>
                  <a:srgbClr val="538235"/>
                </a:solidFill>
                <a:latin typeface="Tahoma"/>
                <a:cs typeface="Tahoma"/>
              </a:rPr>
              <a:t>b</a:t>
            </a:r>
            <a:r>
              <a:rPr sz="1200" spc="-15" dirty="0">
                <a:solidFill>
                  <a:srgbClr val="538235"/>
                </a:solidFill>
                <a:latin typeface="Tahoma"/>
                <a:cs typeface="Tahoma"/>
              </a:rPr>
              <a:t>2</a:t>
            </a:r>
            <a:r>
              <a:rPr sz="1200" spc="-2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50" spc="-10" dirty="0">
                <a:solidFill>
                  <a:srgbClr val="538235"/>
                </a:solidFill>
                <a:latin typeface="Tahoma"/>
                <a:cs typeface="Tahoma"/>
              </a:rPr>
              <a:t>b</a:t>
            </a:r>
            <a:r>
              <a:rPr sz="1200" spc="-10" dirty="0">
                <a:solidFill>
                  <a:srgbClr val="538235"/>
                </a:solidFill>
                <a:latin typeface="Tahoma"/>
                <a:cs typeface="Tahoma"/>
              </a:rPr>
              <a:t>3….</a:t>
            </a:r>
            <a:endParaRPr sz="1200">
              <a:latin typeface="Tahoma"/>
              <a:cs typeface="Tahoma"/>
            </a:endParaRPr>
          </a:p>
          <a:p>
            <a:pPr marL="12700" marR="235585">
              <a:lnSpc>
                <a:spcPct val="201700"/>
              </a:lnSpc>
              <a:spcBef>
                <a:spcPts val="65"/>
              </a:spcBef>
            </a:pPr>
            <a:r>
              <a:rPr sz="1200" dirty="0">
                <a:solidFill>
                  <a:srgbClr val="538235"/>
                </a:solidFill>
                <a:latin typeface="Tahoma"/>
                <a:cs typeface="Tahoma"/>
              </a:rPr>
              <a:t>by</a:t>
            </a:r>
            <a:r>
              <a:rPr sz="1200" spc="-15" dirty="0">
                <a:solidFill>
                  <a:srgbClr val="538235"/>
                </a:solidFill>
                <a:latin typeface="Tahoma"/>
                <a:cs typeface="Tahoma"/>
              </a:rPr>
              <a:t> </a:t>
            </a:r>
            <a:r>
              <a:rPr sz="1200" spc="-5" dirty="0">
                <a:solidFill>
                  <a:srgbClr val="538235"/>
                </a:solidFill>
                <a:latin typeface="Tahoma"/>
                <a:cs typeface="Tahoma"/>
              </a:rPr>
              <a:t>including</a:t>
            </a:r>
            <a:r>
              <a:rPr sz="1200" spc="45" dirty="0">
                <a:solidFill>
                  <a:srgbClr val="538235"/>
                </a:solidFill>
                <a:latin typeface="Tahoma"/>
                <a:cs typeface="Tahoma"/>
              </a:rPr>
              <a:t> </a:t>
            </a:r>
            <a:r>
              <a:rPr sz="1200" spc="-10" dirty="0">
                <a:solidFill>
                  <a:srgbClr val="538235"/>
                </a:solidFill>
                <a:latin typeface="Tahoma"/>
                <a:cs typeface="Tahoma"/>
              </a:rPr>
              <a:t>all</a:t>
            </a:r>
            <a:r>
              <a:rPr sz="1200" spc="-5" dirty="0">
                <a:solidFill>
                  <a:srgbClr val="538235"/>
                </a:solidFill>
                <a:latin typeface="Tahoma"/>
                <a:cs typeface="Tahoma"/>
              </a:rPr>
              <a:t> of</a:t>
            </a:r>
            <a:r>
              <a:rPr sz="1200" spc="10"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5" dirty="0">
                <a:solidFill>
                  <a:srgbClr val="538235"/>
                </a:solidFill>
                <a:latin typeface="Tahoma"/>
                <a:cs typeface="Tahoma"/>
              </a:rPr>
              <a:t>residue</a:t>
            </a:r>
            <a:r>
              <a:rPr sz="1200" spc="55" dirty="0">
                <a:solidFill>
                  <a:srgbClr val="538235"/>
                </a:solidFill>
                <a:latin typeface="Tahoma"/>
                <a:cs typeface="Tahoma"/>
              </a:rPr>
              <a:t> </a:t>
            </a:r>
            <a:r>
              <a:rPr sz="1200" spc="-10" dirty="0">
                <a:solidFill>
                  <a:srgbClr val="538235"/>
                </a:solidFill>
                <a:latin typeface="Tahoma"/>
                <a:cs typeface="Tahoma"/>
              </a:rPr>
              <a:t>classes</a:t>
            </a:r>
            <a:r>
              <a:rPr sz="1200" spc="2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dirty="0">
                <a:solidFill>
                  <a:srgbClr val="538235"/>
                </a:solidFill>
                <a:latin typeface="Tahoma"/>
                <a:cs typeface="Tahoma"/>
              </a:rPr>
              <a:t>P</a:t>
            </a:r>
            <a:r>
              <a:rPr sz="1200" spc="-5" dirty="0">
                <a:solidFill>
                  <a:srgbClr val="538235"/>
                </a:solidFill>
                <a:latin typeface="Tahoma"/>
                <a:cs typeface="Tahoma"/>
              </a:rPr>
              <a:t> except</a:t>
            </a:r>
            <a:r>
              <a:rPr sz="1200" spc="20" dirty="0">
                <a:solidFill>
                  <a:srgbClr val="538235"/>
                </a:solidFill>
                <a:latin typeface="Tahoma"/>
                <a:cs typeface="Tahoma"/>
              </a:rPr>
              <a:t> </a:t>
            </a:r>
            <a:r>
              <a:rPr sz="1200" spc="-5" dirty="0">
                <a:solidFill>
                  <a:srgbClr val="538235"/>
                </a:solidFill>
                <a:latin typeface="Tahoma"/>
                <a:cs typeface="Tahoma"/>
              </a:rPr>
              <a:t>0.</a:t>
            </a:r>
            <a:r>
              <a:rPr sz="1200" spc="-20" dirty="0">
                <a:solidFill>
                  <a:srgbClr val="538235"/>
                </a:solidFill>
                <a:latin typeface="Tahoma"/>
                <a:cs typeface="Tahoma"/>
              </a:rPr>
              <a:t> </a:t>
            </a:r>
            <a:r>
              <a:rPr sz="1200" spc="-5" dirty="0">
                <a:solidFill>
                  <a:srgbClr val="538235"/>
                </a:solidFill>
                <a:latin typeface="Tahoma"/>
                <a:cs typeface="Tahoma"/>
              </a:rPr>
              <a:t>Hence</a:t>
            </a:r>
            <a:r>
              <a:rPr sz="1200" spc="30" dirty="0">
                <a:solidFill>
                  <a:srgbClr val="538235"/>
                </a:solidFill>
                <a:latin typeface="Tahoma"/>
                <a:cs typeface="Tahoma"/>
              </a:rPr>
              <a:t> </a:t>
            </a:r>
            <a:r>
              <a:rPr sz="1200" spc="-5" dirty="0">
                <a:solidFill>
                  <a:srgbClr val="538235"/>
                </a:solidFill>
                <a:latin typeface="Tahoma"/>
                <a:cs typeface="Tahoma"/>
              </a:rPr>
              <a:t>there</a:t>
            </a:r>
            <a:r>
              <a:rPr sz="1200" spc="25" dirty="0">
                <a:solidFill>
                  <a:srgbClr val="538235"/>
                </a:solidFill>
                <a:latin typeface="Tahoma"/>
                <a:cs typeface="Tahoma"/>
              </a:rPr>
              <a:t> </a:t>
            </a:r>
            <a:r>
              <a:rPr sz="1200" spc="-5" dirty="0">
                <a:solidFill>
                  <a:srgbClr val="538235"/>
                </a:solidFill>
                <a:latin typeface="Tahoma"/>
                <a:cs typeface="Tahoma"/>
              </a:rPr>
              <a:t>must</a:t>
            </a:r>
            <a:r>
              <a:rPr sz="1200" spc="15" dirty="0">
                <a:solidFill>
                  <a:srgbClr val="538235"/>
                </a:solidFill>
                <a:latin typeface="Tahoma"/>
                <a:cs typeface="Tahoma"/>
              </a:rPr>
              <a:t> </a:t>
            </a:r>
            <a:r>
              <a:rPr sz="1200" dirty="0">
                <a:solidFill>
                  <a:srgbClr val="538235"/>
                </a:solidFill>
                <a:latin typeface="Tahoma"/>
                <a:cs typeface="Tahoma"/>
              </a:rPr>
              <a:t>be</a:t>
            </a:r>
            <a:r>
              <a:rPr sz="1200" spc="-25" dirty="0">
                <a:solidFill>
                  <a:srgbClr val="538235"/>
                </a:solidFill>
                <a:latin typeface="Tahoma"/>
                <a:cs typeface="Tahoma"/>
              </a:rPr>
              <a:t> </a:t>
            </a:r>
            <a:r>
              <a:rPr sz="1200" dirty="0">
                <a:solidFill>
                  <a:srgbClr val="538235"/>
                </a:solidFill>
                <a:latin typeface="Tahoma"/>
                <a:cs typeface="Tahoma"/>
              </a:rPr>
              <a:t>P</a:t>
            </a:r>
            <a:r>
              <a:rPr sz="1200" spc="15" dirty="0">
                <a:solidFill>
                  <a:srgbClr val="538235"/>
                </a:solidFill>
                <a:latin typeface="Tahoma"/>
                <a:cs typeface="Tahoma"/>
              </a:rPr>
              <a:t> </a:t>
            </a:r>
            <a:r>
              <a:rPr sz="1200" dirty="0">
                <a:solidFill>
                  <a:srgbClr val="538235"/>
                </a:solidFill>
                <a:latin typeface="Tahoma"/>
                <a:cs typeface="Tahoma"/>
              </a:rPr>
              <a:t>–</a:t>
            </a:r>
            <a:r>
              <a:rPr sz="1200" spc="-25" dirty="0">
                <a:solidFill>
                  <a:srgbClr val="538235"/>
                </a:solidFill>
                <a:latin typeface="Tahoma"/>
                <a:cs typeface="Tahoma"/>
              </a:rPr>
              <a:t> </a:t>
            </a:r>
            <a:r>
              <a:rPr sz="1200" dirty="0">
                <a:solidFill>
                  <a:srgbClr val="538235"/>
                </a:solidFill>
                <a:latin typeface="Tahoma"/>
                <a:cs typeface="Tahoma"/>
              </a:rPr>
              <a:t>1 </a:t>
            </a:r>
            <a:r>
              <a:rPr sz="1200" spc="-360" dirty="0">
                <a:solidFill>
                  <a:srgbClr val="538235"/>
                </a:solidFill>
                <a:latin typeface="Tahoma"/>
                <a:cs typeface="Tahoma"/>
              </a:rPr>
              <a:t> </a:t>
            </a:r>
            <a:r>
              <a:rPr sz="1200" spc="-5" dirty="0">
                <a:solidFill>
                  <a:srgbClr val="538235"/>
                </a:solidFill>
                <a:latin typeface="Tahoma"/>
                <a:cs typeface="Tahoma"/>
              </a:rPr>
              <a:t>power</a:t>
            </a:r>
            <a:r>
              <a:rPr sz="1200"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50" spc="-15" dirty="0">
                <a:solidFill>
                  <a:srgbClr val="538235"/>
                </a:solidFill>
                <a:latin typeface="Tahoma"/>
                <a:cs typeface="Tahoma"/>
              </a:rPr>
              <a:t>b</a:t>
            </a:r>
            <a:r>
              <a:rPr sz="1200" spc="-15" dirty="0">
                <a:solidFill>
                  <a:srgbClr val="538235"/>
                </a:solidFill>
                <a:latin typeface="Tahoma"/>
                <a:cs typeface="Tahoma"/>
              </a:rPr>
              <a:t>.</a:t>
            </a:r>
            <a:endParaRPr sz="1200">
              <a:latin typeface="Tahoma"/>
              <a:cs typeface="Tahoma"/>
            </a:endParaRPr>
          </a:p>
          <a:p>
            <a:pPr>
              <a:lnSpc>
                <a:spcPct val="100000"/>
              </a:lnSpc>
              <a:spcBef>
                <a:spcPts val="50"/>
              </a:spcBef>
            </a:pPr>
            <a:endParaRPr sz="1200">
              <a:latin typeface="Tahoma"/>
              <a:cs typeface="Tahoma"/>
            </a:endParaRPr>
          </a:p>
          <a:p>
            <a:pPr marL="12700">
              <a:lnSpc>
                <a:spcPct val="100000"/>
              </a:lnSpc>
            </a:pPr>
            <a:r>
              <a:rPr sz="1200" b="1" dirty="0">
                <a:solidFill>
                  <a:srgbClr val="538235"/>
                </a:solidFill>
                <a:latin typeface="Tahoma"/>
                <a:cs typeface="Tahoma"/>
              </a:rPr>
              <a:t>E</a:t>
            </a:r>
            <a:r>
              <a:rPr sz="1200" b="1" spc="-10" dirty="0">
                <a:solidFill>
                  <a:srgbClr val="538235"/>
                </a:solidFill>
                <a:latin typeface="Tahoma"/>
                <a:cs typeface="Tahoma"/>
              </a:rPr>
              <a:t>x</a:t>
            </a:r>
            <a:r>
              <a:rPr sz="1200" b="1" dirty="0">
                <a:solidFill>
                  <a:srgbClr val="538235"/>
                </a:solidFill>
                <a:latin typeface="Tahoma"/>
                <a:cs typeface="Tahoma"/>
              </a:rPr>
              <a:t>a</a:t>
            </a:r>
            <a:r>
              <a:rPr sz="1200" b="1" spc="5" dirty="0">
                <a:solidFill>
                  <a:srgbClr val="538235"/>
                </a:solidFill>
                <a:latin typeface="Tahoma"/>
                <a:cs typeface="Tahoma"/>
              </a:rPr>
              <a:t>m</a:t>
            </a:r>
            <a:r>
              <a:rPr sz="1200" b="1" spc="-15" dirty="0">
                <a:solidFill>
                  <a:srgbClr val="538235"/>
                </a:solidFill>
                <a:latin typeface="Tahoma"/>
                <a:cs typeface="Tahoma"/>
              </a:rPr>
              <a:t>p</a:t>
            </a:r>
            <a:r>
              <a:rPr sz="1200" b="1" dirty="0">
                <a:solidFill>
                  <a:srgbClr val="538235"/>
                </a:solidFill>
                <a:latin typeface="Tahoma"/>
                <a:cs typeface="Tahoma"/>
              </a:rPr>
              <a:t>le</a:t>
            </a:r>
            <a:r>
              <a:rPr sz="1200" b="1" spc="-10" dirty="0">
                <a:solidFill>
                  <a:srgbClr val="538235"/>
                </a:solidFill>
                <a:latin typeface="Tahoma"/>
                <a:cs typeface="Tahoma"/>
              </a:rPr>
              <a:t> </a:t>
            </a:r>
            <a:r>
              <a:rPr sz="1200" b="1" dirty="0">
                <a:solidFill>
                  <a:srgbClr val="538235"/>
                </a:solidFill>
                <a:latin typeface="Tahoma"/>
                <a:cs typeface="Tahoma"/>
              </a:rPr>
              <a:t>1:</a:t>
            </a:r>
            <a:endParaRPr sz="1200">
              <a:latin typeface="Tahoma"/>
              <a:cs typeface="Tahoma"/>
            </a:endParaRPr>
          </a:p>
          <a:p>
            <a:pPr>
              <a:lnSpc>
                <a:spcPct val="100000"/>
              </a:lnSpc>
              <a:spcBef>
                <a:spcPts val="30"/>
              </a:spcBef>
            </a:pPr>
            <a:endParaRPr sz="1250">
              <a:latin typeface="Tahoma"/>
              <a:cs typeface="Tahoma"/>
            </a:endParaRPr>
          </a:p>
          <a:p>
            <a:pPr marL="12700">
              <a:lnSpc>
                <a:spcPct val="100000"/>
              </a:lnSpc>
            </a:pPr>
            <a:r>
              <a:rPr sz="1200" dirty="0">
                <a:solidFill>
                  <a:srgbClr val="538235"/>
                </a:solidFill>
                <a:latin typeface="Tahoma"/>
                <a:cs typeface="Tahoma"/>
              </a:rPr>
              <a:t>If</a:t>
            </a:r>
            <a:r>
              <a:rPr sz="1200" spc="10" dirty="0">
                <a:solidFill>
                  <a:srgbClr val="538235"/>
                </a:solidFill>
                <a:latin typeface="Tahoma"/>
                <a:cs typeface="Tahoma"/>
              </a:rPr>
              <a:t> </a:t>
            </a:r>
            <a:r>
              <a:rPr sz="1200" dirty="0">
                <a:solidFill>
                  <a:srgbClr val="538235"/>
                </a:solidFill>
                <a:latin typeface="Tahoma"/>
                <a:cs typeface="Tahoma"/>
              </a:rPr>
              <a:t>P</a:t>
            </a:r>
            <a:r>
              <a:rPr sz="1200" spc="-10"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55" dirty="0">
                <a:solidFill>
                  <a:srgbClr val="538235"/>
                </a:solidFill>
                <a:latin typeface="Tahoma"/>
                <a:cs typeface="Tahoma"/>
              </a:rPr>
              <a:t>7,</a:t>
            </a:r>
            <a:r>
              <a:rPr sz="1200" spc="5" dirty="0">
                <a:solidFill>
                  <a:srgbClr val="538235"/>
                </a:solidFill>
                <a:latin typeface="Tahoma"/>
                <a:cs typeface="Tahoma"/>
              </a:rPr>
              <a:t> </a:t>
            </a:r>
            <a:r>
              <a:rPr sz="1200" spc="-5" dirty="0">
                <a:solidFill>
                  <a:srgbClr val="538235"/>
                </a:solidFill>
                <a:latin typeface="Tahoma"/>
                <a:cs typeface="Tahoma"/>
              </a:rPr>
              <a:t>then</a:t>
            </a:r>
            <a:r>
              <a:rPr sz="1200" spc="10" dirty="0">
                <a:solidFill>
                  <a:srgbClr val="538235"/>
                </a:solidFill>
                <a:latin typeface="Tahoma"/>
                <a:cs typeface="Tahoma"/>
              </a:rPr>
              <a:t> </a:t>
            </a:r>
            <a:r>
              <a:rPr sz="1200" dirty="0">
                <a:solidFill>
                  <a:srgbClr val="538235"/>
                </a:solidFill>
                <a:latin typeface="Tahoma"/>
                <a:cs typeface="Tahoma"/>
              </a:rPr>
              <a:t>3 </a:t>
            </a:r>
            <a:r>
              <a:rPr sz="1200" spc="-10" dirty="0">
                <a:solidFill>
                  <a:srgbClr val="538235"/>
                </a:solidFill>
                <a:latin typeface="Tahoma"/>
                <a:cs typeface="Tahoma"/>
              </a:rPr>
              <a:t>is</a:t>
            </a:r>
            <a:r>
              <a:rPr sz="1200" dirty="0">
                <a:solidFill>
                  <a:srgbClr val="538235"/>
                </a:solidFill>
                <a:latin typeface="Tahoma"/>
                <a:cs typeface="Tahoma"/>
              </a:rPr>
              <a:t> a </a:t>
            </a:r>
            <a:r>
              <a:rPr sz="1200" spc="-5" dirty="0">
                <a:solidFill>
                  <a:srgbClr val="538235"/>
                </a:solidFill>
                <a:latin typeface="Tahoma"/>
                <a:cs typeface="Tahoma"/>
              </a:rPr>
              <a:t>primitive</a:t>
            </a:r>
            <a:r>
              <a:rPr sz="1200" spc="30" dirty="0">
                <a:solidFill>
                  <a:srgbClr val="538235"/>
                </a:solidFill>
                <a:latin typeface="Tahoma"/>
                <a:cs typeface="Tahoma"/>
              </a:rPr>
              <a:t> </a:t>
            </a:r>
            <a:r>
              <a:rPr sz="1200" spc="-5" dirty="0">
                <a:solidFill>
                  <a:srgbClr val="538235"/>
                </a:solidFill>
                <a:latin typeface="Tahoma"/>
                <a:cs typeface="Tahoma"/>
              </a:rPr>
              <a:t>root</a:t>
            </a:r>
            <a:r>
              <a:rPr sz="1200" spc="-10" dirty="0">
                <a:solidFill>
                  <a:srgbClr val="538235"/>
                </a:solidFill>
                <a:latin typeface="Tahoma"/>
                <a:cs typeface="Tahoma"/>
              </a:rPr>
              <a:t> </a:t>
            </a:r>
            <a:r>
              <a:rPr sz="1200" spc="-5" dirty="0">
                <a:solidFill>
                  <a:srgbClr val="538235"/>
                </a:solidFill>
                <a:latin typeface="Tahoma"/>
                <a:cs typeface="Tahoma"/>
              </a:rPr>
              <a:t>for</a:t>
            </a:r>
            <a:r>
              <a:rPr sz="1200" spc="10" dirty="0">
                <a:solidFill>
                  <a:srgbClr val="538235"/>
                </a:solidFill>
                <a:latin typeface="Tahoma"/>
                <a:cs typeface="Tahoma"/>
              </a:rPr>
              <a:t> </a:t>
            </a:r>
            <a:r>
              <a:rPr sz="1200" dirty="0">
                <a:solidFill>
                  <a:srgbClr val="538235"/>
                </a:solidFill>
                <a:latin typeface="Tahoma"/>
                <a:cs typeface="Tahoma"/>
              </a:rPr>
              <a:t>P</a:t>
            </a:r>
            <a:r>
              <a:rPr sz="1200" spc="-10" dirty="0">
                <a:solidFill>
                  <a:srgbClr val="538235"/>
                </a:solidFill>
                <a:latin typeface="Tahoma"/>
                <a:cs typeface="Tahoma"/>
              </a:rPr>
              <a:t> </a:t>
            </a:r>
            <a:r>
              <a:rPr sz="1200" spc="-5" dirty="0">
                <a:solidFill>
                  <a:srgbClr val="538235"/>
                </a:solidFill>
                <a:latin typeface="Tahoma"/>
                <a:cs typeface="Tahoma"/>
              </a:rPr>
              <a:t>because</a:t>
            </a:r>
            <a:r>
              <a:rPr sz="1200" spc="25" dirty="0">
                <a:solidFill>
                  <a:srgbClr val="538235"/>
                </a:solidFill>
                <a:latin typeface="Tahoma"/>
                <a:cs typeface="Tahoma"/>
              </a:rPr>
              <a:t> </a:t>
            </a:r>
            <a:r>
              <a:rPr sz="1200" dirty="0">
                <a:solidFill>
                  <a:srgbClr val="538235"/>
                </a:solidFill>
                <a:latin typeface="Tahoma"/>
                <a:cs typeface="Tahoma"/>
              </a:rPr>
              <a:t>the </a:t>
            </a:r>
            <a:r>
              <a:rPr sz="1200" spc="-5" dirty="0">
                <a:solidFill>
                  <a:srgbClr val="538235"/>
                </a:solidFill>
                <a:latin typeface="Tahoma"/>
                <a:cs typeface="Tahoma"/>
              </a:rPr>
              <a:t>power</a:t>
            </a:r>
            <a:r>
              <a:rPr sz="1200" spc="10"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00" dirty="0">
                <a:solidFill>
                  <a:srgbClr val="538235"/>
                </a:solidFill>
                <a:latin typeface="Tahoma"/>
                <a:cs typeface="Tahoma"/>
              </a:rPr>
              <a:t>3 </a:t>
            </a:r>
            <a:r>
              <a:rPr sz="1200" spc="-5" dirty="0">
                <a:solidFill>
                  <a:srgbClr val="538235"/>
                </a:solidFill>
                <a:latin typeface="Tahoma"/>
                <a:cs typeface="Tahoma"/>
              </a:rPr>
              <a:t>are</a:t>
            </a:r>
            <a:r>
              <a:rPr sz="1200" dirty="0">
                <a:solidFill>
                  <a:srgbClr val="538235"/>
                </a:solidFill>
                <a:latin typeface="Tahoma"/>
                <a:cs typeface="Tahoma"/>
              </a:rPr>
              <a:t> </a:t>
            </a:r>
            <a:r>
              <a:rPr sz="1200" spc="-5" dirty="0">
                <a:solidFill>
                  <a:srgbClr val="538235"/>
                </a:solidFill>
                <a:latin typeface="Tahoma"/>
                <a:cs typeface="Tahoma"/>
              </a:rPr>
              <a:t>1,</a:t>
            </a:r>
            <a:r>
              <a:rPr sz="1200" spc="5" dirty="0">
                <a:solidFill>
                  <a:srgbClr val="538235"/>
                </a:solidFill>
                <a:latin typeface="Tahoma"/>
                <a:cs typeface="Tahoma"/>
              </a:rPr>
              <a:t> </a:t>
            </a:r>
            <a:r>
              <a:rPr sz="1200" spc="-5" dirty="0">
                <a:solidFill>
                  <a:srgbClr val="538235"/>
                </a:solidFill>
                <a:latin typeface="Tahoma"/>
                <a:cs typeface="Tahoma"/>
              </a:rPr>
              <a:t>3,</a:t>
            </a:r>
            <a:r>
              <a:rPr sz="1200" spc="-20" dirty="0">
                <a:solidFill>
                  <a:srgbClr val="538235"/>
                </a:solidFill>
                <a:latin typeface="Tahoma"/>
                <a:cs typeface="Tahoma"/>
              </a:rPr>
              <a:t> </a:t>
            </a:r>
            <a:r>
              <a:rPr sz="1200" spc="-5" dirty="0">
                <a:solidFill>
                  <a:srgbClr val="538235"/>
                </a:solidFill>
                <a:latin typeface="Tahoma"/>
                <a:cs typeface="Tahoma"/>
              </a:rPr>
              <a:t>2,</a:t>
            </a:r>
            <a:r>
              <a:rPr sz="1200" spc="5" dirty="0">
                <a:solidFill>
                  <a:srgbClr val="538235"/>
                </a:solidFill>
                <a:latin typeface="Tahoma"/>
                <a:cs typeface="Tahoma"/>
              </a:rPr>
              <a:t> </a:t>
            </a:r>
            <a:r>
              <a:rPr sz="1200" spc="-5" dirty="0">
                <a:solidFill>
                  <a:srgbClr val="538235"/>
                </a:solidFill>
                <a:latin typeface="Tahoma"/>
                <a:cs typeface="Tahoma"/>
              </a:rPr>
              <a:t>6,</a:t>
            </a:r>
            <a:r>
              <a:rPr sz="1200" spc="10" dirty="0">
                <a:solidFill>
                  <a:srgbClr val="538235"/>
                </a:solidFill>
                <a:latin typeface="Tahoma"/>
                <a:cs typeface="Tahoma"/>
              </a:rPr>
              <a:t> </a:t>
            </a:r>
            <a:r>
              <a:rPr sz="1200" spc="-5" dirty="0">
                <a:solidFill>
                  <a:srgbClr val="538235"/>
                </a:solidFill>
                <a:latin typeface="Tahoma"/>
                <a:cs typeface="Tahoma"/>
              </a:rPr>
              <a:t>4,</a:t>
            </a:r>
            <a:r>
              <a:rPr sz="1200" spc="-20" dirty="0">
                <a:solidFill>
                  <a:srgbClr val="538235"/>
                </a:solidFill>
                <a:latin typeface="Tahoma"/>
                <a:cs typeface="Tahoma"/>
              </a:rPr>
              <a:t> </a:t>
            </a:r>
            <a:r>
              <a:rPr sz="1200" spc="-5" dirty="0">
                <a:solidFill>
                  <a:srgbClr val="538235"/>
                </a:solidFill>
                <a:latin typeface="Tahoma"/>
                <a:cs typeface="Tahoma"/>
              </a:rPr>
              <a:t>5.</a:t>
            </a:r>
            <a:endParaRPr sz="1200">
              <a:latin typeface="Tahoma"/>
              <a:cs typeface="Tahoma"/>
            </a:endParaRPr>
          </a:p>
          <a:p>
            <a:pPr>
              <a:lnSpc>
                <a:spcPct val="100000"/>
              </a:lnSpc>
              <a:spcBef>
                <a:spcPts val="5"/>
              </a:spcBef>
            </a:pPr>
            <a:endParaRPr sz="1250">
              <a:latin typeface="Tahoma"/>
              <a:cs typeface="Tahoma"/>
            </a:endParaRPr>
          </a:p>
          <a:p>
            <a:pPr marL="12700">
              <a:lnSpc>
                <a:spcPct val="100000"/>
              </a:lnSpc>
            </a:pPr>
            <a:r>
              <a:rPr sz="1200" spc="-5" dirty="0">
                <a:solidFill>
                  <a:srgbClr val="538235"/>
                </a:solidFill>
                <a:latin typeface="Tahoma"/>
                <a:cs typeface="Tahoma"/>
              </a:rPr>
              <a:t>1,</a:t>
            </a:r>
            <a:r>
              <a:rPr sz="1200" spc="-10" dirty="0">
                <a:solidFill>
                  <a:srgbClr val="538235"/>
                </a:solidFill>
                <a:latin typeface="Tahoma"/>
                <a:cs typeface="Tahoma"/>
              </a:rPr>
              <a:t> </a:t>
            </a:r>
            <a:r>
              <a:rPr sz="1200" spc="-5" dirty="0">
                <a:solidFill>
                  <a:srgbClr val="538235"/>
                </a:solidFill>
                <a:latin typeface="Tahoma"/>
                <a:cs typeface="Tahoma"/>
              </a:rPr>
              <a:t>3,</a:t>
            </a:r>
            <a:r>
              <a:rPr sz="1200" spc="-10" dirty="0">
                <a:solidFill>
                  <a:srgbClr val="538235"/>
                </a:solidFill>
                <a:latin typeface="Tahoma"/>
                <a:cs typeface="Tahoma"/>
              </a:rPr>
              <a:t> </a:t>
            </a:r>
            <a:r>
              <a:rPr sz="1200" spc="-5" dirty="0">
                <a:solidFill>
                  <a:srgbClr val="538235"/>
                </a:solidFill>
                <a:latin typeface="Tahoma"/>
                <a:cs typeface="Tahoma"/>
              </a:rPr>
              <a:t>32, </a:t>
            </a:r>
            <a:r>
              <a:rPr sz="1200" spc="-10" dirty="0">
                <a:solidFill>
                  <a:srgbClr val="538235"/>
                </a:solidFill>
                <a:latin typeface="Tahoma"/>
                <a:cs typeface="Tahoma"/>
              </a:rPr>
              <a:t>33,</a:t>
            </a:r>
            <a:r>
              <a:rPr sz="1200" spc="-35" dirty="0">
                <a:solidFill>
                  <a:srgbClr val="538235"/>
                </a:solidFill>
                <a:latin typeface="Tahoma"/>
                <a:cs typeface="Tahoma"/>
              </a:rPr>
              <a:t> </a:t>
            </a:r>
            <a:r>
              <a:rPr sz="1200" spc="-5" dirty="0">
                <a:solidFill>
                  <a:srgbClr val="538235"/>
                </a:solidFill>
                <a:latin typeface="Tahoma"/>
                <a:cs typeface="Tahoma"/>
              </a:rPr>
              <a:t>34</a:t>
            </a:r>
            <a:r>
              <a:rPr sz="1200" spc="-1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a:t>
            </a:r>
            <a:endParaRPr sz="1200">
              <a:latin typeface="Tahoma"/>
              <a:cs typeface="Tahoma"/>
            </a:endParaRPr>
          </a:p>
          <a:p>
            <a:pPr>
              <a:lnSpc>
                <a:spcPct val="100000"/>
              </a:lnSpc>
              <a:spcBef>
                <a:spcPts val="5"/>
              </a:spcBef>
            </a:pPr>
            <a:endParaRPr sz="1250">
              <a:latin typeface="Tahoma"/>
              <a:cs typeface="Tahoma"/>
            </a:endParaRPr>
          </a:p>
          <a:p>
            <a:pPr marL="12700">
              <a:lnSpc>
                <a:spcPct val="100000"/>
              </a:lnSpc>
            </a:pPr>
            <a:r>
              <a:rPr sz="1200" spc="-5" dirty="0">
                <a:solidFill>
                  <a:srgbClr val="538235"/>
                </a:solidFill>
                <a:latin typeface="Tahoma"/>
                <a:cs typeface="Tahoma"/>
              </a:rPr>
              <a:t>1, 3, </a:t>
            </a:r>
            <a:r>
              <a:rPr sz="1200" dirty="0">
                <a:solidFill>
                  <a:srgbClr val="538235"/>
                </a:solidFill>
                <a:latin typeface="Tahoma"/>
                <a:cs typeface="Tahoma"/>
              </a:rPr>
              <a:t>9</a:t>
            </a:r>
            <a:r>
              <a:rPr sz="1200" spc="-30"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spc="-55" dirty="0">
                <a:solidFill>
                  <a:srgbClr val="538235"/>
                </a:solidFill>
                <a:latin typeface="Tahoma"/>
                <a:cs typeface="Tahoma"/>
              </a:rPr>
              <a:t>7,</a:t>
            </a:r>
            <a:r>
              <a:rPr sz="1200" spc="-5" dirty="0">
                <a:solidFill>
                  <a:srgbClr val="538235"/>
                </a:solidFill>
                <a:latin typeface="Tahoma"/>
                <a:cs typeface="Tahoma"/>
              </a:rPr>
              <a:t> 27 </a:t>
            </a:r>
            <a:r>
              <a:rPr sz="1200" dirty="0">
                <a:solidFill>
                  <a:srgbClr val="538235"/>
                </a:solidFill>
                <a:latin typeface="Tahoma"/>
                <a:cs typeface="Tahoma"/>
              </a:rPr>
              <a:t>mod</a:t>
            </a:r>
            <a:r>
              <a:rPr sz="1200" spc="-20" dirty="0">
                <a:solidFill>
                  <a:srgbClr val="538235"/>
                </a:solidFill>
                <a:latin typeface="Tahoma"/>
                <a:cs typeface="Tahoma"/>
              </a:rPr>
              <a:t> </a:t>
            </a:r>
            <a:r>
              <a:rPr sz="1200" spc="-55" dirty="0">
                <a:solidFill>
                  <a:srgbClr val="538235"/>
                </a:solidFill>
                <a:latin typeface="Tahoma"/>
                <a:cs typeface="Tahoma"/>
              </a:rPr>
              <a:t>7,</a:t>
            </a:r>
            <a:r>
              <a:rPr sz="1200" dirty="0">
                <a:solidFill>
                  <a:srgbClr val="538235"/>
                </a:solidFill>
                <a:latin typeface="Tahoma"/>
                <a:cs typeface="Tahoma"/>
              </a:rPr>
              <a:t> </a:t>
            </a:r>
            <a:r>
              <a:rPr sz="1200" spc="-5" dirty="0">
                <a:solidFill>
                  <a:srgbClr val="538235"/>
                </a:solidFill>
                <a:latin typeface="Tahoma"/>
                <a:cs typeface="Tahoma"/>
              </a:rPr>
              <a:t>31</a:t>
            </a:r>
            <a:r>
              <a:rPr sz="1200" spc="-10" dirty="0">
                <a:solidFill>
                  <a:srgbClr val="538235"/>
                </a:solidFill>
                <a:latin typeface="Tahoma"/>
                <a:cs typeface="Tahoma"/>
              </a:rPr>
              <a:t> </a:t>
            </a:r>
            <a:r>
              <a:rPr sz="1200" dirty="0">
                <a:solidFill>
                  <a:srgbClr val="538235"/>
                </a:solidFill>
                <a:latin typeface="Tahoma"/>
                <a:cs typeface="Tahoma"/>
              </a:rPr>
              <a:t>mod 7</a:t>
            </a:r>
            <a:endParaRPr sz="1200">
              <a:latin typeface="Tahoma"/>
              <a:cs typeface="Tahoma"/>
            </a:endParaRPr>
          </a:p>
          <a:p>
            <a:pPr>
              <a:lnSpc>
                <a:spcPct val="100000"/>
              </a:lnSpc>
              <a:spcBef>
                <a:spcPts val="25"/>
              </a:spcBef>
            </a:pPr>
            <a:endParaRPr sz="1250">
              <a:latin typeface="Tahoma"/>
              <a:cs typeface="Tahoma"/>
            </a:endParaRPr>
          </a:p>
          <a:p>
            <a:pPr marL="12700">
              <a:lnSpc>
                <a:spcPct val="100000"/>
              </a:lnSpc>
              <a:spcBef>
                <a:spcPts val="5"/>
              </a:spcBef>
            </a:pPr>
            <a:r>
              <a:rPr sz="1200" spc="-5" dirty="0">
                <a:solidFill>
                  <a:srgbClr val="538235"/>
                </a:solidFill>
                <a:latin typeface="Tahoma"/>
                <a:cs typeface="Tahoma"/>
              </a:rPr>
              <a:t>1,</a:t>
            </a:r>
            <a:r>
              <a:rPr sz="1200" spc="-15" dirty="0">
                <a:solidFill>
                  <a:srgbClr val="538235"/>
                </a:solidFill>
                <a:latin typeface="Tahoma"/>
                <a:cs typeface="Tahoma"/>
              </a:rPr>
              <a:t> </a:t>
            </a:r>
            <a:r>
              <a:rPr sz="1200" spc="-5" dirty="0">
                <a:solidFill>
                  <a:srgbClr val="538235"/>
                </a:solidFill>
                <a:latin typeface="Tahoma"/>
                <a:cs typeface="Tahoma"/>
              </a:rPr>
              <a:t>3,</a:t>
            </a:r>
            <a:r>
              <a:rPr sz="1200" spc="-10" dirty="0">
                <a:solidFill>
                  <a:srgbClr val="538235"/>
                </a:solidFill>
                <a:latin typeface="Tahoma"/>
                <a:cs typeface="Tahoma"/>
              </a:rPr>
              <a:t> </a:t>
            </a:r>
            <a:r>
              <a:rPr sz="1200" spc="-5" dirty="0">
                <a:solidFill>
                  <a:srgbClr val="538235"/>
                </a:solidFill>
                <a:latin typeface="Tahoma"/>
                <a:cs typeface="Tahoma"/>
              </a:rPr>
              <a:t>2,</a:t>
            </a:r>
            <a:r>
              <a:rPr sz="1200" spc="-35" dirty="0">
                <a:solidFill>
                  <a:srgbClr val="538235"/>
                </a:solidFill>
                <a:latin typeface="Tahoma"/>
                <a:cs typeface="Tahoma"/>
              </a:rPr>
              <a:t> </a:t>
            </a:r>
            <a:r>
              <a:rPr sz="1200" spc="-5" dirty="0">
                <a:solidFill>
                  <a:srgbClr val="538235"/>
                </a:solidFill>
                <a:latin typeface="Tahoma"/>
                <a:cs typeface="Tahoma"/>
              </a:rPr>
              <a:t>6,</a:t>
            </a:r>
            <a:r>
              <a:rPr sz="1200" spc="-15" dirty="0">
                <a:solidFill>
                  <a:srgbClr val="538235"/>
                </a:solidFill>
                <a:latin typeface="Tahoma"/>
                <a:cs typeface="Tahoma"/>
              </a:rPr>
              <a:t> </a:t>
            </a:r>
            <a:r>
              <a:rPr sz="1200" spc="-5" dirty="0">
                <a:solidFill>
                  <a:srgbClr val="538235"/>
                </a:solidFill>
                <a:latin typeface="Tahoma"/>
                <a:cs typeface="Tahoma"/>
              </a:rPr>
              <a:t>4,</a:t>
            </a:r>
            <a:r>
              <a:rPr sz="1200" spc="-10" dirty="0">
                <a:solidFill>
                  <a:srgbClr val="538235"/>
                </a:solidFill>
                <a:latin typeface="Tahoma"/>
                <a:cs typeface="Tahoma"/>
              </a:rPr>
              <a:t> </a:t>
            </a:r>
            <a:r>
              <a:rPr sz="1200" spc="-5" dirty="0">
                <a:solidFill>
                  <a:srgbClr val="538235"/>
                </a:solidFill>
                <a:latin typeface="Tahoma"/>
                <a:cs typeface="Tahoma"/>
              </a:rPr>
              <a:t>5.</a:t>
            </a:r>
            <a:endParaRPr sz="1200">
              <a:latin typeface="Tahoma"/>
              <a:cs typeface="Tahoma"/>
            </a:endParaRPr>
          </a:p>
          <a:p>
            <a:pPr>
              <a:lnSpc>
                <a:spcPct val="100000"/>
              </a:lnSpc>
            </a:pPr>
            <a:endParaRPr sz="1250">
              <a:latin typeface="Tahoma"/>
              <a:cs typeface="Tahoma"/>
            </a:endParaRPr>
          </a:p>
          <a:p>
            <a:pPr marL="12700">
              <a:lnSpc>
                <a:spcPct val="100000"/>
              </a:lnSpc>
            </a:pPr>
            <a:r>
              <a:rPr sz="1200" b="1" spc="-5" dirty="0">
                <a:solidFill>
                  <a:srgbClr val="538235"/>
                </a:solidFill>
                <a:latin typeface="Tahoma"/>
                <a:cs typeface="Tahoma"/>
              </a:rPr>
              <a:t>Example</a:t>
            </a:r>
            <a:r>
              <a:rPr sz="1200" b="1" spc="-50" dirty="0">
                <a:solidFill>
                  <a:srgbClr val="538235"/>
                </a:solidFill>
                <a:latin typeface="Tahoma"/>
                <a:cs typeface="Tahoma"/>
              </a:rPr>
              <a:t> </a:t>
            </a:r>
            <a:r>
              <a:rPr sz="1200" b="1" dirty="0">
                <a:solidFill>
                  <a:srgbClr val="538235"/>
                </a:solidFill>
                <a:latin typeface="Tahoma"/>
                <a:cs typeface="Tahoma"/>
              </a:rPr>
              <a:t>2:</a:t>
            </a:r>
            <a:endParaRPr sz="1200">
              <a:latin typeface="Tahoma"/>
              <a:cs typeface="Tahoma"/>
            </a:endParaRPr>
          </a:p>
          <a:p>
            <a:pPr marL="12700" marR="1113155">
              <a:lnSpc>
                <a:spcPts val="2980"/>
              </a:lnSpc>
              <a:spcBef>
                <a:spcPts val="330"/>
              </a:spcBef>
            </a:pPr>
            <a:r>
              <a:rPr sz="1200" dirty="0">
                <a:solidFill>
                  <a:srgbClr val="538235"/>
                </a:solidFill>
                <a:latin typeface="Tahoma"/>
                <a:cs typeface="Tahoma"/>
              </a:rPr>
              <a:t>If</a:t>
            </a:r>
            <a:r>
              <a:rPr sz="1200" spc="5" dirty="0">
                <a:solidFill>
                  <a:srgbClr val="538235"/>
                </a:solidFill>
                <a:latin typeface="Tahoma"/>
                <a:cs typeface="Tahoma"/>
              </a:rPr>
              <a:t> </a:t>
            </a:r>
            <a:r>
              <a:rPr sz="1200" dirty="0">
                <a:solidFill>
                  <a:srgbClr val="538235"/>
                </a:solidFill>
                <a:latin typeface="Tahoma"/>
                <a:cs typeface="Tahoma"/>
              </a:rPr>
              <a:t>P</a:t>
            </a:r>
            <a:r>
              <a:rPr sz="1200" spc="-10"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13,</a:t>
            </a:r>
            <a:r>
              <a:rPr sz="1200" dirty="0">
                <a:solidFill>
                  <a:srgbClr val="538235"/>
                </a:solidFill>
                <a:latin typeface="Tahoma"/>
                <a:cs typeface="Tahoma"/>
              </a:rPr>
              <a:t> then</a:t>
            </a:r>
            <a:r>
              <a:rPr sz="1200" spc="10" dirty="0">
                <a:solidFill>
                  <a:srgbClr val="538235"/>
                </a:solidFill>
                <a:latin typeface="Tahoma"/>
                <a:cs typeface="Tahoma"/>
              </a:rPr>
              <a:t> </a:t>
            </a:r>
            <a:r>
              <a:rPr sz="1200" dirty="0">
                <a:solidFill>
                  <a:srgbClr val="538235"/>
                </a:solidFill>
                <a:latin typeface="Tahoma"/>
                <a:cs typeface="Tahoma"/>
              </a:rPr>
              <a:t>2</a:t>
            </a:r>
            <a:r>
              <a:rPr sz="1200" spc="-5" dirty="0">
                <a:solidFill>
                  <a:srgbClr val="538235"/>
                </a:solidFill>
                <a:latin typeface="Tahoma"/>
                <a:cs typeface="Tahoma"/>
              </a:rPr>
              <a:t> </a:t>
            </a:r>
            <a:r>
              <a:rPr sz="1200" spc="-10" dirty="0">
                <a:solidFill>
                  <a:srgbClr val="538235"/>
                </a:solidFill>
                <a:latin typeface="Tahoma"/>
                <a:cs typeface="Tahoma"/>
              </a:rPr>
              <a:t>is</a:t>
            </a:r>
            <a:r>
              <a:rPr sz="1200" dirty="0">
                <a:solidFill>
                  <a:srgbClr val="538235"/>
                </a:solidFill>
                <a:latin typeface="Tahoma"/>
                <a:cs typeface="Tahoma"/>
              </a:rPr>
              <a:t> a</a:t>
            </a:r>
            <a:r>
              <a:rPr sz="1200" spc="-5" dirty="0">
                <a:solidFill>
                  <a:srgbClr val="538235"/>
                </a:solidFill>
                <a:latin typeface="Tahoma"/>
                <a:cs typeface="Tahoma"/>
              </a:rPr>
              <a:t> primitive</a:t>
            </a:r>
            <a:r>
              <a:rPr sz="1200" spc="30" dirty="0">
                <a:solidFill>
                  <a:srgbClr val="538235"/>
                </a:solidFill>
                <a:latin typeface="Tahoma"/>
                <a:cs typeface="Tahoma"/>
              </a:rPr>
              <a:t> </a:t>
            </a:r>
            <a:r>
              <a:rPr sz="1200" spc="-5" dirty="0">
                <a:solidFill>
                  <a:srgbClr val="538235"/>
                </a:solidFill>
                <a:latin typeface="Tahoma"/>
                <a:cs typeface="Tahoma"/>
              </a:rPr>
              <a:t>root</a:t>
            </a:r>
            <a:r>
              <a:rPr sz="1200" spc="-20" dirty="0">
                <a:solidFill>
                  <a:srgbClr val="538235"/>
                </a:solidFill>
                <a:latin typeface="Tahoma"/>
                <a:cs typeface="Tahoma"/>
              </a:rPr>
              <a:t> </a:t>
            </a:r>
            <a:r>
              <a:rPr sz="1200" spc="-5" dirty="0">
                <a:solidFill>
                  <a:srgbClr val="538235"/>
                </a:solidFill>
                <a:latin typeface="Tahoma"/>
                <a:cs typeface="Tahoma"/>
              </a:rPr>
              <a:t>for</a:t>
            </a:r>
            <a:r>
              <a:rPr sz="1200" spc="10" dirty="0">
                <a:solidFill>
                  <a:srgbClr val="538235"/>
                </a:solidFill>
                <a:latin typeface="Tahoma"/>
                <a:cs typeface="Tahoma"/>
              </a:rPr>
              <a:t> </a:t>
            </a:r>
            <a:r>
              <a:rPr sz="1200" dirty="0">
                <a:solidFill>
                  <a:srgbClr val="538235"/>
                </a:solidFill>
                <a:latin typeface="Tahoma"/>
                <a:cs typeface="Tahoma"/>
              </a:rPr>
              <a:t>P</a:t>
            </a:r>
            <a:r>
              <a:rPr sz="1200" spc="-10" dirty="0">
                <a:solidFill>
                  <a:srgbClr val="538235"/>
                </a:solidFill>
                <a:latin typeface="Tahoma"/>
                <a:cs typeface="Tahoma"/>
              </a:rPr>
              <a:t> </a:t>
            </a:r>
            <a:r>
              <a:rPr sz="1200" spc="-5" dirty="0">
                <a:solidFill>
                  <a:srgbClr val="538235"/>
                </a:solidFill>
                <a:latin typeface="Tahoma"/>
                <a:cs typeface="Tahoma"/>
              </a:rPr>
              <a:t>because</a:t>
            </a:r>
            <a:r>
              <a:rPr sz="1200" spc="25" dirty="0">
                <a:solidFill>
                  <a:srgbClr val="538235"/>
                </a:solidFill>
                <a:latin typeface="Tahoma"/>
                <a:cs typeface="Tahoma"/>
              </a:rPr>
              <a:t> </a:t>
            </a:r>
            <a:r>
              <a:rPr sz="1200" dirty="0">
                <a:solidFill>
                  <a:srgbClr val="538235"/>
                </a:solidFill>
                <a:latin typeface="Tahoma"/>
                <a:cs typeface="Tahoma"/>
              </a:rPr>
              <a:t>the </a:t>
            </a:r>
            <a:r>
              <a:rPr sz="1200" spc="-5" dirty="0">
                <a:solidFill>
                  <a:srgbClr val="538235"/>
                </a:solidFill>
                <a:latin typeface="Tahoma"/>
                <a:cs typeface="Tahoma"/>
              </a:rPr>
              <a:t>power</a:t>
            </a:r>
            <a:r>
              <a:rPr sz="1200" spc="10" dirty="0">
                <a:solidFill>
                  <a:srgbClr val="538235"/>
                </a:solidFill>
                <a:latin typeface="Tahoma"/>
                <a:cs typeface="Tahoma"/>
              </a:rPr>
              <a:t> </a:t>
            </a:r>
            <a:r>
              <a:rPr sz="1200" spc="-5" dirty="0">
                <a:solidFill>
                  <a:srgbClr val="538235"/>
                </a:solidFill>
                <a:latin typeface="Tahoma"/>
                <a:cs typeface="Tahoma"/>
              </a:rPr>
              <a:t>of</a:t>
            </a:r>
            <a:r>
              <a:rPr sz="1200" spc="5" dirty="0">
                <a:solidFill>
                  <a:srgbClr val="538235"/>
                </a:solidFill>
                <a:latin typeface="Tahoma"/>
                <a:cs typeface="Tahoma"/>
              </a:rPr>
              <a:t> </a:t>
            </a:r>
            <a:r>
              <a:rPr sz="1200" dirty="0">
                <a:solidFill>
                  <a:srgbClr val="538235"/>
                </a:solidFill>
                <a:latin typeface="Tahoma"/>
                <a:cs typeface="Tahoma"/>
              </a:rPr>
              <a:t>2</a:t>
            </a:r>
            <a:r>
              <a:rPr sz="1200" spc="-25" dirty="0">
                <a:solidFill>
                  <a:srgbClr val="538235"/>
                </a:solidFill>
                <a:latin typeface="Tahoma"/>
                <a:cs typeface="Tahoma"/>
              </a:rPr>
              <a:t> </a:t>
            </a:r>
            <a:r>
              <a:rPr sz="1200" dirty="0">
                <a:solidFill>
                  <a:srgbClr val="538235"/>
                </a:solidFill>
                <a:latin typeface="Tahoma"/>
                <a:cs typeface="Tahoma"/>
              </a:rPr>
              <a:t>are </a:t>
            </a:r>
            <a:r>
              <a:rPr sz="1200" spc="-360" dirty="0">
                <a:solidFill>
                  <a:srgbClr val="538235"/>
                </a:solidFill>
                <a:latin typeface="Tahoma"/>
                <a:cs typeface="Tahoma"/>
              </a:rPr>
              <a:t> </a:t>
            </a:r>
            <a:r>
              <a:rPr sz="1200" spc="-5" dirty="0">
                <a:solidFill>
                  <a:srgbClr val="538235"/>
                </a:solidFill>
                <a:latin typeface="Tahoma"/>
                <a:cs typeface="Tahoma"/>
              </a:rPr>
              <a:t>1,</a:t>
            </a:r>
            <a:r>
              <a:rPr sz="1200" dirty="0">
                <a:solidFill>
                  <a:srgbClr val="538235"/>
                </a:solidFill>
                <a:latin typeface="Tahoma"/>
                <a:cs typeface="Tahoma"/>
              </a:rPr>
              <a:t> </a:t>
            </a:r>
            <a:r>
              <a:rPr sz="1200" spc="-5" dirty="0">
                <a:solidFill>
                  <a:srgbClr val="538235"/>
                </a:solidFill>
                <a:latin typeface="Tahoma"/>
                <a:cs typeface="Tahoma"/>
              </a:rPr>
              <a:t>2,</a:t>
            </a:r>
            <a:r>
              <a:rPr sz="1200" spc="5" dirty="0">
                <a:solidFill>
                  <a:srgbClr val="538235"/>
                </a:solidFill>
                <a:latin typeface="Tahoma"/>
                <a:cs typeface="Tahoma"/>
              </a:rPr>
              <a:t> </a:t>
            </a:r>
            <a:r>
              <a:rPr sz="1200" spc="-5" dirty="0">
                <a:solidFill>
                  <a:srgbClr val="538235"/>
                </a:solidFill>
                <a:latin typeface="Tahoma"/>
                <a:cs typeface="Tahoma"/>
              </a:rPr>
              <a:t>22,</a:t>
            </a:r>
            <a:r>
              <a:rPr sz="1200" spc="5" dirty="0">
                <a:solidFill>
                  <a:srgbClr val="538235"/>
                </a:solidFill>
                <a:latin typeface="Tahoma"/>
                <a:cs typeface="Tahoma"/>
              </a:rPr>
              <a:t> </a:t>
            </a:r>
            <a:r>
              <a:rPr sz="1200" spc="-10" dirty="0">
                <a:solidFill>
                  <a:srgbClr val="538235"/>
                </a:solidFill>
                <a:latin typeface="Tahoma"/>
                <a:cs typeface="Tahoma"/>
              </a:rPr>
              <a:t>23,</a:t>
            </a:r>
            <a:r>
              <a:rPr sz="1200" spc="-25" dirty="0">
                <a:solidFill>
                  <a:srgbClr val="538235"/>
                </a:solidFill>
                <a:latin typeface="Tahoma"/>
                <a:cs typeface="Tahoma"/>
              </a:rPr>
              <a:t> </a:t>
            </a:r>
            <a:r>
              <a:rPr sz="1200" spc="-5" dirty="0">
                <a:solidFill>
                  <a:srgbClr val="538235"/>
                </a:solidFill>
                <a:latin typeface="Tahoma"/>
                <a:cs typeface="Tahoma"/>
              </a:rPr>
              <a:t>24</a:t>
            </a:r>
            <a:r>
              <a:rPr sz="1200" dirty="0">
                <a:solidFill>
                  <a:srgbClr val="538235"/>
                </a:solidFill>
                <a:latin typeface="Tahoma"/>
                <a:cs typeface="Tahoma"/>
              </a:rPr>
              <a:t> ,</a:t>
            </a:r>
            <a:r>
              <a:rPr sz="1200" spc="5" dirty="0">
                <a:solidFill>
                  <a:srgbClr val="538235"/>
                </a:solidFill>
                <a:latin typeface="Tahoma"/>
                <a:cs typeface="Tahoma"/>
              </a:rPr>
              <a:t> </a:t>
            </a:r>
            <a:r>
              <a:rPr sz="1200" spc="-5" dirty="0">
                <a:solidFill>
                  <a:srgbClr val="538235"/>
                </a:solidFill>
                <a:latin typeface="Tahoma"/>
                <a:cs typeface="Tahoma"/>
              </a:rPr>
              <a:t>25</a:t>
            </a:r>
            <a:r>
              <a:rPr sz="1200" dirty="0">
                <a:solidFill>
                  <a:srgbClr val="538235"/>
                </a:solidFill>
                <a:latin typeface="Tahoma"/>
                <a:cs typeface="Tahoma"/>
              </a:rPr>
              <a:t> ,</a:t>
            </a:r>
            <a:r>
              <a:rPr sz="1200" spc="-25" dirty="0">
                <a:solidFill>
                  <a:srgbClr val="538235"/>
                </a:solidFill>
                <a:latin typeface="Tahoma"/>
                <a:cs typeface="Tahoma"/>
              </a:rPr>
              <a:t> </a:t>
            </a:r>
            <a:r>
              <a:rPr sz="1200" spc="-5" dirty="0">
                <a:solidFill>
                  <a:srgbClr val="538235"/>
                </a:solidFill>
                <a:latin typeface="Tahoma"/>
                <a:cs typeface="Tahoma"/>
              </a:rPr>
              <a:t>26</a:t>
            </a:r>
            <a:r>
              <a:rPr sz="1200" dirty="0">
                <a:solidFill>
                  <a:srgbClr val="538235"/>
                </a:solidFill>
                <a:latin typeface="Tahoma"/>
                <a:cs typeface="Tahoma"/>
              </a:rPr>
              <a:t> ,</a:t>
            </a:r>
            <a:r>
              <a:rPr sz="1200" spc="5" dirty="0">
                <a:solidFill>
                  <a:srgbClr val="538235"/>
                </a:solidFill>
                <a:latin typeface="Tahoma"/>
                <a:cs typeface="Tahoma"/>
              </a:rPr>
              <a:t> </a:t>
            </a:r>
            <a:r>
              <a:rPr sz="1200" dirty="0">
                <a:solidFill>
                  <a:srgbClr val="538235"/>
                </a:solidFill>
                <a:latin typeface="Tahoma"/>
                <a:cs typeface="Tahoma"/>
              </a:rPr>
              <a:t>…</a:t>
            </a:r>
            <a:endParaRPr sz="1200">
              <a:latin typeface="Tahoma"/>
              <a:cs typeface="Tahoma"/>
            </a:endParaRPr>
          </a:p>
          <a:p>
            <a:pPr marL="12700">
              <a:lnSpc>
                <a:spcPct val="100000"/>
              </a:lnSpc>
              <a:spcBef>
                <a:spcPts val="1155"/>
              </a:spcBef>
            </a:pPr>
            <a:r>
              <a:rPr sz="1200" spc="-5" dirty="0">
                <a:solidFill>
                  <a:srgbClr val="538235"/>
                </a:solidFill>
                <a:latin typeface="Tahoma"/>
                <a:cs typeface="Tahoma"/>
              </a:rPr>
              <a:t>1,</a:t>
            </a:r>
            <a:r>
              <a:rPr sz="1200" dirty="0">
                <a:solidFill>
                  <a:srgbClr val="538235"/>
                </a:solidFill>
                <a:latin typeface="Tahoma"/>
                <a:cs typeface="Tahoma"/>
              </a:rPr>
              <a:t> </a:t>
            </a:r>
            <a:r>
              <a:rPr sz="1200" spc="-5" dirty="0">
                <a:solidFill>
                  <a:srgbClr val="538235"/>
                </a:solidFill>
                <a:latin typeface="Tahoma"/>
                <a:cs typeface="Tahoma"/>
              </a:rPr>
              <a:t>2,</a:t>
            </a:r>
            <a:r>
              <a:rPr sz="1200" spc="5" dirty="0">
                <a:solidFill>
                  <a:srgbClr val="538235"/>
                </a:solidFill>
                <a:latin typeface="Tahoma"/>
                <a:cs typeface="Tahoma"/>
              </a:rPr>
              <a:t> </a:t>
            </a:r>
            <a:r>
              <a:rPr sz="1200" dirty="0">
                <a:solidFill>
                  <a:srgbClr val="538235"/>
                </a:solidFill>
                <a:latin typeface="Tahoma"/>
                <a:cs typeface="Tahoma"/>
              </a:rPr>
              <a:t>4</a:t>
            </a:r>
            <a:r>
              <a:rPr sz="1200" spc="-30"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spc="-10" dirty="0">
                <a:solidFill>
                  <a:srgbClr val="538235"/>
                </a:solidFill>
                <a:latin typeface="Tahoma"/>
                <a:cs typeface="Tahoma"/>
              </a:rPr>
              <a:t>13,</a:t>
            </a:r>
            <a:r>
              <a:rPr sz="1200" dirty="0">
                <a:solidFill>
                  <a:srgbClr val="538235"/>
                </a:solidFill>
                <a:latin typeface="Tahoma"/>
                <a:cs typeface="Tahoma"/>
              </a:rPr>
              <a:t> 8</a:t>
            </a:r>
            <a:r>
              <a:rPr sz="1200" spc="-25"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spc="-10" dirty="0">
                <a:solidFill>
                  <a:srgbClr val="538235"/>
                </a:solidFill>
                <a:latin typeface="Tahoma"/>
                <a:cs typeface="Tahoma"/>
              </a:rPr>
              <a:t>13,</a:t>
            </a:r>
            <a:r>
              <a:rPr sz="1200" spc="5" dirty="0">
                <a:solidFill>
                  <a:srgbClr val="538235"/>
                </a:solidFill>
                <a:latin typeface="Tahoma"/>
                <a:cs typeface="Tahoma"/>
              </a:rPr>
              <a:t> </a:t>
            </a:r>
            <a:r>
              <a:rPr sz="1200" spc="-5" dirty="0">
                <a:solidFill>
                  <a:srgbClr val="538235"/>
                </a:solidFill>
                <a:latin typeface="Tahoma"/>
                <a:cs typeface="Tahoma"/>
              </a:rPr>
              <a:t>16 </a:t>
            </a:r>
            <a:r>
              <a:rPr sz="1200" dirty="0">
                <a:solidFill>
                  <a:srgbClr val="538235"/>
                </a:solidFill>
                <a:latin typeface="Tahoma"/>
                <a:cs typeface="Tahoma"/>
              </a:rPr>
              <a:t>mod</a:t>
            </a:r>
            <a:r>
              <a:rPr sz="1200" spc="-10" dirty="0">
                <a:solidFill>
                  <a:srgbClr val="538235"/>
                </a:solidFill>
                <a:latin typeface="Tahoma"/>
                <a:cs typeface="Tahoma"/>
              </a:rPr>
              <a:t> </a:t>
            </a:r>
            <a:r>
              <a:rPr sz="1200" spc="-5" dirty="0">
                <a:solidFill>
                  <a:srgbClr val="538235"/>
                </a:solidFill>
                <a:latin typeface="Tahoma"/>
                <a:cs typeface="Tahoma"/>
              </a:rPr>
              <a:t>13,</a:t>
            </a:r>
            <a:r>
              <a:rPr sz="1200" spc="5" dirty="0">
                <a:solidFill>
                  <a:srgbClr val="538235"/>
                </a:solidFill>
                <a:latin typeface="Tahoma"/>
                <a:cs typeface="Tahoma"/>
              </a:rPr>
              <a:t> </a:t>
            </a:r>
            <a:r>
              <a:rPr sz="1200" spc="-5" dirty="0">
                <a:solidFill>
                  <a:srgbClr val="538235"/>
                </a:solidFill>
                <a:latin typeface="Tahoma"/>
                <a:cs typeface="Tahoma"/>
              </a:rPr>
              <a:t>32 </a:t>
            </a:r>
            <a:r>
              <a:rPr sz="1200" dirty="0">
                <a:solidFill>
                  <a:srgbClr val="538235"/>
                </a:solidFill>
                <a:latin typeface="Tahoma"/>
                <a:cs typeface="Tahoma"/>
              </a:rPr>
              <a:t>mod</a:t>
            </a:r>
            <a:r>
              <a:rPr sz="1200" spc="-10" dirty="0">
                <a:solidFill>
                  <a:srgbClr val="538235"/>
                </a:solidFill>
                <a:latin typeface="Tahoma"/>
                <a:cs typeface="Tahoma"/>
              </a:rPr>
              <a:t> 13m</a:t>
            </a:r>
            <a:r>
              <a:rPr sz="1200" dirty="0">
                <a:solidFill>
                  <a:srgbClr val="538235"/>
                </a:solidFill>
                <a:latin typeface="Tahoma"/>
                <a:cs typeface="Tahoma"/>
              </a:rPr>
              <a:t> </a:t>
            </a:r>
            <a:r>
              <a:rPr sz="1200" spc="-10" dirty="0">
                <a:solidFill>
                  <a:srgbClr val="538235"/>
                </a:solidFill>
                <a:latin typeface="Tahoma"/>
                <a:cs typeface="Tahoma"/>
              </a:rPr>
              <a:t>128</a:t>
            </a:r>
            <a:r>
              <a:rPr sz="1200" dirty="0">
                <a:solidFill>
                  <a:srgbClr val="538235"/>
                </a:solidFill>
                <a:latin typeface="Tahoma"/>
                <a:cs typeface="Tahoma"/>
              </a:rPr>
              <a:t> mod</a:t>
            </a:r>
            <a:r>
              <a:rPr sz="1200" spc="5" dirty="0">
                <a:solidFill>
                  <a:srgbClr val="538235"/>
                </a:solidFill>
                <a:latin typeface="Tahoma"/>
                <a:cs typeface="Tahoma"/>
              </a:rPr>
              <a:t> </a:t>
            </a:r>
            <a:r>
              <a:rPr sz="1200" spc="-10" dirty="0">
                <a:solidFill>
                  <a:srgbClr val="538235"/>
                </a:solidFill>
                <a:latin typeface="Tahoma"/>
                <a:cs typeface="Tahoma"/>
              </a:rPr>
              <a:t>13,</a:t>
            </a:r>
            <a:r>
              <a:rPr sz="1200" spc="5" dirty="0">
                <a:solidFill>
                  <a:srgbClr val="538235"/>
                </a:solidFill>
                <a:latin typeface="Tahoma"/>
                <a:cs typeface="Tahoma"/>
              </a:rPr>
              <a:t> </a:t>
            </a:r>
            <a:r>
              <a:rPr sz="1200" spc="-5" dirty="0">
                <a:solidFill>
                  <a:srgbClr val="538235"/>
                </a:solidFill>
                <a:latin typeface="Tahoma"/>
                <a:cs typeface="Tahoma"/>
              </a:rPr>
              <a:t>256</a:t>
            </a:r>
            <a:r>
              <a:rPr sz="1200" spc="-30"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spc="-5" dirty="0">
                <a:solidFill>
                  <a:srgbClr val="538235"/>
                </a:solidFill>
                <a:latin typeface="Tahoma"/>
                <a:cs typeface="Tahoma"/>
              </a:rPr>
              <a:t>13</a:t>
            </a:r>
            <a:endParaRPr sz="1200">
              <a:latin typeface="Tahoma"/>
              <a:cs typeface="Tahoma"/>
            </a:endParaRPr>
          </a:p>
          <a:p>
            <a:pPr>
              <a:lnSpc>
                <a:spcPct val="100000"/>
              </a:lnSpc>
            </a:pPr>
            <a:endParaRPr sz="1250">
              <a:latin typeface="Tahoma"/>
              <a:cs typeface="Tahoma"/>
            </a:endParaRPr>
          </a:p>
          <a:p>
            <a:pPr marL="12700">
              <a:lnSpc>
                <a:spcPct val="100000"/>
              </a:lnSpc>
            </a:pPr>
            <a:r>
              <a:rPr sz="1200" spc="-5" dirty="0">
                <a:solidFill>
                  <a:srgbClr val="538235"/>
                </a:solidFill>
                <a:latin typeface="Tahoma"/>
                <a:cs typeface="Tahoma"/>
              </a:rPr>
              <a:t>1,</a:t>
            </a:r>
            <a:r>
              <a:rPr sz="1200" dirty="0">
                <a:solidFill>
                  <a:srgbClr val="538235"/>
                </a:solidFill>
                <a:latin typeface="Tahoma"/>
                <a:cs typeface="Tahoma"/>
              </a:rPr>
              <a:t> </a:t>
            </a:r>
            <a:r>
              <a:rPr sz="1200" spc="-5" dirty="0">
                <a:solidFill>
                  <a:srgbClr val="538235"/>
                </a:solidFill>
                <a:latin typeface="Tahoma"/>
                <a:cs typeface="Tahoma"/>
              </a:rPr>
              <a:t>2,</a:t>
            </a:r>
            <a:r>
              <a:rPr sz="1200" dirty="0">
                <a:solidFill>
                  <a:srgbClr val="538235"/>
                </a:solidFill>
                <a:latin typeface="Tahoma"/>
                <a:cs typeface="Tahoma"/>
              </a:rPr>
              <a:t> </a:t>
            </a:r>
            <a:r>
              <a:rPr sz="1200" spc="-5" dirty="0">
                <a:solidFill>
                  <a:srgbClr val="538235"/>
                </a:solidFill>
                <a:latin typeface="Tahoma"/>
                <a:cs typeface="Tahoma"/>
              </a:rPr>
              <a:t>4,</a:t>
            </a:r>
            <a:r>
              <a:rPr sz="1200" spc="-25" dirty="0">
                <a:solidFill>
                  <a:srgbClr val="538235"/>
                </a:solidFill>
                <a:latin typeface="Tahoma"/>
                <a:cs typeface="Tahoma"/>
              </a:rPr>
              <a:t> </a:t>
            </a:r>
            <a:r>
              <a:rPr sz="1200" spc="-5" dirty="0">
                <a:solidFill>
                  <a:srgbClr val="538235"/>
                </a:solidFill>
                <a:latin typeface="Tahoma"/>
                <a:cs typeface="Tahoma"/>
              </a:rPr>
              <a:t>8,</a:t>
            </a:r>
            <a:r>
              <a:rPr sz="1200" spc="5" dirty="0">
                <a:solidFill>
                  <a:srgbClr val="538235"/>
                </a:solidFill>
                <a:latin typeface="Tahoma"/>
                <a:cs typeface="Tahoma"/>
              </a:rPr>
              <a:t> </a:t>
            </a:r>
            <a:r>
              <a:rPr sz="1200" spc="-5" dirty="0">
                <a:solidFill>
                  <a:srgbClr val="538235"/>
                </a:solidFill>
                <a:latin typeface="Tahoma"/>
                <a:cs typeface="Tahoma"/>
              </a:rPr>
              <a:t>3,</a:t>
            </a:r>
            <a:r>
              <a:rPr sz="1200" dirty="0">
                <a:solidFill>
                  <a:srgbClr val="538235"/>
                </a:solidFill>
                <a:latin typeface="Tahoma"/>
                <a:cs typeface="Tahoma"/>
              </a:rPr>
              <a:t> </a:t>
            </a:r>
            <a:r>
              <a:rPr sz="1200" spc="-5" dirty="0">
                <a:solidFill>
                  <a:srgbClr val="538235"/>
                </a:solidFill>
                <a:latin typeface="Tahoma"/>
                <a:cs typeface="Tahoma"/>
              </a:rPr>
              <a:t>6,</a:t>
            </a:r>
            <a:r>
              <a:rPr sz="1200" spc="-25" dirty="0">
                <a:solidFill>
                  <a:srgbClr val="538235"/>
                </a:solidFill>
                <a:latin typeface="Tahoma"/>
                <a:cs typeface="Tahoma"/>
              </a:rPr>
              <a:t> </a:t>
            </a:r>
            <a:r>
              <a:rPr sz="1200" spc="-10" dirty="0">
                <a:solidFill>
                  <a:srgbClr val="538235"/>
                </a:solidFill>
                <a:latin typeface="Tahoma"/>
                <a:cs typeface="Tahoma"/>
              </a:rPr>
              <a:t>12,</a:t>
            </a:r>
            <a:r>
              <a:rPr sz="1200" spc="5" dirty="0">
                <a:solidFill>
                  <a:srgbClr val="538235"/>
                </a:solidFill>
                <a:latin typeface="Tahoma"/>
                <a:cs typeface="Tahoma"/>
              </a:rPr>
              <a:t> </a:t>
            </a:r>
            <a:r>
              <a:rPr sz="1200" spc="-10" dirty="0">
                <a:solidFill>
                  <a:srgbClr val="538235"/>
                </a:solidFill>
                <a:latin typeface="Tahoma"/>
                <a:cs typeface="Tahoma"/>
              </a:rPr>
              <a:t>11,</a:t>
            </a:r>
            <a:r>
              <a:rPr sz="1200" dirty="0">
                <a:solidFill>
                  <a:srgbClr val="538235"/>
                </a:solidFill>
                <a:latin typeface="Tahoma"/>
                <a:cs typeface="Tahoma"/>
              </a:rPr>
              <a:t> </a:t>
            </a:r>
            <a:r>
              <a:rPr sz="1200" spc="-5" dirty="0">
                <a:solidFill>
                  <a:srgbClr val="538235"/>
                </a:solidFill>
                <a:latin typeface="Tahoma"/>
                <a:cs typeface="Tahoma"/>
              </a:rPr>
              <a:t>9,</a:t>
            </a:r>
            <a:r>
              <a:rPr sz="1200" dirty="0">
                <a:solidFill>
                  <a:srgbClr val="538235"/>
                </a:solidFill>
                <a:latin typeface="Tahoma"/>
                <a:cs typeface="Tahoma"/>
              </a:rPr>
              <a:t> </a:t>
            </a:r>
            <a:r>
              <a:rPr sz="1200" spc="-5" dirty="0">
                <a:solidFill>
                  <a:srgbClr val="538235"/>
                </a:solidFill>
                <a:latin typeface="Tahoma"/>
                <a:cs typeface="Tahoma"/>
              </a:rPr>
              <a:t>5,</a:t>
            </a:r>
            <a:r>
              <a:rPr sz="1200" dirty="0">
                <a:solidFill>
                  <a:srgbClr val="538235"/>
                </a:solidFill>
                <a:latin typeface="Tahoma"/>
                <a:cs typeface="Tahoma"/>
              </a:rPr>
              <a:t> </a:t>
            </a:r>
            <a:r>
              <a:rPr sz="1200" spc="-10" dirty="0">
                <a:solidFill>
                  <a:srgbClr val="538235"/>
                </a:solidFill>
                <a:latin typeface="Tahoma"/>
                <a:cs typeface="Tahoma"/>
              </a:rPr>
              <a:t>10,</a:t>
            </a:r>
            <a:r>
              <a:rPr sz="1200" spc="5" dirty="0">
                <a:solidFill>
                  <a:srgbClr val="538235"/>
                </a:solidFill>
                <a:latin typeface="Tahoma"/>
                <a:cs typeface="Tahoma"/>
              </a:rPr>
              <a:t> </a:t>
            </a:r>
            <a:r>
              <a:rPr sz="1200" dirty="0">
                <a:solidFill>
                  <a:srgbClr val="538235"/>
                </a:solidFill>
                <a:latin typeface="Tahoma"/>
                <a:cs typeface="Tahoma"/>
              </a:rPr>
              <a:t>7</a:t>
            </a:r>
            <a:endParaRPr sz="1200">
              <a:latin typeface="Tahoma"/>
              <a:cs typeface="Tahom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34670" y="1118743"/>
            <a:ext cx="4046220" cy="7353934"/>
          </a:xfrm>
          <a:prstGeom prst="rect">
            <a:avLst/>
          </a:prstGeom>
        </p:spPr>
        <p:txBody>
          <a:bodyPr vert="horz" wrap="square" lIns="0" tIns="12700" rIns="0" bIns="0" rtlCol="0">
            <a:spAutoFit/>
          </a:bodyPr>
          <a:lstStyle/>
          <a:p>
            <a:pPr marL="228600">
              <a:lnSpc>
                <a:spcPct val="100000"/>
              </a:lnSpc>
              <a:spcBef>
                <a:spcPts val="100"/>
              </a:spcBef>
            </a:pPr>
            <a:r>
              <a:rPr sz="1200" b="1" spc="-5" dirty="0">
                <a:solidFill>
                  <a:srgbClr val="538235"/>
                </a:solidFill>
                <a:latin typeface="Tahoma"/>
                <a:cs typeface="Tahoma"/>
              </a:rPr>
              <a:t>Diffie</a:t>
            </a:r>
            <a:r>
              <a:rPr sz="1200" b="1" spc="-10" dirty="0">
                <a:solidFill>
                  <a:srgbClr val="538235"/>
                </a:solidFill>
                <a:latin typeface="Tahoma"/>
                <a:cs typeface="Tahoma"/>
              </a:rPr>
              <a:t> </a:t>
            </a:r>
            <a:r>
              <a:rPr sz="1200" b="1" dirty="0">
                <a:solidFill>
                  <a:srgbClr val="538235"/>
                </a:solidFill>
                <a:latin typeface="Tahoma"/>
                <a:cs typeface="Tahoma"/>
              </a:rPr>
              <a:t>Hellman</a:t>
            </a:r>
            <a:r>
              <a:rPr sz="1200" b="1" spc="-40" dirty="0">
                <a:solidFill>
                  <a:srgbClr val="538235"/>
                </a:solidFill>
                <a:latin typeface="Tahoma"/>
                <a:cs typeface="Tahoma"/>
              </a:rPr>
              <a:t> </a:t>
            </a:r>
            <a:r>
              <a:rPr sz="1200" b="1" spc="-5" dirty="0">
                <a:solidFill>
                  <a:srgbClr val="538235"/>
                </a:solidFill>
                <a:latin typeface="Tahoma"/>
                <a:cs typeface="Tahoma"/>
              </a:rPr>
              <a:t>Algorithm</a:t>
            </a:r>
            <a:endParaRPr sz="1200">
              <a:latin typeface="Tahoma"/>
              <a:cs typeface="Tahoma"/>
            </a:endParaRPr>
          </a:p>
          <a:p>
            <a:pPr>
              <a:lnSpc>
                <a:spcPct val="100000"/>
              </a:lnSpc>
              <a:spcBef>
                <a:spcPts val="15"/>
              </a:spcBef>
            </a:pPr>
            <a:endParaRPr sz="1200">
              <a:latin typeface="Tahoma"/>
              <a:cs typeface="Tahoma"/>
            </a:endParaRPr>
          </a:p>
          <a:p>
            <a:pPr marL="228600">
              <a:lnSpc>
                <a:spcPct val="100000"/>
              </a:lnSpc>
            </a:pPr>
            <a:r>
              <a:rPr sz="1200" spc="-5" dirty="0">
                <a:solidFill>
                  <a:srgbClr val="538235"/>
                </a:solidFill>
                <a:latin typeface="Tahoma"/>
                <a:cs typeface="Tahoma"/>
              </a:rPr>
              <a:t>Let </a:t>
            </a:r>
            <a:r>
              <a:rPr sz="1200" spc="-10" dirty="0">
                <a:solidFill>
                  <a:srgbClr val="538235"/>
                </a:solidFill>
                <a:latin typeface="Tahoma"/>
                <a:cs typeface="Tahoma"/>
              </a:rPr>
              <a:t>‘</a:t>
            </a:r>
            <a:r>
              <a:rPr sz="1250" spc="-10" dirty="0">
                <a:solidFill>
                  <a:srgbClr val="538235"/>
                </a:solidFill>
                <a:latin typeface="Tahoma"/>
                <a:cs typeface="Tahoma"/>
              </a:rPr>
              <a:t>q</a:t>
            </a:r>
            <a:r>
              <a:rPr sz="1250" spc="-3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be</a:t>
            </a:r>
            <a:r>
              <a:rPr sz="1200" spc="-35" dirty="0">
                <a:solidFill>
                  <a:srgbClr val="538235"/>
                </a:solidFill>
                <a:latin typeface="Tahoma"/>
                <a:cs typeface="Tahoma"/>
              </a:rPr>
              <a:t> </a:t>
            </a:r>
            <a:r>
              <a:rPr sz="1200" dirty="0">
                <a:solidFill>
                  <a:srgbClr val="538235"/>
                </a:solidFill>
                <a:latin typeface="Tahoma"/>
                <a:cs typeface="Tahoma"/>
              </a:rPr>
              <a:t>a</a:t>
            </a:r>
            <a:r>
              <a:rPr sz="1200" spc="-10" dirty="0">
                <a:solidFill>
                  <a:srgbClr val="538235"/>
                </a:solidFill>
                <a:latin typeface="Tahoma"/>
                <a:cs typeface="Tahoma"/>
              </a:rPr>
              <a:t> </a:t>
            </a:r>
            <a:r>
              <a:rPr sz="1200" spc="-5" dirty="0">
                <a:solidFill>
                  <a:srgbClr val="538235"/>
                </a:solidFill>
                <a:latin typeface="Tahoma"/>
                <a:cs typeface="Tahoma"/>
              </a:rPr>
              <a:t>prime.</a:t>
            </a:r>
            <a:endParaRPr sz="1200">
              <a:latin typeface="Tahoma"/>
              <a:cs typeface="Tahoma"/>
            </a:endParaRPr>
          </a:p>
          <a:p>
            <a:pPr>
              <a:lnSpc>
                <a:spcPct val="100000"/>
              </a:lnSpc>
            </a:pPr>
            <a:endParaRPr sz="1200">
              <a:latin typeface="Tahoma"/>
              <a:cs typeface="Tahoma"/>
            </a:endParaRPr>
          </a:p>
          <a:p>
            <a:pPr marL="228600">
              <a:lnSpc>
                <a:spcPct val="100000"/>
              </a:lnSpc>
              <a:spcBef>
                <a:spcPts val="5"/>
              </a:spcBef>
            </a:pPr>
            <a:r>
              <a:rPr sz="1200" spc="-10" dirty="0">
                <a:solidFill>
                  <a:srgbClr val="538235"/>
                </a:solidFill>
                <a:latin typeface="Tahoma"/>
                <a:cs typeface="Tahoma"/>
              </a:rPr>
              <a:t>Given</a:t>
            </a:r>
            <a:r>
              <a:rPr sz="1200" spc="385" dirty="0">
                <a:solidFill>
                  <a:srgbClr val="538235"/>
                </a:solidFill>
                <a:latin typeface="Tahoma"/>
                <a:cs typeface="Tahoma"/>
              </a:rPr>
              <a:t> </a:t>
            </a:r>
            <a:r>
              <a:rPr sz="1200" dirty="0">
                <a:solidFill>
                  <a:srgbClr val="538235"/>
                </a:solidFill>
                <a:latin typeface="Symbol"/>
                <a:cs typeface="Symbol"/>
              </a:rPr>
              <a:t></a:t>
            </a:r>
            <a:r>
              <a:rPr sz="1200" spc="25" dirty="0">
                <a:solidFill>
                  <a:srgbClr val="538235"/>
                </a:solidFill>
                <a:latin typeface="Times New Roman"/>
                <a:cs typeface="Times New Roman"/>
              </a:rPr>
              <a:t> </a:t>
            </a:r>
            <a:r>
              <a:rPr sz="1200" spc="-5" dirty="0">
                <a:solidFill>
                  <a:srgbClr val="538235"/>
                </a:solidFill>
                <a:latin typeface="Tahoma"/>
                <a:cs typeface="Tahoma"/>
              </a:rPr>
              <a:t>where</a:t>
            </a:r>
            <a:r>
              <a:rPr sz="1200" spc="380" dirty="0">
                <a:solidFill>
                  <a:srgbClr val="538235"/>
                </a:solidFill>
                <a:latin typeface="Tahoma"/>
                <a:cs typeface="Tahoma"/>
              </a:rPr>
              <a:t> </a:t>
            </a:r>
            <a:r>
              <a:rPr sz="1200" dirty="0">
                <a:solidFill>
                  <a:srgbClr val="538235"/>
                </a:solidFill>
                <a:latin typeface="Symbol"/>
                <a:cs typeface="Symbol"/>
              </a:rPr>
              <a:t></a:t>
            </a:r>
            <a:r>
              <a:rPr sz="1200" dirty="0">
                <a:solidFill>
                  <a:srgbClr val="538235"/>
                </a:solidFill>
                <a:latin typeface="Times New Roman"/>
                <a:cs typeface="Times New Roman"/>
              </a:rPr>
              <a:t> </a:t>
            </a:r>
            <a:r>
              <a:rPr sz="1200" dirty="0">
                <a:solidFill>
                  <a:srgbClr val="538235"/>
                </a:solidFill>
                <a:latin typeface="Tahoma"/>
                <a:cs typeface="Tahoma"/>
              </a:rPr>
              <a:t>&lt;</a:t>
            </a:r>
            <a:r>
              <a:rPr sz="1200" spc="-5" dirty="0">
                <a:solidFill>
                  <a:srgbClr val="538235"/>
                </a:solidFill>
                <a:latin typeface="Tahoma"/>
                <a:cs typeface="Tahoma"/>
              </a:rPr>
              <a:t> </a:t>
            </a:r>
            <a:r>
              <a:rPr sz="1250" spc="-30" dirty="0">
                <a:solidFill>
                  <a:srgbClr val="538235"/>
                </a:solidFill>
                <a:latin typeface="Tahoma"/>
                <a:cs typeface="Tahoma"/>
              </a:rPr>
              <a:t>q</a:t>
            </a:r>
            <a:r>
              <a:rPr sz="1250" spc="-5" dirty="0">
                <a:solidFill>
                  <a:srgbClr val="538235"/>
                </a:solidFill>
                <a:latin typeface="Tahoma"/>
                <a:cs typeface="Tahoma"/>
              </a:rPr>
              <a:t> </a:t>
            </a:r>
            <a:r>
              <a:rPr sz="1200" spc="-5" dirty="0">
                <a:solidFill>
                  <a:srgbClr val="538235"/>
                </a:solidFill>
                <a:latin typeface="Tahoma"/>
                <a:cs typeface="Tahoma"/>
              </a:rPr>
              <a:t>and</a:t>
            </a:r>
            <a:r>
              <a:rPr sz="1200" spc="375" dirty="0">
                <a:solidFill>
                  <a:srgbClr val="538235"/>
                </a:solidFill>
                <a:latin typeface="Tahoma"/>
                <a:cs typeface="Tahoma"/>
              </a:rPr>
              <a:t> </a:t>
            </a:r>
            <a:r>
              <a:rPr sz="1200" dirty="0">
                <a:solidFill>
                  <a:srgbClr val="538235"/>
                </a:solidFill>
                <a:latin typeface="Symbol"/>
                <a:cs typeface="Symbol"/>
              </a:rPr>
              <a:t></a:t>
            </a:r>
            <a:r>
              <a:rPr sz="1200" spc="285" dirty="0">
                <a:solidFill>
                  <a:srgbClr val="538235"/>
                </a:solidFill>
                <a:latin typeface="Times New Roman"/>
                <a:cs typeface="Times New Roman"/>
              </a:rPr>
              <a:t> </a:t>
            </a:r>
            <a:r>
              <a:rPr sz="1200" spc="-10" dirty="0">
                <a:solidFill>
                  <a:srgbClr val="538235"/>
                </a:solidFill>
                <a:latin typeface="Symbol"/>
                <a:cs typeface="Symbol"/>
              </a:rPr>
              <a:t></a:t>
            </a:r>
            <a:r>
              <a:rPr sz="1200" spc="-10" dirty="0">
                <a:solidFill>
                  <a:srgbClr val="538235"/>
                </a:solidFill>
                <a:latin typeface="Tahoma"/>
                <a:cs typeface="Tahoma"/>
              </a:rPr>
              <a:t>s</a:t>
            </a:r>
            <a:r>
              <a:rPr sz="1200" spc="20" dirty="0">
                <a:solidFill>
                  <a:srgbClr val="538235"/>
                </a:solidFill>
                <a:latin typeface="Tahoma"/>
                <a:cs typeface="Tahoma"/>
              </a:rPr>
              <a:t> </a:t>
            </a:r>
            <a:r>
              <a:rPr sz="1200" dirty="0">
                <a:solidFill>
                  <a:srgbClr val="538235"/>
                </a:solidFill>
                <a:latin typeface="Tahoma"/>
                <a:cs typeface="Tahoma"/>
              </a:rPr>
              <a:t>a </a:t>
            </a:r>
            <a:r>
              <a:rPr sz="1200" spc="-5" dirty="0">
                <a:solidFill>
                  <a:srgbClr val="538235"/>
                </a:solidFill>
                <a:latin typeface="Tahoma"/>
                <a:cs typeface="Tahoma"/>
              </a:rPr>
              <a:t>primitive</a:t>
            </a:r>
            <a:r>
              <a:rPr sz="1200" spc="25" dirty="0">
                <a:solidFill>
                  <a:srgbClr val="538235"/>
                </a:solidFill>
                <a:latin typeface="Tahoma"/>
                <a:cs typeface="Tahoma"/>
              </a:rPr>
              <a:t> </a:t>
            </a:r>
            <a:r>
              <a:rPr sz="1200" spc="-5" dirty="0">
                <a:solidFill>
                  <a:srgbClr val="538235"/>
                </a:solidFill>
                <a:latin typeface="Tahoma"/>
                <a:cs typeface="Tahoma"/>
              </a:rPr>
              <a:t>root</a:t>
            </a:r>
            <a:r>
              <a:rPr sz="1200" spc="-10" dirty="0">
                <a:solidFill>
                  <a:srgbClr val="538235"/>
                </a:solidFill>
                <a:latin typeface="Tahoma"/>
                <a:cs typeface="Tahoma"/>
              </a:rPr>
              <a:t> </a:t>
            </a:r>
            <a:r>
              <a:rPr sz="1200" spc="-5" dirty="0">
                <a:solidFill>
                  <a:srgbClr val="538235"/>
                </a:solidFill>
                <a:latin typeface="Tahoma"/>
                <a:cs typeface="Tahoma"/>
              </a:rPr>
              <a:t>of</a:t>
            </a:r>
            <a:r>
              <a:rPr sz="1200" spc="5" dirty="0">
                <a:solidFill>
                  <a:srgbClr val="538235"/>
                </a:solidFill>
                <a:latin typeface="Tahoma"/>
                <a:cs typeface="Tahoma"/>
              </a:rPr>
              <a:t> </a:t>
            </a:r>
            <a:r>
              <a:rPr sz="1250" spc="-15" dirty="0">
                <a:solidFill>
                  <a:srgbClr val="538235"/>
                </a:solidFill>
                <a:latin typeface="Tahoma"/>
                <a:cs typeface="Tahoma"/>
              </a:rPr>
              <a:t>q</a:t>
            </a:r>
            <a:r>
              <a:rPr sz="1200" spc="-15" dirty="0">
                <a:solidFill>
                  <a:srgbClr val="538235"/>
                </a:solidFill>
                <a:latin typeface="Tahoma"/>
                <a:cs typeface="Tahoma"/>
              </a:rPr>
              <a:t>.</a:t>
            </a:r>
            <a:endParaRPr sz="1200">
              <a:latin typeface="Tahoma"/>
              <a:cs typeface="Tahoma"/>
            </a:endParaRPr>
          </a:p>
          <a:p>
            <a:pPr>
              <a:lnSpc>
                <a:spcPct val="100000"/>
              </a:lnSpc>
              <a:spcBef>
                <a:spcPts val="15"/>
              </a:spcBef>
            </a:pPr>
            <a:endParaRPr sz="1250">
              <a:latin typeface="Tahoma"/>
              <a:cs typeface="Tahoma"/>
            </a:endParaRPr>
          </a:p>
          <a:p>
            <a:pPr marL="228600">
              <a:lnSpc>
                <a:spcPct val="100000"/>
              </a:lnSpc>
            </a:pPr>
            <a:r>
              <a:rPr sz="1200" b="1" dirty="0">
                <a:solidFill>
                  <a:srgbClr val="538235"/>
                </a:solidFill>
                <a:latin typeface="Tahoma"/>
                <a:cs typeface="Tahoma"/>
              </a:rPr>
              <a:t>User</a:t>
            </a:r>
            <a:r>
              <a:rPr sz="1200" b="1" spc="-30" dirty="0">
                <a:solidFill>
                  <a:srgbClr val="538235"/>
                </a:solidFill>
                <a:latin typeface="Tahoma"/>
                <a:cs typeface="Tahoma"/>
              </a:rPr>
              <a:t> </a:t>
            </a:r>
            <a:r>
              <a:rPr sz="1200" b="1" spc="-5" dirty="0">
                <a:solidFill>
                  <a:srgbClr val="538235"/>
                </a:solidFill>
                <a:latin typeface="Tahoma"/>
                <a:cs typeface="Tahoma"/>
              </a:rPr>
              <a:t>‘A’</a:t>
            </a:r>
            <a:r>
              <a:rPr sz="1200" b="1" spc="-30" dirty="0">
                <a:solidFill>
                  <a:srgbClr val="538235"/>
                </a:solidFill>
                <a:latin typeface="Tahoma"/>
                <a:cs typeface="Tahoma"/>
              </a:rPr>
              <a:t> </a:t>
            </a:r>
            <a:r>
              <a:rPr sz="1200" b="1" dirty="0">
                <a:solidFill>
                  <a:srgbClr val="538235"/>
                </a:solidFill>
                <a:latin typeface="Tahoma"/>
                <a:cs typeface="Tahoma"/>
              </a:rPr>
              <a:t>key</a:t>
            </a:r>
            <a:r>
              <a:rPr sz="1200" b="1" spc="-30" dirty="0">
                <a:solidFill>
                  <a:srgbClr val="538235"/>
                </a:solidFill>
                <a:latin typeface="Tahoma"/>
                <a:cs typeface="Tahoma"/>
              </a:rPr>
              <a:t> </a:t>
            </a:r>
            <a:r>
              <a:rPr sz="1200" b="1" dirty="0">
                <a:solidFill>
                  <a:srgbClr val="538235"/>
                </a:solidFill>
                <a:latin typeface="Tahoma"/>
                <a:cs typeface="Tahoma"/>
              </a:rPr>
              <a:t>generation</a:t>
            </a:r>
            <a:endParaRPr sz="1200">
              <a:latin typeface="Tahoma"/>
              <a:cs typeface="Tahoma"/>
            </a:endParaRPr>
          </a:p>
          <a:p>
            <a:pPr>
              <a:lnSpc>
                <a:spcPct val="100000"/>
              </a:lnSpc>
              <a:spcBef>
                <a:spcPts val="15"/>
              </a:spcBef>
            </a:pPr>
            <a:endParaRPr sz="1200">
              <a:latin typeface="Tahoma"/>
              <a:cs typeface="Tahoma"/>
            </a:endParaRPr>
          </a:p>
          <a:p>
            <a:pPr marL="228600">
              <a:lnSpc>
                <a:spcPct val="100000"/>
              </a:lnSpc>
            </a:pPr>
            <a:r>
              <a:rPr sz="1200" spc="-10" dirty="0">
                <a:solidFill>
                  <a:srgbClr val="538235"/>
                </a:solidFill>
                <a:latin typeface="Tahoma"/>
                <a:cs typeface="Tahoma"/>
              </a:rPr>
              <a:t>Select</a:t>
            </a:r>
            <a:r>
              <a:rPr sz="1200" spc="25" dirty="0">
                <a:solidFill>
                  <a:srgbClr val="538235"/>
                </a:solidFill>
                <a:latin typeface="Tahoma"/>
                <a:cs typeface="Tahoma"/>
              </a:rPr>
              <a:t> </a:t>
            </a:r>
            <a:r>
              <a:rPr sz="1200" spc="-5" dirty="0">
                <a:solidFill>
                  <a:srgbClr val="538235"/>
                </a:solidFill>
                <a:latin typeface="Tahoma"/>
                <a:cs typeface="Tahoma"/>
              </a:rPr>
              <a:t>prime</a:t>
            </a:r>
            <a:r>
              <a:rPr sz="1200" spc="-10" dirty="0">
                <a:solidFill>
                  <a:srgbClr val="538235"/>
                </a:solidFill>
                <a:latin typeface="Tahoma"/>
                <a:cs typeface="Tahoma"/>
              </a:rPr>
              <a:t> </a:t>
            </a:r>
            <a:r>
              <a:rPr sz="1200" spc="-5" dirty="0">
                <a:solidFill>
                  <a:srgbClr val="538235"/>
                </a:solidFill>
                <a:latin typeface="Tahoma"/>
                <a:cs typeface="Tahoma"/>
              </a:rPr>
              <a:t>key</a:t>
            </a:r>
            <a:r>
              <a:rPr sz="1200" spc="5" dirty="0">
                <a:solidFill>
                  <a:srgbClr val="538235"/>
                </a:solidFill>
                <a:latin typeface="Tahoma"/>
                <a:cs typeface="Tahoma"/>
              </a:rPr>
              <a:t> </a:t>
            </a:r>
            <a:r>
              <a:rPr sz="1200" spc="-5" dirty="0">
                <a:solidFill>
                  <a:srgbClr val="538235"/>
                </a:solidFill>
                <a:latin typeface="Tahoma"/>
                <a:cs typeface="Tahoma"/>
              </a:rPr>
              <a:t>XA</a:t>
            </a:r>
            <a:r>
              <a:rPr sz="1200" dirty="0">
                <a:solidFill>
                  <a:srgbClr val="538235"/>
                </a:solidFill>
                <a:latin typeface="Tahoma"/>
                <a:cs typeface="Tahoma"/>
              </a:rPr>
              <a:t> </a:t>
            </a:r>
            <a:r>
              <a:rPr sz="1200" spc="-5" dirty="0">
                <a:solidFill>
                  <a:srgbClr val="538235"/>
                </a:solidFill>
                <a:latin typeface="Tahoma"/>
                <a:cs typeface="Tahoma"/>
              </a:rPr>
              <a:t>where</a:t>
            </a:r>
            <a:r>
              <a:rPr sz="1200" spc="20" dirty="0">
                <a:solidFill>
                  <a:srgbClr val="538235"/>
                </a:solidFill>
                <a:latin typeface="Tahoma"/>
                <a:cs typeface="Tahoma"/>
              </a:rPr>
              <a:t> </a:t>
            </a:r>
            <a:r>
              <a:rPr sz="1200" spc="-5" dirty="0">
                <a:solidFill>
                  <a:srgbClr val="538235"/>
                </a:solidFill>
                <a:latin typeface="Tahoma"/>
                <a:cs typeface="Tahoma"/>
              </a:rPr>
              <a:t>XA</a:t>
            </a:r>
            <a:r>
              <a:rPr sz="1200" dirty="0">
                <a:solidFill>
                  <a:srgbClr val="538235"/>
                </a:solidFill>
                <a:latin typeface="Tahoma"/>
                <a:cs typeface="Tahoma"/>
              </a:rPr>
              <a:t> &lt;</a:t>
            </a:r>
            <a:r>
              <a:rPr sz="1200" spc="-5" dirty="0">
                <a:solidFill>
                  <a:srgbClr val="538235"/>
                </a:solidFill>
                <a:latin typeface="Tahoma"/>
                <a:cs typeface="Tahoma"/>
              </a:rPr>
              <a:t> </a:t>
            </a:r>
            <a:r>
              <a:rPr sz="1250" spc="-15" dirty="0">
                <a:solidFill>
                  <a:srgbClr val="538235"/>
                </a:solidFill>
                <a:latin typeface="Tahoma"/>
                <a:cs typeface="Tahoma"/>
              </a:rPr>
              <a:t>q</a:t>
            </a:r>
            <a:r>
              <a:rPr sz="1200" spc="-15" dirty="0">
                <a:solidFill>
                  <a:srgbClr val="538235"/>
                </a:solidFill>
                <a:latin typeface="Tahoma"/>
                <a:cs typeface="Tahoma"/>
              </a:rPr>
              <a:t>.</a:t>
            </a:r>
            <a:endParaRPr sz="1200">
              <a:latin typeface="Tahoma"/>
              <a:cs typeface="Tahoma"/>
            </a:endParaRPr>
          </a:p>
          <a:p>
            <a:pPr>
              <a:lnSpc>
                <a:spcPct val="100000"/>
              </a:lnSpc>
              <a:spcBef>
                <a:spcPts val="5"/>
              </a:spcBef>
            </a:pPr>
            <a:endParaRPr sz="1200">
              <a:latin typeface="Tahoma"/>
              <a:cs typeface="Tahoma"/>
            </a:endParaRPr>
          </a:p>
          <a:p>
            <a:pPr marL="228600">
              <a:lnSpc>
                <a:spcPct val="100000"/>
              </a:lnSpc>
            </a:pPr>
            <a:r>
              <a:rPr sz="1200" spc="-10" dirty="0">
                <a:solidFill>
                  <a:srgbClr val="538235"/>
                </a:solidFill>
                <a:latin typeface="Tahoma"/>
                <a:cs typeface="Tahoma"/>
              </a:rPr>
              <a:t>Calculate</a:t>
            </a:r>
            <a:r>
              <a:rPr sz="1200" spc="25" dirty="0">
                <a:solidFill>
                  <a:srgbClr val="538235"/>
                </a:solidFill>
                <a:latin typeface="Tahoma"/>
                <a:cs typeface="Tahoma"/>
              </a:rPr>
              <a:t> </a:t>
            </a:r>
            <a:r>
              <a:rPr sz="1200" spc="-5" dirty="0">
                <a:solidFill>
                  <a:srgbClr val="538235"/>
                </a:solidFill>
                <a:latin typeface="Tahoma"/>
                <a:cs typeface="Tahoma"/>
              </a:rPr>
              <a:t>public</a:t>
            </a:r>
            <a:r>
              <a:rPr sz="1200" spc="5" dirty="0">
                <a:solidFill>
                  <a:srgbClr val="538235"/>
                </a:solidFill>
                <a:latin typeface="Tahoma"/>
                <a:cs typeface="Tahoma"/>
              </a:rPr>
              <a:t> </a:t>
            </a:r>
            <a:r>
              <a:rPr sz="1200" spc="-5" dirty="0">
                <a:solidFill>
                  <a:srgbClr val="538235"/>
                </a:solidFill>
                <a:latin typeface="Tahoma"/>
                <a:cs typeface="Tahoma"/>
              </a:rPr>
              <a:t>key</a:t>
            </a:r>
            <a:r>
              <a:rPr sz="1200" dirty="0">
                <a:solidFill>
                  <a:srgbClr val="538235"/>
                </a:solidFill>
                <a:latin typeface="Tahoma"/>
                <a:cs typeface="Tahoma"/>
              </a:rPr>
              <a:t> </a:t>
            </a:r>
            <a:r>
              <a:rPr sz="1200" spc="-25" dirty="0">
                <a:solidFill>
                  <a:srgbClr val="538235"/>
                </a:solidFill>
                <a:latin typeface="Tahoma"/>
                <a:cs typeface="Tahoma"/>
              </a:rPr>
              <a:t>YA</a:t>
            </a:r>
            <a:r>
              <a:rPr sz="1200" spc="-15" dirty="0">
                <a:solidFill>
                  <a:srgbClr val="538235"/>
                </a:solidFill>
                <a:latin typeface="Tahoma"/>
                <a:cs typeface="Tahoma"/>
              </a:rPr>
              <a:t> </a:t>
            </a:r>
            <a:r>
              <a:rPr sz="1200" spc="-5" dirty="0">
                <a:solidFill>
                  <a:srgbClr val="538235"/>
                </a:solidFill>
                <a:latin typeface="Tahoma"/>
                <a:cs typeface="Tahoma"/>
              </a:rPr>
              <a:t>where</a:t>
            </a:r>
            <a:r>
              <a:rPr sz="1200" spc="25" dirty="0">
                <a:solidFill>
                  <a:srgbClr val="538235"/>
                </a:solidFill>
                <a:latin typeface="Tahoma"/>
                <a:cs typeface="Tahoma"/>
              </a:rPr>
              <a:t> </a:t>
            </a:r>
            <a:r>
              <a:rPr sz="1200" spc="-25" dirty="0">
                <a:solidFill>
                  <a:srgbClr val="538235"/>
                </a:solidFill>
                <a:latin typeface="Tahoma"/>
                <a:cs typeface="Tahoma"/>
              </a:rPr>
              <a:t>YA</a:t>
            </a:r>
            <a:r>
              <a:rPr sz="1200" dirty="0">
                <a:solidFill>
                  <a:srgbClr val="538235"/>
                </a:solidFill>
                <a:latin typeface="Tahoma"/>
                <a:cs typeface="Tahoma"/>
              </a:rPr>
              <a:t> =</a:t>
            </a:r>
            <a:r>
              <a:rPr sz="1200" spc="360" dirty="0">
                <a:solidFill>
                  <a:srgbClr val="538235"/>
                </a:solidFill>
                <a:latin typeface="Tahoma"/>
                <a:cs typeface="Tahoma"/>
              </a:rPr>
              <a:t> </a:t>
            </a:r>
            <a:r>
              <a:rPr sz="1200" dirty="0">
                <a:solidFill>
                  <a:srgbClr val="538235"/>
                </a:solidFill>
                <a:latin typeface="Symbol"/>
                <a:cs typeface="Symbol"/>
              </a:rPr>
              <a:t></a:t>
            </a:r>
            <a:r>
              <a:rPr sz="1200" spc="210" dirty="0">
                <a:solidFill>
                  <a:srgbClr val="538235"/>
                </a:solidFill>
                <a:latin typeface="Times New Roman"/>
                <a:cs typeface="Times New Roman"/>
              </a:rPr>
              <a:t> </a:t>
            </a:r>
            <a:r>
              <a:rPr sz="1200" spc="-15" baseline="24305" dirty="0">
                <a:solidFill>
                  <a:srgbClr val="538235"/>
                </a:solidFill>
                <a:latin typeface="Tahoma"/>
                <a:cs typeface="Tahoma"/>
              </a:rPr>
              <a:t>XA</a:t>
            </a:r>
            <a:r>
              <a:rPr sz="1200" spc="202" baseline="24305"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50" spc="-15" dirty="0">
                <a:solidFill>
                  <a:srgbClr val="538235"/>
                </a:solidFill>
                <a:latin typeface="Tahoma"/>
                <a:cs typeface="Tahoma"/>
              </a:rPr>
              <a:t>q</a:t>
            </a:r>
            <a:r>
              <a:rPr sz="1200" spc="-15" dirty="0">
                <a:solidFill>
                  <a:srgbClr val="538235"/>
                </a:solidFill>
                <a:latin typeface="Tahoma"/>
                <a:cs typeface="Tahoma"/>
              </a:rPr>
              <a:t>.</a:t>
            </a:r>
            <a:endParaRPr sz="1200">
              <a:latin typeface="Tahoma"/>
              <a:cs typeface="Tahoma"/>
            </a:endParaRPr>
          </a:p>
          <a:p>
            <a:pPr>
              <a:lnSpc>
                <a:spcPct val="100000"/>
              </a:lnSpc>
              <a:spcBef>
                <a:spcPts val="15"/>
              </a:spcBef>
            </a:pPr>
            <a:endParaRPr sz="1250">
              <a:latin typeface="Tahoma"/>
              <a:cs typeface="Tahoma"/>
            </a:endParaRPr>
          </a:p>
          <a:p>
            <a:pPr marL="228600">
              <a:lnSpc>
                <a:spcPct val="100000"/>
              </a:lnSpc>
            </a:pPr>
            <a:r>
              <a:rPr sz="1200" b="1" dirty="0">
                <a:solidFill>
                  <a:srgbClr val="538235"/>
                </a:solidFill>
                <a:latin typeface="Tahoma"/>
                <a:cs typeface="Tahoma"/>
              </a:rPr>
              <a:t>User</a:t>
            </a:r>
            <a:r>
              <a:rPr sz="1200" b="1" spc="-35" dirty="0">
                <a:solidFill>
                  <a:srgbClr val="538235"/>
                </a:solidFill>
                <a:latin typeface="Tahoma"/>
                <a:cs typeface="Tahoma"/>
              </a:rPr>
              <a:t> </a:t>
            </a:r>
            <a:r>
              <a:rPr sz="1200" b="1" spc="-5" dirty="0">
                <a:solidFill>
                  <a:srgbClr val="538235"/>
                </a:solidFill>
                <a:latin typeface="Tahoma"/>
                <a:cs typeface="Tahoma"/>
              </a:rPr>
              <a:t>‘B’</a:t>
            </a:r>
            <a:r>
              <a:rPr sz="1200" b="1" spc="-35" dirty="0">
                <a:solidFill>
                  <a:srgbClr val="538235"/>
                </a:solidFill>
                <a:latin typeface="Tahoma"/>
                <a:cs typeface="Tahoma"/>
              </a:rPr>
              <a:t> </a:t>
            </a:r>
            <a:r>
              <a:rPr sz="1200" b="1" dirty="0">
                <a:solidFill>
                  <a:srgbClr val="538235"/>
                </a:solidFill>
                <a:latin typeface="Tahoma"/>
                <a:cs typeface="Tahoma"/>
              </a:rPr>
              <a:t>generation</a:t>
            </a:r>
            <a:endParaRPr sz="1200">
              <a:latin typeface="Tahoma"/>
              <a:cs typeface="Tahoma"/>
            </a:endParaRPr>
          </a:p>
          <a:p>
            <a:pPr>
              <a:lnSpc>
                <a:spcPct val="100000"/>
              </a:lnSpc>
              <a:spcBef>
                <a:spcPts val="15"/>
              </a:spcBef>
            </a:pPr>
            <a:endParaRPr sz="1200">
              <a:latin typeface="Tahoma"/>
              <a:cs typeface="Tahoma"/>
            </a:endParaRPr>
          </a:p>
          <a:p>
            <a:pPr marL="228600">
              <a:lnSpc>
                <a:spcPct val="100000"/>
              </a:lnSpc>
              <a:spcBef>
                <a:spcPts val="5"/>
              </a:spcBef>
            </a:pPr>
            <a:r>
              <a:rPr sz="1200" spc="-10" dirty="0">
                <a:solidFill>
                  <a:srgbClr val="538235"/>
                </a:solidFill>
                <a:latin typeface="Tahoma"/>
                <a:cs typeface="Tahoma"/>
              </a:rPr>
              <a:t>Select</a:t>
            </a:r>
            <a:r>
              <a:rPr sz="1200" spc="25" dirty="0">
                <a:solidFill>
                  <a:srgbClr val="538235"/>
                </a:solidFill>
                <a:latin typeface="Tahoma"/>
                <a:cs typeface="Tahoma"/>
              </a:rPr>
              <a:t> </a:t>
            </a:r>
            <a:r>
              <a:rPr sz="1200" spc="-5" dirty="0">
                <a:solidFill>
                  <a:srgbClr val="538235"/>
                </a:solidFill>
                <a:latin typeface="Tahoma"/>
                <a:cs typeface="Tahoma"/>
              </a:rPr>
              <a:t>private</a:t>
            </a:r>
            <a:r>
              <a:rPr sz="1200" spc="-15" dirty="0">
                <a:solidFill>
                  <a:srgbClr val="538235"/>
                </a:solidFill>
                <a:latin typeface="Tahoma"/>
                <a:cs typeface="Tahoma"/>
              </a:rPr>
              <a:t> </a:t>
            </a:r>
            <a:r>
              <a:rPr sz="1200" spc="-5" dirty="0">
                <a:solidFill>
                  <a:srgbClr val="538235"/>
                </a:solidFill>
                <a:latin typeface="Tahoma"/>
                <a:cs typeface="Tahoma"/>
              </a:rPr>
              <a:t>key</a:t>
            </a:r>
            <a:r>
              <a:rPr sz="1200" spc="-20" dirty="0">
                <a:solidFill>
                  <a:srgbClr val="538235"/>
                </a:solidFill>
                <a:latin typeface="Tahoma"/>
                <a:cs typeface="Tahoma"/>
              </a:rPr>
              <a:t> </a:t>
            </a:r>
            <a:r>
              <a:rPr sz="1200" spc="-5" dirty="0">
                <a:solidFill>
                  <a:srgbClr val="538235"/>
                </a:solidFill>
                <a:latin typeface="Tahoma"/>
                <a:cs typeface="Tahoma"/>
              </a:rPr>
              <a:t>XB</a:t>
            </a:r>
            <a:r>
              <a:rPr sz="1200" spc="10" dirty="0">
                <a:solidFill>
                  <a:srgbClr val="538235"/>
                </a:solidFill>
                <a:latin typeface="Tahoma"/>
                <a:cs typeface="Tahoma"/>
              </a:rPr>
              <a:t> </a:t>
            </a:r>
            <a:r>
              <a:rPr sz="1200" spc="-5" dirty="0">
                <a:solidFill>
                  <a:srgbClr val="538235"/>
                </a:solidFill>
                <a:latin typeface="Tahoma"/>
                <a:cs typeface="Tahoma"/>
              </a:rPr>
              <a:t>where</a:t>
            </a:r>
            <a:r>
              <a:rPr sz="1200" spc="20" dirty="0">
                <a:solidFill>
                  <a:srgbClr val="538235"/>
                </a:solidFill>
                <a:latin typeface="Tahoma"/>
                <a:cs typeface="Tahoma"/>
              </a:rPr>
              <a:t> </a:t>
            </a:r>
            <a:r>
              <a:rPr sz="1200" spc="-5" dirty="0">
                <a:solidFill>
                  <a:srgbClr val="538235"/>
                </a:solidFill>
                <a:latin typeface="Tahoma"/>
                <a:cs typeface="Tahoma"/>
              </a:rPr>
              <a:t>XB</a:t>
            </a:r>
            <a:r>
              <a:rPr sz="1200" spc="-10" dirty="0">
                <a:solidFill>
                  <a:srgbClr val="538235"/>
                </a:solidFill>
                <a:latin typeface="Tahoma"/>
                <a:cs typeface="Tahoma"/>
              </a:rPr>
              <a:t> </a:t>
            </a:r>
            <a:r>
              <a:rPr sz="1200" dirty="0">
                <a:solidFill>
                  <a:srgbClr val="538235"/>
                </a:solidFill>
                <a:latin typeface="Tahoma"/>
                <a:cs typeface="Tahoma"/>
              </a:rPr>
              <a:t>&lt;</a:t>
            </a:r>
            <a:r>
              <a:rPr sz="1200" spc="-10" dirty="0">
                <a:solidFill>
                  <a:srgbClr val="538235"/>
                </a:solidFill>
                <a:latin typeface="Tahoma"/>
                <a:cs typeface="Tahoma"/>
              </a:rPr>
              <a:t> </a:t>
            </a:r>
            <a:r>
              <a:rPr sz="1250" spc="-15" dirty="0">
                <a:solidFill>
                  <a:srgbClr val="538235"/>
                </a:solidFill>
                <a:latin typeface="Tahoma"/>
                <a:cs typeface="Tahoma"/>
              </a:rPr>
              <a:t>q</a:t>
            </a:r>
            <a:r>
              <a:rPr sz="1200" spc="-15" dirty="0">
                <a:solidFill>
                  <a:srgbClr val="538235"/>
                </a:solidFill>
                <a:latin typeface="Tahoma"/>
                <a:cs typeface="Tahoma"/>
              </a:rPr>
              <a:t>.</a:t>
            </a:r>
            <a:endParaRPr sz="1200">
              <a:latin typeface="Tahoma"/>
              <a:cs typeface="Tahoma"/>
            </a:endParaRPr>
          </a:p>
          <a:p>
            <a:pPr>
              <a:lnSpc>
                <a:spcPct val="100000"/>
              </a:lnSpc>
            </a:pPr>
            <a:endParaRPr sz="1200">
              <a:latin typeface="Tahoma"/>
              <a:cs typeface="Tahoma"/>
            </a:endParaRPr>
          </a:p>
          <a:p>
            <a:pPr marL="228600">
              <a:lnSpc>
                <a:spcPct val="100000"/>
              </a:lnSpc>
            </a:pPr>
            <a:r>
              <a:rPr sz="1200" spc="-10" dirty="0">
                <a:solidFill>
                  <a:srgbClr val="538235"/>
                </a:solidFill>
                <a:latin typeface="Tahoma"/>
                <a:cs typeface="Tahoma"/>
              </a:rPr>
              <a:t>Calculate</a:t>
            </a:r>
            <a:r>
              <a:rPr sz="1200" spc="25" dirty="0">
                <a:solidFill>
                  <a:srgbClr val="538235"/>
                </a:solidFill>
                <a:latin typeface="Tahoma"/>
                <a:cs typeface="Tahoma"/>
              </a:rPr>
              <a:t> </a:t>
            </a:r>
            <a:r>
              <a:rPr sz="1200" spc="-5" dirty="0">
                <a:solidFill>
                  <a:srgbClr val="538235"/>
                </a:solidFill>
                <a:latin typeface="Tahoma"/>
                <a:cs typeface="Tahoma"/>
              </a:rPr>
              <a:t>public</a:t>
            </a:r>
            <a:r>
              <a:rPr sz="1200" dirty="0">
                <a:solidFill>
                  <a:srgbClr val="538235"/>
                </a:solidFill>
                <a:latin typeface="Tahoma"/>
                <a:cs typeface="Tahoma"/>
              </a:rPr>
              <a:t> </a:t>
            </a:r>
            <a:r>
              <a:rPr sz="1200" spc="-5" dirty="0">
                <a:solidFill>
                  <a:srgbClr val="538235"/>
                </a:solidFill>
                <a:latin typeface="Tahoma"/>
                <a:cs typeface="Tahoma"/>
              </a:rPr>
              <a:t>key</a:t>
            </a:r>
            <a:r>
              <a:rPr sz="1200" dirty="0">
                <a:solidFill>
                  <a:srgbClr val="538235"/>
                </a:solidFill>
                <a:latin typeface="Tahoma"/>
                <a:cs typeface="Tahoma"/>
              </a:rPr>
              <a:t> YB</a:t>
            </a:r>
            <a:r>
              <a:rPr sz="1200" spc="-5" dirty="0">
                <a:solidFill>
                  <a:srgbClr val="538235"/>
                </a:solidFill>
                <a:latin typeface="Tahoma"/>
                <a:cs typeface="Tahoma"/>
              </a:rPr>
              <a:t> where </a:t>
            </a:r>
            <a:r>
              <a:rPr sz="1200" dirty="0">
                <a:solidFill>
                  <a:srgbClr val="538235"/>
                </a:solidFill>
                <a:latin typeface="Tahoma"/>
                <a:cs typeface="Tahoma"/>
              </a:rPr>
              <a:t>YB</a:t>
            </a:r>
            <a:r>
              <a:rPr sz="1200" spc="-10"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Symbol"/>
                <a:cs typeface="Symbol"/>
              </a:rPr>
              <a:t></a:t>
            </a:r>
            <a:r>
              <a:rPr sz="1200" spc="-5" dirty="0">
                <a:solidFill>
                  <a:srgbClr val="538235"/>
                </a:solidFill>
                <a:latin typeface="Times New Roman"/>
                <a:cs typeface="Times New Roman"/>
              </a:rPr>
              <a:t> </a:t>
            </a:r>
            <a:r>
              <a:rPr sz="1200" spc="-15" baseline="24305" dirty="0">
                <a:solidFill>
                  <a:srgbClr val="538235"/>
                </a:solidFill>
                <a:latin typeface="Tahoma"/>
                <a:cs typeface="Tahoma"/>
              </a:rPr>
              <a:t>XB</a:t>
            </a:r>
            <a:r>
              <a:rPr sz="1200" spc="179" baseline="24305"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50" spc="-10" dirty="0">
                <a:solidFill>
                  <a:srgbClr val="538235"/>
                </a:solidFill>
                <a:latin typeface="Tahoma"/>
                <a:cs typeface="Tahoma"/>
              </a:rPr>
              <a:t>q</a:t>
            </a:r>
            <a:r>
              <a:rPr sz="1200" spc="-10" dirty="0">
                <a:solidFill>
                  <a:srgbClr val="538235"/>
                </a:solidFill>
                <a:latin typeface="Tahoma"/>
                <a:cs typeface="Tahoma"/>
              </a:rPr>
              <a:t>.</a:t>
            </a:r>
            <a:endParaRPr sz="1200">
              <a:latin typeface="Tahoma"/>
              <a:cs typeface="Tahoma"/>
            </a:endParaRPr>
          </a:p>
          <a:p>
            <a:pPr>
              <a:lnSpc>
                <a:spcPct val="100000"/>
              </a:lnSpc>
              <a:spcBef>
                <a:spcPts val="20"/>
              </a:spcBef>
            </a:pPr>
            <a:endParaRPr sz="1250">
              <a:latin typeface="Tahoma"/>
              <a:cs typeface="Tahoma"/>
            </a:endParaRPr>
          </a:p>
          <a:p>
            <a:pPr marL="228600">
              <a:lnSpc>
                <a:spcPct val="100000"/>
              </a:lnSpc>
            </a:pPr>
            <a:r>
              <a:rPr sz="1200" b="1" dirty="0">
                <a:solidFill>
                  <a:srgbClr val="538235"/>
                </a:solidFill>
                <a:latin typeface="Tahoma"/>
                <a:cs typeface="Tahoma"/>
              </a:rPr>
              <a:t>Generation</a:t>
            </a:r>
            <a:r>
              <a:rPr sz="1200" b="1" spc="-45" dirty="0">
                <a:solidFill>
                  <a:srgbClr val="538235"/>
                </a:solidFill>
                <a:latin typeface="Tahoma"/>
                <a:cs typeface="Tahoma"/>
              </a:rPr>
              <a:t> </a:t>
            </a:r>
            <a:r>
              <a:rPr sz="1200" b="1" dirty="0">
                <a:solidFill>
                  <a:srgbClr val="538235"/>
                </a:solidFill>
                <a:latin typeface="Tahoma"/>
                <a:cs typeface="Tahoma"/>
              </a:rPr>
              <a:t>of</a:t>
            </a:r>
            <a:r>
              <a:rPr sz="1200" b="1" spc="-10" dirty="0">
                <a:solidFill>
                  <a:srgbClr val="538235"/>
                </a:solidFill>
                <a:latin typeface="Tahoma"/>
                <a:cs typeface="Tahoma"/>
              </a:rPr>
              <a:t> </a:t>
            </a:r>
            <a:r>
              <a:rPr sz="1200" b="1" dirty="0">
                <a:solidFill>
                  <a:srgbClr val="538235"/>
                </a:solidFill>
                <a:latin typeface="Tahoma"/>
                <a:cs typeface="Tahoma"/>
              </a:rPr>
              <a:t>secret</a:t>
            </a:r>
            <a:r>
              <a:rPr sz="1200" b="1" spc="-30" dirty="0">
                <a:solidFill>
                  <a:srgbClr val="538235"/>
                </a:solidFill>
                <a:latin typeface="Tahoma"/>
                <a:cs typeface="Tahoma"/>
              </a:rPr>
              <a:t> </a:t>
            </a:r>
            <a:r>
              <a:rPr sz="1200" b="1" dirty="0">
                <a:solidFill>
                  <a:srgbClr val="538235"/>
                </a:solidFill>
                <a:latin typeface="Tahoma"/>
                <a:cs typeface="Tahoma"/>
              </a:rPr>
              <a:t>key</a:t>
            </a:r>
            <a:r>
              <a:rPr sz="1200" b="1" spc="-20" dirty="0">
                <a:solidFill>
                  <a:srgbClr val="538235"/>
                </a:solidFill>
                <a:latin typeface="Tahoma"/>
                <a:cs typeface="Tahoma"/>
              </a:rPr>
              <a:t> </a:t>
            </a:r>
            <a:r>
              <a:rPr sz="1200" b="1" dirty="0">
                <a:solidFill>
                  <a:srgbClr val="538235"/>
                </a:solidFill>
                <a:latin typeface="Tahoma"/>
                <a:cs typeface="Tahoma"/>
              </a:rPr>
              <a:t>by</a:t>
            </a:r>
            <a:r>
              <a:rPr sz="1200" b="1" spc="-25" dirty="0">
                <a:solidFill>
                  <a:srgbClr val="538235"/>
                </a:solidFill>
                <a:latin typeface="Tahoma"/>
                <a:cs typeface="Tahoma"/>
              </a:rPr>
              <a:t> </a:t>
            </a:r>
            <a:r>
              <a:rPr sz="1200" b="1" dirty="0">
                <a:solidFill>
                  <a:srgbClr val="538235"/>
                </a:solidFill>
                <a:latin typeface="Tahoma"/>
                <a:cs typeface="Tahoma"/>
              </a:rPr>
              <a:t>user</a:t>
            </a:r>
            <a:r>
              <a:rPr sz="1200" b="1" spc="-40" dirty="0">
                <a:solidFill>
                  <a:srgbClr val="538235"/>
                </a:solidFill>
                <a:latin typeface="Tahoma"/>
                <a:cs typeface="Tahoma"/>
              </a:rPr>
              <a:t> </a:t>
            </a:r>
            <a:r>
              <a:rPr sz="1200" b="1" spc="-5" dirty="0">
                <a:solidFill>
                  <a:srgbClr val="538235"/>
                </a:solidFill>
                <a:latin typeface="Tahoma"/>
                <a:cs typeface="Tahoma"/>
              </a:rPr>
              <a:t>‘A’</a:t>
            </a:r>
            <a:endParaRPr sz="1200">
              <a:latin typeface="Tahoma"/>
              <a:cs typeface="Tahoma"/>
            </a:endParaRPr>
          </a:p>
          <a:p>
            <a:pPr>
              <a:lnSpc>
                <a:spcPct val="100000"/>
              </a:lnSpc>
              <a:spcBef>
                <a:spcPts val="15"/>
              </a:spcBef>
            </a:pPr>
            <a:endParaRPr sz="1200">
              <a:latin typeface="Tahoma"/>
              <a:cs typeface="Tahoma"/>
            </a:endParaRPr>
          </a:p>
          <a:p>
            <a:pPr marL="228600">
              <a:lnSpc>
                <a:spcPct val="100000"/>
              </a:lnSpc>
            </a:pPr>
            <a:r>
              <a:rPr sz="1200" dirty="0">
                <a:solidFill>
                  <a:srgbClr val="538235"/>
                </a:solidFill>
                <a:latin typeface="Tahoma"/>
                <a:cs typeface="Tahoma"/>
              </a:rPr>
              <a:t>K</a:t>
            </a:r>
            <a:r>
              <a:rPr sz="1200" spc="-2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spc="-5" dirty="0">
                <a:solidFill>
                  <a:srgbClr val="538235"/>
                </a:solidFill>
                <a:latin typeface="Tahoma"/>
                <a:cs typeface="Tahoma"/>
              </a:rPr>
              <a:t>(YB)</a:t>
            </a:r>
            <a:r>
              <a:rPr sz="1200" spc="-7" baseline="24305" dirty="0">
                <a:solidFill>
                  <a:srgbClr val="538235"/>
                </a:solidFill>
                <a:latin typeface="Tahoma"/>
                <a:cs typeface="Tahoma"/>
              </a:rPr>
              <a:t>XA</a:t>
            </a:r>
            <a:r>
              <a:rPr sz="1200" spc="172" baseline="2430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50" spc="-30" dirty="0">
                <a:solidFill>
                  <a:srgbClr val="538235"/>
                </a:solidFill>
                <a:latin typeface="Tahoma"/>
                <a:cs typeface="Tahoma"/>
              </a:rPr>
              <a:t>q</a:t>
            </a:r>
            <a:endParaRPr sz="1250">
              <a:latin typeface="Tahoma"/>
              <a:cs typeface="Tahoma"/>
            </a:endParaRPr>
          </a:p>
          <a:p>
            <a:pPr>
              <a:lnSpc>
                <a:spcPct val="100000"/>
              </a:lnSpc>
              <a:spcBef>
                <a:spcPts val="50"/>
              </a:spcBef>
            </a:pPr>
            <a:endParaRPr sz="1200">
              <a:latin typeface="Tahoma"/>
              <a:cs typeface="Tahoma"/>
            </a:endParaRPr>
          </a:p>
          <a:p>
            <a:pPr marL="228600">
              <a:lnSpc>
                <a:spcPct val="100000"/>
              </a:lnSpc>
              <a:spcBef>
                <a:spcPts val="5"/>
              </a:spcBef>
            </a:pPr>
            <a:r>
              <a:rPr sz="1200" b="1" dirty="0">
                <a:solidFill>
                  <a:srgbClr val="538235"/>
                </a:solidFill>
                <a:latin typeface="Tahoma"/>
                <a:cs typeface="Tahoma"/>
              </a:rPr>
              <a:t>Generation</a:t>
            </a:r>
            <a:r>
              <a:rPr sz="1200" b="1" spc="-45" dirty="0">
                <a:solidFill>
                  <a:srgbClr val="538235"/>
                </a:solidFill>
                <a:latin typeface="Tahoma"/>
                <a:cs typeface="Tahoma"/>
              </a:rPr>
              <a:t> </a:t>
            </a:r>
            <a:r>
              <a:rPr sz="1200" b="1" dirty="0">
                <a:solidFill>
                  <a:srgbClr val="538235"/>
                </a:solidFill>
                <a:latin typeface="Tahoma"/>
                <a:cs typeface="Tahoma"/>
              </a:rPr>
              <a:t>of</a:t>
            </a:r>
            <a:r>
              <a:rPr sz="1200" b="1" spc="-10" dirty="0">
                <a:solidFill>
                  <a:srgbClr val="538235"/>
                </a:solidFill>
                <a:latin typeface="Tahoma"/>
                <a:cs typeface="Tahoma"/>
              </a:rPr>
              <a:t> </a:t>
            </a:r>
            <a:r>
              <a:rPr sz="1200" b="1" dirty="0">
                <a:solidFill>
                  <a:srgbClr val="538235"/>
                </a:solidFill>
                <a:latin typeface="Tahoma"/>
                <a:cs typeface="Tahoma"/>
              </a:rPr>
              <a:t>secret</a:t>
            </a:r>
            <a:r>
              <a:rPr sz="1200" b="1" spc="-30" dirty="0">
                <a:solidFill>
                  <a:srgbClr val="538235"/>
                </a:solidFill>
                <a:latin typeface="Tahoma"/>
                <a:cs typeface="Tahoma"/>
              </a:rPr>
              <a:t> </a:t>
            </a:r>
            <a:r>
              <a:rPr sz="1200" b="1" dirty="0">
                <a:solidFill>
                  <a:srgbClr val="538235"/>
                </a:solidFill>
                <a:latin typeface="Tahoma"/>
                <a:cs typeface="Tahoma"/>
              </a:rPr>
              <a:t>key</a:t>
            </a:r>
            <a:r>
              <a:rPr sz="1200" b="1" spc="-20" dirty="0">
                <a:solidFill>
                  <a:srgbClr val="538235"/>
                </a:solidFill>
                <a:latin typeface="Tahoma"/>
                <a:cs typeface="Tahoma"/>
              </a:rPr>
              <a:t> </a:t>
            </a:r>
            <a:r>
              <a:rPr sz="1200" b="1" dirty="0">
                <a:solidFill>
                  <a:srgbClr val="538235"/>
                </a:solidFill>
                <a:latin typeface="Tahoma"/>
                <a:cs typeface="Tahoma"/>
              </a:rPr>
              <a:t>by</a:t>
            </a:r>
            <a:r>
              <a:rPr sz="1200" b="1" spc="-25" dirty="0">
                <a:solidFill>
                  <a:srgbClr val="538235"/>
                </a:solidFill>
                <a:latin typeface="Tahoma"/>
                <a:cs typeface="Tahoma"/>
              </a:rPr>
              <a:t> </a:t>
            </a:r>
            <a:r>
              <a:rPr sz="1200" b="1" dirty="0">
                <a:solidFill>
                  <a:srgbClr val="538235"/>
                </a:solidFill>
                <a:latin typeface="Tahoma"/>
                <a:cs typeface="Tahoma"/>
              </a:rPr>
              <a:t>user</a:t>
            </a:r>
            <a:r>
              <a:rPr sz="1200" b="1" spc="-40" dirty="0">
                <a:solidFill>
                  <a:srgbClr val="538235"/>
                </a:solidFill>
                <a:latin typeface="Tahoma"/>
                <a:cs typeface="Tahoma"/>
              </a:rPr>
              <a:t> </a:t>
            </a:r>
            <a:r>
              <a:rPr sz="1200" b="1" spc="-5" dirty="0">
                <a:solidFill>
                  <a:srgbClr val="538235"/>
                </a:solidFill>
                <a:latin typeface="Tahoma"/>
                <a:cs typeface="Tahoma"/>
              </a:rPr>
              <a:t>‘B’</a:t>
            </a:r>
            <a:endParaRPr sz="1200">
              <a:latin typeface="Tahoma"/>
              <a:cs typeface="Tahoma"/>
            </a:endParaRPr>
          </a:p>
          <a:p>
            <a:pPr>
              <a:lnSpc>
                <a:spcPct val="100000"/>
              </a:lnSpc>
              <a:spcBef>
                <a:spcPts val="35"/>
              </a:spcBef>
            </a:pPr>
            <a:endParaRPr sz="1200">
              <a:latin typeface="Tahoma"/>
              <a:cs typeface="Tahoma"/>
            </a:endParaRPr>
          </a:p>
          <a:p>
            <a:pPr marL="228600">
              <a:lnSpc>
                <a:spcPct val="100000"/>
              </a:lnSpc>
              <a:spcBef>
                <a:spcPts val="5"/>
              </a:spcBef>
            </a:pPr>
            <a:r>
              <a:rPr sz="1200" dirty="0">
                <a:solidFill>
                  <a:srgbClr val="538235"/>
                </a:solidFill>
                <a:latin typeface="Tahoma"/>
                <a:cs typeface="Tahoma"/>
              </a:rPr>
              <a:t>K</a:t>
            </a:r>
            <a:r>
              <a:rPr sz="1200" spc="-20"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(YA)</a:t>
            </a:r>
            <a:r>
              <a:rPr sz="1200" spc="-10" dirty="0">
                <a:solidFill>
                  <a:srgbClr val="538235"/>
                </a:solidFill>
                <a:latin typeface="Tahoma"/>
                <a:cs typeface="Tahoma"/>
              </a:rPr>
              <a:t> </a:t>
            </a:r>
            <a:r>
              <a:rPr sz="1200" spc="-15" baseline="24305" dirty="0">
                <a:solidFill>
                  <a:srgbClr val="538235"/>
                </a:solidFill>
                <a:latin typeface="Tahoma"/>
                <a:cs typeface="Tahoma"/>
              </a:rPr>
              <a:t>XB</a:t>
            </a:r>
            <a:r>
              <a:rPr sz="1200" spc="202" baseline="24305"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50" spc="-30" dirty="0">
                <a:solidFill>
                  <a:srgbClr val="538235"/>
                </a:solidFill>
                <a:latin typeface="Tahoma"/>
                <a:cs typeface="Tahoma"/>
              </a:rPr>
              <a:t>q</a:t>
            </a:r>
            <a:endParaRPr sz="1250">
              <a:latin typeface="Tahoma"/>
              <a:cs typeface="Tahoma"/>
            </a:endParaRPr>
          </a:p>
          <a:p>
            <a:pPr>
              <a:lnSpc>
                <a:spcPct val="100000"/>
              </a:lnSpc>
              <a:spcBef>
                <a:spcPts val="50"/>
              </a:spcBef>
            </a:pPr>
            <a:endParaRPr sz="1200">
              <a:latin typeface="Tahoma"/>
              <a:cs typeface="Tahoma"/>
            </a:endParaRPr>
          </a:p>
          <a:p>
            <a:pPr marL="228600">
              <a:lnSpc>
                <a:spcPct val="100000"/>
              </a:lnSpc>
            </a:pPr>
            <a:r>
              <a:rPr sz="1200" b="1" dirty="0">
                <a:solidFill>
                  <a:srgbClr val="538235"/>
                </a:solidFill>
                <a:latin typeface="Tahoma"/>
                <a:cs typeface="Tahoma"/>
              </a:rPr>
              <a:t>Derivation</a:t>
            </a:r>
            <a:endParaRPr sz="1200">
              <a:latin typeface="Tahoma"/>
              <a:cs typeface="Tahoma"/>
            </a:endParaRPr>
          </a:p>
          <a:p>
            <a:pPr>
              <a:lnSpc>
                <a:spcPct val="100000"/>
              </a:lnSpc>
              <a:spcBef>
                <a:spcPts val="15"/>
              </a:spcBef>
            </a:pPr>
            <a:endParaRPr sz="1200">
              <a:latin typeface="Tahoma"/>
              <a:cs typeface="Tahoma"/>
            </a:endParaRPr>
          </a:p>
          <a:p>
            <a:pPr marL="228600">
              <a:lnSpc>
                <a:spcPct val="100000"/>
              </a:lnSpc>
            </a:pPr>
            <a:r>
              <a:rPr sz="1200" dirty="0">
                <a:solidFill>
                  <a:srgbClr val="538235"/>
                </a:solidFill>
                <a:latin typeface="Tahoma"/>
                <a:cs typeface="Tahoma"/>
              </a:rPr>
              <a:t>K</a:t>
            </a:r>
            <a:r>
              <a:rPr sz="1200" spc="-20"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10" dirty="0">
                <a:solidFill>
                  <a:srgbClr val="538235"/>
                </a:solidFill>
                <a:latin typeface="Tahoma"/>
                <a:cs typeface="Tahoma"/>
              </a:rPr>
              <a:t>(YB)</a:t>
            </a:r>
            <a:r>
              <a:rPr sz="1200" spc="-15" baseline="24305" dirty="0">
                <a:solidFill>
                  <a:srgbClr val="538235"/>
                </a:solidFill>
                <a:latin typeface="Tahoma"/>
                <a:cs typeface="Tahoma"/>
              </a:rPr>
              <a:t>XA</a:t>
            </a:r>
            <a:r>
              <a:rPr sz="1200" spc="179" baseline="24305" dirty="0">
                <a:solidFill>
                  <a:srgbClr val="538235"/>
                </a:solidFill>
                <a:latin typeface="Tahoma"/>
                <a:cs typeface="Tahoma"/>
              </a:rPr>
              <a:t> </a:t>
            </a:r>
            <a:r>
              <a:rPr sz="1200" spc="-5" dirty="0">
                <a:solidFill>
                  <a:srgbClr val="538235"/>
                </a:solidFill>
                <a:latin typeface="Tahoma"/>
                <a:cs typeface="Tahoma"/>
              </a:rPr>
              <a:t>mod</a:t>
            </a:r>
            <a:r>
              <a:rPr sz="1200" spc="5" dirty="0">
                <a:solidFill>
                  <a:srgbClr val="538235"/>
                </a:solidFill>
                <a:latin typeface="Tahoma"/>
                <a:cs typeface="Tahoma"/>
              </a:rPr>
              <a:t> </a:t>
            </a:r>
            <a:r>
              <a:rPr sz="1250" spc="-30" dirty="0">
                <a:solidFill>
                  <a:srgbClr val="538235"/>
                </a:solidFill>
                <a:latin typeface="Tahoma"/>
                <a:cs typeface="Tahoma"/>
              </a:rPr>
              <a:t>q</a:t>
            </a:r>
            <a:endParaRPr sz="1250">
              <a:latin typeface="Tahoma"/>
              <a:cs typeface="Tahoma"/>
            </a:endParaRPr>
          </a:p>
          <a:p>
            <a:pPr>
              <a:lnSpc>
                <a:spcPct val="100000"/>
              </a:lnSpc>
              <a:spcBef>
                <a:spcPts val="30"/>
              </a:spcBef>
            </a:pPr>
            <a:endParaRPr sz="1200">
              <a:latin typeface="Tahoma"/>
              <a:cs typeface="Tahoma"/>
            </a:endParaRPr>
          </a:p>
          <a:p>
            <a:pPr marL="228600">
              <a:lnSpc>
                <a:spcPct val="100000"/>
              </a:lnSpc>
            </a:pP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a:t>
            </a:r>
            <a:r>
              <a:rPr sz="1200" spc="-5" dirty="0">
                <a:solidFill>
                  <a:srgbClr val="538235"/>
                </a:solidFill>
                <a:latin typeface="Symbol"/>
                <a:cs typeface="Symbol"/>
              </a:rPr>
              <a:t></a:t>
            </a:r>
            <a:r>
              <a:rPr sz="1200" spc="10" dirty="0">
                <a:solidFill>
                  <a:srgbClr val="538235"/>
                </a:solidFill>
                <a:latin typeface="Times New Roman"/>
                <a:cs typeface="Times New Roman"/>
              </a:rPr>
              <a:t> </a:t>
            </a:r>
            <a:r>
              <a:rPr sz="1200" spc="-15" baseline="24305" dirty="0">
                <a:solidFill>
                  <a:srgbClr val="538235"/>
                </a:solidFill>
                <a:latin typeface="Tahoma"/>
                <a:cs typeface="Tahoma"/>
              </a:rPr>
              <a:t>XB</a:t>
            </a:r>
            <a:r>
              <a:rPr sz="1200" spc="172" baseline="24305" dirty="0">
                <a:solidFill>
                  <a:srgbClr val="538235"/>
                </a:solidFill>
                <a:latin typeface="Tahoma"/>
                <a:cs typeface="Tahoma"/>
              </a:rPr>
              <a:t> </a:t>
            </a:r>
            <a:r>
              <a:rPr sz="1200" dirty="0">
                <a:solidFill>
                  <a:srgbClr val="538235"/>
                </a:solidFill>
                <a:latin typeface="Tahoma"/>
                <a:cs typeface="Tahoma"/>
              </a:rPr>
              <a:t>mod </a:t>
            </a:r>
            <a:r>
              <a:rPr sz="1250" spc="-15" dirty="0">
                <a:solidFill>
                  <a:srgbClr val="538235"/>
                </a:solidFill>
                <a:latin typeface="Tahoma"/>
                <a:cs typeface="Tahoma"/>
              </a:rPr>
              <a:t>q</a:t>
            </a:r>
            <a:r>
              <a:rPr sz="1200" spc="-15" dirty="0">
                <a:solidFill>
                  <a:srgbClr val="538235"/>
                </a:solidFill>
                <a:latin typeface="Tahoma"/>
                <a:cs typeface="Tahoma"/>
              </a:rPr>
              <a:t>)</a:t>
            </a:r>
            <a:r>
              <a:rPr sz="1200" spc="-30" dirty="0">
                <a:solidFill>
                  <a:srgbClr val="538235"/>
                </a:solidFill>
                <a:latin typeface="Tahoma"/>
                <a:cs typeface="Tahoma"/>
              </a:rPr>
              <a:t> </a:t>
            </a:r>
            <a:r>
              <a:rPr sz="1200" spc="-5" dirty="0">
                <a:solidFill>
                  <a:srgbClr val="538235"/>
                </a:solidFill>
                <a:latin typeface="Tahoma"/>
                <a:cs typeface="Tahoma"/>
              </a:rPr>
              <a:t>XA</a:t>
            </a:r>
            <a:r>
              <a:rPr sz="1200" spc="5" dirty="0">
                <a:solidFill>
                  <a:srgbClr val="538235"/>
                </a:solidFill>
                <a:latin typeface="Tahoma"/>
                <a:cs typeface="Tahoma"/>
              </a:rPr>
              <a:t> </a:t>
            </a:r>
            <a:r>
              <a:rPr sz="1200" dirty="0">
                <a:solidFill>
                  <a:srgbClr val="538235"/>
                </a:solidFill>
                <a:latin typeface="Tahoma"/>
                <a:cs typeface="Tahoma"/>
              </a:rPr>
              <a:t>mod </a:t>
            </a:r>
            <a:r>
              <a:rPr sz="1250" spc="-30" dirty="0">
                <a:solidFill>
                  <a:srgbClr val="538235"/>
                </a:solidFill>
                <a:latin typeface="Tahoma"/>
                <a:cs typeface="Tahoma"/>
              </a:rPr>
              <a:t>q</a:t>
            </a:r>
            <a:endParaRPr sz="1250">
              <a:latin typeface="Tahoma"/>
              <a:cs typeface="Tahoma"/>
            </a:endParaRPr>
          </a:p>
          <a:p>
            <a:pPr>
              <a:lnSpc>
                <a:spcPct val="100000"/>
              </a:lnSpc>
            </a:pPr>
            <a:endParaRPr sz="1200">
              <a:latin typeface="Tahoma"/>
              <a:cs typeface="Tahoma"/>
            </a:endParaRPr>
          </a:p>
          <a:p>
            <a:pPr marL="228600">
              <a:lnSpc>
                <a:spcPct val="100000"/>
              </a:lnSpc>
              <a:spcBef>
                <a:spcPts val="5"/>
              </a:spcBef>
            </a:pPr>
            <a:r>
              <a:rPr sz="1200" dirty="0">
                <a:solidFill>
                  <a:srgbClr val="538235"/>
                </a:solidFill>
                <a:latin typeface="Tahoma"/>
                <a:cs typeface="Tahoma"/>
              </a:rPr>
              <a:t>=</a:t>
            </a:r>
            <a:r>
              <a:rPr sz="1200" spc="-20" dirty="0">
                <a:solidFill>
                  <a:srgbClr val="538235"/>
                </a:solidFill>
                <a:latin typeface="Tahoma"/>
                <a:cs typeface="Tahoma"/>
              </a:rPr>
              <a:t> </a:t>
            </a:r>
            <a:r>
              <a:rPr sz="1200" spc="-5" dirty="0">
                <a:solidFill>
                  <a:srgbClr val="538235"/>
                </a:solidFill>
                <a:latin typeface="Tahoma"/>
                <a:cs typeface="Tahoma"/>
              </a:rPr>
              <a:t>(</a:t>
            </a:r>
            <a:r>
              <a:rPr sz="1200" spc="-5" dirty="0">
                <a:solidFill>
                  <a:srgbClr val="538235"/>
                </a:solidFill>
                <a:latin typeface="Symbol"/>
                <a:cs typeface="Symbol"/>
              </a:rPr>
              <a:t></a:t>
            </a:r>
            <a:r>
              <a:rPr sz="1200" spc="10" dirty="0">
                <a:solidFill>
                  <a:srgbClr val="538235"/>
                </a:solidFill>
                <a:latin typeface="Times New Roman"/>
                <a:cs typeface="Times New Roman"/>
              </a:rPr>
              <a:t> </a:t>
            </a:r>
            <a:r>
              <a:rPr sz="1200" spc="-15" baseline="24305" dirty="0">
                <a:solidFill>
                  <a:srgbClr val="538235"/>
                </a:solidFill>
                <a:latin typeface="Tahoma"/>
                <a:cs typeface="Tahoma"/>
              </a:rPr>
              <a:t>XB</a:t>
            </a:r>
            <a:r>
              <a:rPr sz="1200" spc="165" baseline="24305" dirty="0">
                <a:solidFill>
                  <a:srgbClr val="538235"/>
                </a:solidFill>
                <a:latin typeface="Tahoma"/>
                <a:cs typeface="Tahoma"/>
              </a:rPr>
              <a:t> </a:t>
            </a:r>
            <a:r>
              <a:rPr sz="1200" spc="-10" dirty="0">
                <a:solidFill>
                  <a:srgbClr val="538235"/>
                </a:solidFill>
                <a:latin typeface="Tahoma"/>
                <a:cs typeface="Tahoma"/>
              </a:rPr>
              <a:t>)</a:t>
            </a:r>
            <a:r>
              <a:rPr sz="1200" spc="-15" baseline="24305" dirty="0">
                <a:solidFill>
                  <a:srgbClr val="538235"/>
                </a:solidFill>
                <a:latin typeface="Tahoma"/>
                <a:cs typeface="Tahoma"/>
              </a:rPr>
              <a:t>XA</a:t>
            </a:r>
            <a:r>
              <a:rPr sz="1200" spc="172" baseline="24305"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50" spc="-30" dirty="0">
                <a:solidFill>
                  <a:srgbClr val="538235"/>
                </a:solidFill>
                <a:latin typeface="Tahoma"/>
                <a:cs typeface="Tahoma"/>
              </a:rPr>
              <a:t>q</a:t>
            </a:r>
            <a:endParaRPr sz="1250">
              <a:latin typeface="Tahoma"/>
              <a:cs typeface="Tahoma"/>
            </a:endParaRPr>
          </a:p>
          <a:p>
            <a:pPr>
              <a:lnSpc>
                <a:spcPct val="100000"/>
              </a:lnSpc>
              <a:spcBef>
                <a:spcPts val="5"/>
              </a:spcBef>
            </a:pPr>
            <a:endParaRPr sz="1200">
              <a:latin typeface="Tahoma"/>
              <a:cs typeface="Tahoma"/>
            </a:endParaRPr>
          </a:p>
          <a:p>
            <a:pPr marL="228600">
              <a:lnSpc>
                <a:spcPct val="100000"/>
              </a:lnSpc>
            </a:pPr>
            <a:r>
              <a:rPr sz="1200" dirty="0">
                <a:solidFill>
                  <a:srgbClr val="538235"/>
                </a:solidFill>
                <a:latin typeface="Tahoma"/>
                <a:cs typeface="Tahoma"/>
              </a:rPr>
              <a:t>= </a:t>
            </a:r>
            <a:r>
              <a:rPr sz="1200" spc="-5" dirty="0">
                <a:solidFill>
                  <a:srgbClr val="538235"/>
                </a:solidFill>
                <a:latin typeface="Tahoma"/>
                <a:cs typeface="Tahoma"/>
              </a:rPr>
              <a:t>(</a:t>
            </a:r>
            <a:r>
              <a:rPr sz="1200" dirty="0">
                <a:solidFill>
                  <a:srgbClr val="538235"/>
                </a:solidFill>
                <a:latin typeface="Symbol"/>
                <a:cs typeface="Symbol"/>
              </a:rPr>
              <a:t></a:t>
            </a:r>
            <a:r>
              <a:rPr sz="1200" spc="-100" dirty="0">
                <a:solidFill>
                  <a:srgbClr val="538235"/>
                </a:solidFill>
                <a:latin typeface="Times New Roman"/>
                <a:cs typeface="Times New Roman"/>
              </a:rPr>
              <a:t> </a:t>
            </a:r>
            <a:r>
              <a:rPr sz="1200" spc="-15" baseline="24305" dirty="0">
                <a:solidFill>
                  <a:srgbClr val="538235"/>
                </a:solidFill>
                <a:latin typeface="Tahoma"/>
                <a:cs typeface="Tahoma"/>
              </a:rPr>
              <a:t>X</a:t>
            </a:r>
            <a:r>
              <a:rPr sz="1200" spc="-7" baseline="24305" dirty="0">
                <a:solidFill>
                  <a:srgbClr val="538235"/>
                </a:solidFill>
                <a:latin typeface="Tahoma"/>
                <a:cs typeface="Tahoma"/>
              </a:rPr>
              <a:t>A</a:t>
            </a:r>
            <a:r>
              <a:rPr sz="1200" baseline="24305" dirty="0">
                <a:solidFill>
                  <a:srgbClr val="538235"/>
                </a:solidFill>
                <a:latin typeface="Tahoma"/>
                <a:cs typeface="Tahoma"/>
              </a:rPr>
              <a:t> </a:t>
            </a:r>
            <a:r>
              <a:rPr sz="1200" spc="-165" baseline="24305" dirty="0">
                <a:solidFill>
                  <a:srgbClr val="538235"/>
                </a:solidFill>
                <a:latin typeface="Tahoma"/>
                <a:cs typeface="Tahoma"/>
              </a:rPr>
              <a:t> </a:t>
            </a:r>
            <a:r>
              <a:rPr sz="1200" spc="-5" dirty="0">
                <a:solidFill>
                  <a:srgbClr val="538235"/>
                </a:solidFill>
                <a:latin typeface="Tahoma"/>
                <a:cs typeface="Tahoma"/>
              </a:rPr>
              <a:t>)</a:t>
            </a:r>
            <a:r>
              <a:rPr sz="1200" spc="-15" baseline="24305" dirty="0">
                <a:solidFill>
                  <a:srgbClr val="538235"/>
                </a:solidFill>
                <a:latin typeface="Tahoma"/>
                <a:cs typeface="Tahoma"/>
              </a:rPr>
              <a:t>X</a:t>
            </a:r>
            <a:r>
              <a:rPr sz="1200" spc="-7" baseline="24305" dirty="0">
                <a:solidFill>
                  <a:srgbClr val="538235"/>
                </a:solidFill>
                <a:latin typeface="Tahoma"/>
                <a:cs typeface="Tahoma"/>
              </a:rPr>
              <a:t>B</a:t>
            </a:r>
            <a:r>
              <a:rPr sz="1200" baseline="24305" dirty="0">
                <a:solidFill>
                  <a:srgbClr val="538235"/>
                </a:solidFill>
                <a:latin typeface="Tahoma"/>
                <a:cs typeface="Tahoma"/>
              </a:rPr>
              <a:t> </a:t>
            </a:r>
            <a:r>
              <a:rPr sz="1200" spc="-157" baseline="2430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50" spc="-30" dirty="0">
                <a:solidFill>
                  <a:srgbClr val="538235"/>
                </a:solidFill>
                <a:latin typeface="Tahoma"/>
                <a:cs typeface="Tahoma"/>
              </a:rPr>
              <a:t>q</a:t>
            </a:r>
            <a:endParaRPr sz="1250">
              <a:latin typeface="Tahoma"/>
              <a:cs typeface="Tahoma"/>
            </a:endParaRPr>
          </a:p>
          <a:p>
            <a:pPr>
              <a:lnSpc>
                <a:spcPct val="100000"/>
              </a:lnSpc>
              <a:spcBef>
                <a:spcPts val="25"/>
              </a:spcBef>
            </a:pPr>
            <a:endParaRPr sz="1200">
              <a:latin typeface="Tahoma"/>
              <a:cs typeface="Tahoma"/>
            </a:endParaRPr>
          </a:p>
          <a:p>
            <a:pPr marL="228600">
              <a:lnSpc>
                <a:spcPct val="100000"/>
              </a:lnSpc>
              <a:spcBef>
                <a:spcPts val="5"/>
              </a:spcBef>
            </a:pP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a:t>
            </a:r>
            <a:r>
              <a:rPr sz="1200" spc="-5" dirty="0">
                <a:solidFill>
                  <a:srgbClr val="538235"/>
                </a:solidFill>
                <a:latin typeface="Symbol"/>
                <a:cs typeface="Symbol"/>
              </a:rPr>
              <a:t></a:t>
            </a:r>
            <a:r>
              <a:rPr sz="1200" spc="10" dirty="0">
                <a:solidFill>
                  <a:srgbClr val="538235"/>
                </a:solidFill>
                <a:latin typeface="Times New Roman"/>
                <a:cs typeface="Times New Roman"/>
              </a:rPr>
              <a:t> </a:t>
            </a:r>
            <a:r>
              <a:rPr sz="1200" spc="-15" baseline="24305" dirty="0">
                <a:solidFill>
                  <a:srgbClr val="538235"/>
                </a:solidFill>
                <a:latin typeface="Tahoma"/>
                <a:cs typeface="Tahoma"/>
              </a:rPr>
              <a:t>XA</a:t>
            </a:r>
            <a:r>
              <a:rPr sz="1200" spc="157" baseline="24305" dirty="0">
                <a:solidFill>
                  <a:srgbClr val="538235"/>
                </a:solidFill>
                <a:latin typeface="Tahoma"/>
                <a:cs typeface="Tahoma"/>
              </a:rPr>
              <a:t> </a:t>
            </a:r>
            <a:r>
              <a:rPr sz="1200" dirty="0">
                <a:solidFill>
                  <a:srgbClr val="538235"/>
                </a:solidFill>
                <a:latin typeface="Tahoma"/>
                <a:cs typeface="Tahoma"/>
              </a:rPr>
              <a:t>mod </a:t>
            </a:r>
            <a:r>
              <a:rPr sz="1250" spc="-15" dirty="0">
                <a:solidFill>
                  <a:srgbClr val="538235"/>
                </a:solidFill>
                <a:latin typeface="Tahoma"/>
                <a:cs typeface="Tahoma"/>
              </a:rPr>
              <a:t>q</a:t>
            </a:r>
            <a:r>
              <a:rPr sz="1200" spc="-15" dirty="0">
                <a:solidFill>
                  <a:srgbClr val="538235"/>
                </a:solidFill>
                <a:latin typeface="Tahoma"/>
                <a:cs typeface="Tahoma"/>
              </a:rPr>
              <a:t>)</a:t>
            </a:r>
            <a:r>
              <a:rPr sz="1200" spc="-25" dirty="0">
                <a:solidFill>
                  <a:srgbClr val="538235"/>
                </a:solidFill>
                <a:latin typeface="Tahoma"/>
                <a:cs typeface="Tahoma"/>
              </a:rPr>
              <a:t> </a:t>
            </a:r>
            <a:r>
              <a:rPr sz="1200" spc="-15" baseline="24305" dirty="0">
                <a:solidFill>
                  <a:srgbClr val="538235"/>
                </a:solidFill>
                <a:latin typeface="Tahoma"/>
                <a:cs typeface="Tahoma"/>
              </a:rPr>
              <a:t>XB</a:t>
            </a:r>
            <a:r>
              <a:rPr sz="1200" spc="202" baseline="24305" dirty="0">
                <a:solidFill>
                  <a:srgbClr val="538235"/>
                </a:solidFill>
                <a:latin typeface="Tahoma"/>
                <a:cs typeface="Tahoma"/>
              </a:rPr>
              <a:t> </a:t>
            </a:r>
            <a:r>
              <a:rPr sz="1200" dirty="0">
                <a:solidFill>
                  <a:srgbClr val="538235"/>
                </a:solidFill>
                <a:latin typeface="Tahoma"/>
                <a:cs typeface="Tahoma"/>
              </a:rPr>
              <a:t>mod </a:t>
            </a:r>
            <a:r>
              <a:rPr sz="1250" spc="-30" dirty="0">
                <a:solidFill>
                  <a:srgbClr val="538235"/>
                </a:solidFill>
                <a:latin typeface="Tahoma"/>
                <a:cs typeface="Tahoma"/>
              </a:rPr>
              <a:t>q</a:t>
            </a:r>
            <a:endParaRPr sz="1250">
              <a:latin typeface="Tahoma"/>
              <a:cs typeface="Tahoma"/>
            </a:endParaRPr>
          </a:p>
          <a:p>
            <a:pPr>
              <a:lnSpc>
                <a:spcPct val="100000"/>
              </a:lnSpc>
            </a:pPr>
            <a:endParaRPr sz="1200">
              <a:latin typeface="Tahoma"/>
              <a:cs typeface="Tahoma"/>
            </a:endParaRPr>
          </a:p>
          <a:p>
            <a:pPr marL="228600">
              <a:lnSpc>
                <a:spcPct val="100000"/>
              </a:lnSpc>
            </a:pPr>
            <a:r>
              <a:rPr sz="1200" dirty="0">
                <a:solidFill>
                  <a:srgbClr val="538235"/>
                </a:solidFill>
                <a:latin typeface="Tahoma"/>
                <a:cs typeface="Tahoma"/>
              </a:rPr>
              <a:t>K</a:t>
            </a:r>
            <a:r>
              <a:rPr sz="1200" spc="-20"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(YA)</a:t>
            </a:r>
            <a:r>
              <a:rPr sz="1200" spc="-10" dirty="0">
                <a:solidFill>
                  <a:srgbClr val="538235"/>
                </a:solidFill>
                <a:latin typeface="Tahoma"/>
                <a:cs typeface="Tahoma"/>
              </a:rPr>
              <a:t> </a:t>
            </a:r>
            <a:r>
              <a:rPr sz="1200" spc="-15" baseline="24305" dirty="0">
                <a:solidFill>
                  <a:srgbClr val="538235"/>
                </a:solidFill>
                <a:latin typeface="Tahoma"/>
                <a:cs typeface="Tahoma"/>
              </a:rPr>
              <a:t>XB</a:t>
            </a:r>
            <a:r>
              <a:rPr sz="1200" spc="22" baseline="24305" dirty="0">
                <a:solidFill>
                  <a:srgbClr val="538235"/>
                </a:solidFill>
                <a:latin typeface="Tahoma"/>
                <a:cs typeface="Tahoma"/>
              </a:rPr>
              <a:t> </a:t>
            </a:r>
            <a:r>
              <a:rPr sz="1200" dirty="0">
                <a:solidFill>
                  <a:srgbClr val="538235"/>
                </a:solidFill>
                <a:latin typeface="Tahoma"/>
                <a:cs typeface="Tahoma"/>
              </a:rPr>
              <a:t>mod</a:t>
            </a:r>
            <a:r>
              <a:rPr sz="1200" spc="-25" dirty="0">
                <a:solidFill>
                  <a:srgbClr val="538235"/>
                </a:solidFill>
                <a:latin typeface="Tahoma"/>
                <a:cs typeface="Tahoma"/>
              </a:rPr>
              <a:t> </a:t>
            </a:r>
            <a:r>
              <a:rPr sz="1250" spc="-30" dirty="0">
                <a:solidFill>
                  <a:srgbClr val="538235"/>
                </a:solidFill>
                <a:latin typeface="Tahoma"/>
                <a:cs typeface="Tahoma"/>
              </a:rPr>
              <a:t>q</a:t>
            </a:r>
            <a:endParaRPr sz="1250">
              <a:latin typeface="Tahoma"/>
              <a:cs typeface="Tahom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2927" y="1008888"/>
            <a:ext cx="100584" cy="106679"/>
          </a:xfrm>
          <a:prstGeom prst="rect">
            <a:avLst/>
          </a:prstGeom>
        </p:spPr>
      </p:pic>
      <p:pic>
        <p:nvPicPr>
          <p:cNvPr id="3" name="object 3"/>
          <p:cNvPicPr/>
          <p:nvPr/>
        </p:nvPicPr>
        <p:blipFill>
          <a:blip r:embed="rId2" cstate="print"/>
          <a:stretch>
            <a:fillRect/>
          </a:stretch>
        </p:blipFill>
        <p:spPr>
          <a:xfrm>
            <a:off x="907351" y="1316736"/>
            <a:ext cx="100584" cy="106679"/>
          </a:xfrm>
          <a:prstGeom prst="rect">
            <a:avLst/>
          </a:prstGeom>
        </p:spPr>
      </p:pic>
      <p:pic>
        <p:nvPicPr>
          <p:cNvPr id="4" name="object 4"/>
          <p:cNvPicPr/>
          <p:nvPr/>
        </p:nvPicPr>
        <p:blipFill>
          <a:blip r:embed="rId2" cstate="print"/>
          <a:stretch>
            <a:fillRect/>
          </a:stretch>
        </p:blipFill>
        <p:spPr>
          <a:xfrm>
            <a:off x="907351" y="1621536"/>
            <a:ext cx="100584" cy="106679"/>
          </a:xfrm>
          <a:prstGeom prst="rect">
            <a:avLst/>
          </a:prstGeom>
        </p:spPr>
      </p:pic>
      <p:pic>
        <p:nvPicPr>
          <p:cNvPr id="5" name="object 5"/>
          <p:cNvPicPr/>
          <p:nvPr/>
        </p:nvPicPr>
        <p:blipFill>
          <a:blip r:embed="rId2" cstate="print"/>
          <a:stretch>
            <a:fillRect/>
          </a:stretch>
        </p:blipFill>
        <p:spPr>
          <a:xfrm>
            <a:off x="907351" y="1929383"/>
            <a:ext cx="100584" cy="106679"/>
          </a:xfrm>
          <a:prstGeom prst="rect">
            <a:avLst/>
          </a:prstGeom>
        </p:spPr>
      </p:pic>
      <p:pic>
        <p:nvPicPr>
          <p:cNvPr id="6" name="object 6"/>
          <p:cNvPicPr/>
          <p:nvPr/>
        </p:nvPicPr>
        <p:blipFill>
          <a:blip r:embed="rId2" cstate="print"/>
          <a:stretch>
            <a:fillRect/>
          </a:stretch>
        </p:blipFill>
        <p:spPr>
          <a:xfrm>
            <a:off x="562927" y="2645664"/>
            <a:ext cx="100584" cy="106679"/>
          </a:xfrm>
          <a:prstGeom prst="rect">
            <a:avLst/>
          </a:prstGeom>
        </p:spPr>
      </p:pic>
      <p:pic>
        <p:nvPicPr>
          <p:cNvPr id="7" name="object 7"/>
          <p:cNvPicPr/>
          <p:nvPr/>
        </p:nvPicPr>
        <p:blipFill>
          <a:blip r:embed="rId2" cstate="print"/>
          <a:stretch>
            <a:fillRect/>
          </a:stretch>
        </p:blipFill>
        <p:spPr>
          <a:xfrm>
            <a:off x="907351" y="2950464"/>
            <a:ext cx="100584" cy="106679"/>
          </a:xfrm>
          <a:prstGeom prst="rect">
            <a:avLst/>
          </a:prstGeom>
        </p:spPr>
      </p:pic>
      <p:pic>
        <p:nvPicPr>
          <p:cNvPr id="8" name="object 8"/>
          <p:cNvPicPr/>
          <p:nvPr/>
        </p:nvPicPr>
        <p:blipFill>
          <a:blip r:embed="rId2" cstate="print"/>
          <a:stretch>
            <a:fillRect/>
          </a:stretch>
        </p:blipFill>
        <p:spPr>
          <a:xfrm>
            <a:off x="907351" y="3258311"/>
            <a:ext cx="100584" cy="106679"/>
          </a:xfrm>
          <a:prstGeom prst="rect">
            <a:avLst/>
          </a:prstGeom>
        </p:spPr>
      </p:pic>
      <p:pic>
        <p:nvPicPr>
          <p:cNvPr id="9" name="object 9"/>
          <p:cNvPicPr/>
          <p:nvPr/>
        </p:nvPicPr>
        <p:blipFill>
          <a:blip r:embed="rId2" cstate="print"/>
          <a:stretch>
            <a:fillRect/>
          </a:stretch>
        </p:blipFill>
        <p:spPr>
          <a:xfrm>
            <a:off x="907351" y="3566159"/>
            <a:ext cx="100584" cy="106679"/>
          </a:xfrm>
          <a:prstGeom prst="rect">
            <a:avLst/>
          </a:prstGeom>
        </p:spPr>
      </p:pic>
      <p:pic>
        <p:nvPicPr>
          <p:cNvPr id="10" name="object 10"/>
          <p:cNvPicPr/>
          <p:nvPr/>
        </p:nvPicPr>
        <p:blipFill>
          <a:blip r:embed="rId2" cstate="print"/>
          <a:stretch>
            <a:fillRect/>
          </a:stretch>
        </p:blipFill>
        <p:spPr>
          <a:xfrm>
            <a:off x="562927" y="3922776"/>
            <a:ext cx="100584" cy="106679"/>
          </a:xfrm>
          <a:prstGeom prst="rect">
            <a:avLst/>
          </a:prstGeom>
        </p:spPr>
      </p:pic>
      <p:sp>
        <p:nvSpPr>
          <p:cNvPr id="11" name="object 11"/>
          <p:cNvSpPr txBox="1"/>
          <p:nvPr/>
        </p:nvSpPr>
        <p:spPr>
          <a:xfrm>
            <a:off x="499770" y="956818"/>
            <a:ext cx="5851525" cy="4181658"/>
          </a:xfrm>
          <a:prstGeom prst="rect">
            <a:avLst/>
          </a:prstGeom>
        </p:spPr>
        <p:txBody>
          <a:bodyPr vert="horz" wrap="square" lIns="0" tIns="12700" rIns="0" bIns="0" rtlCol="0">
            <a:spAutoFit/>
          </a:bodyPr>
          <a:lstStyle/>
          <a:p>
            <a:pPr>
              <a:lnSpc>
                <a:spcPct val="100000"/>
              </a:lnSpc>
              <a:spcBef>
                <a:spcPts val="10"/>
              </a:spcBef>
            </a:pPr>
            <a:endParaRPr sz="1050" dirty="0">
              <a:latin typeface="Tahoma"/>
              <a:cs typeface="Tahoma"/>
            </a:endParaRPr>
          </a:p>
          <a:p>
            <a:pPr marL="63500" algn="just">
              <a:lnSpc>
                <a:spcPct val="100000"/>
              </a:lnSpc>
            </a:pPr>
            <a:r>
              <a:rPr sz="1200" b="1" spc="-5" dirty="0">
                <a:solidFill>
                  <a:srgbClr val="538235"/>
                </a:solidFill>
                <a:latin typeface="Tahoma"/>
                <a:cs typeface="Tahoma"/>
              </a:rPr>
              <a:t>Elliptic</a:t>
            </a:r>
            <a:r>
              <a:rPr sz="1200" b="1" spc="-20" dirty="0">
                <a:solidFill>
                  <a:srgbClr val="538235"/>
                </a:solidFill>
                <a:latin typeface="Tahoma"/>
                <a:cs typeface="Tahoma"/>
              </a:rPr>
              <a:t> </a:t>
            </a:r>
            <a:r>
              <a:rPr sz="1200" b="1" spc="-5" dirty="0">
                <a:solidFill>
                  <a:srgbClr val="538235"/>
                </a:solidFill>
                <a:latin typeface="Tahoma"/>
                <a:cs typeface="Tahoma"/>
              </a:rPr>
              <a:t>Curve Cryptography</a:t>
            </a:r>
            <a:endParaRPr sz="1200" dirty="0">
              <a:latin typeface="Tahoma"/>
              <a:cs typeface="Tahoma"/>
            </a:endParaRPr>
          </a:p>
          <a:p>
            <a:pPr marL="63500" marR="46355" indent="685800" algn="just">
              <a:lnSpc>
                <a:spcPct val="130000"/>
              </a:lnSpc>
              <a:spcBef>
                <a:spcPts val="815"/>
              </a:spcBef>
            </a:pPr>
            <a:r>
              <a:rPr sz="1200" dirty="0">
                <a:solidFill>
                  <a:srgbClr val="538235"/>
                </a:solidFill>
                <a:latin typeface="Tahoma"/>
                <a:cs typeface="Tahoma"/>
              </a:rPr>
              <a:t>A </a:t>
            </a:r>
            <a:r>
              <a:rPr sz="1200" spc="-5" dirty="0">
                <a:solidFill>
                  <a:srgbClr val="538235"/>
                </a:solidFill>
                <a:latin typeface="Tahoma"/>
                <a:cs typeface="Tahoma"/>
              </a:rPr>
              <a:t>major </a:t>
            </a:r>
            <a:r>
              <a:rPr sz="1200" spc="-10" dirty="0">
                <a:solidFill>
                  <a:srgbClr val="538235"/>
                </a:solidFill>
                <a:latin typeface="Tahoma"/>
                <a:cs typeface="Tahoma"/>
              </a:rPr>
              <a:t>issue </a:t>
            </a:r>
            <a:r>
              <a:rPr sz="1200" spc="-5" dirty="0">
                <a:solidFill>
                  <a:srgbClr val="538235"/>
                </a:solidFill>
                <a:latin typeface="Tahoma"/>
                <a:cs typeface="Tahoma"/>
              </a:rPr>
              <a:t>with </a:t>
            </a:r>
            <a:r>
              <a:rPr sz="1200" dirty="0">
                <a:solidFill>
                  <a:srgbClr val="538235"/>
                </a:solidFill>
                <a:latin typeface="Tahoma"/>
                <a:cs typeface="Tahoma"/>
              </a:rPr>
              <a:t>the </a:t>
            </a:r>
            <a:r>
              <a:rPr sz="1200" spc="5" dirty="0">
                <a:solidFill>
                  <a:srgbClr val="538235"/>
                </a:solidFill>
                <a:latin typeface="Tahoma"/>
                <a:cs typeface="Tahoma"/>
              </a:rPr>
              <a:t>use </a:t>
            </a:r>
            <a:r>
              <a:rPr sz="1200" spc="-5" dirty="0">
                <a:solidFill>
                  <a:srgbClr val="538235"/>
                </a:solidFill>
                <a:latin typeface="Tahoma"/>
                <a:cs typeface="Tahoma"/>
              </a:rPr>
              <a:t>of </a:t>
            </a:r>
            <a:r>
              <a:rPr sz="1200" spc="-10" dirty="0">
                <a:solidFill>
                  <a:srgbClr val="538235"/>
                </a:solidFill>
                <a:latin typeface="Tahoma"/>
                <a:cs typeface="Tahoma"/>
              </a:rPr>
              <a:t>Public-Key Cryptography, is </a:t>
            </a:r>
            <a:r>
              <a:rPr sz="1200" dirty="0">
                <a:solidFill>
                  <a:srgbClr val="538235"/>
                </a:solidFill>
                <a:latin typeface="Tahoma"/>
                <a:cs typeface="Tahoma"/>
              </a:rPr>
              <a:t>the </a:t>
            </a:r>
            <a:r>
              <a:rPr sz="1200" spc="-5" dirty="0">
                <a:solidFill>
                  <a:srgbClr val="538235"/>
                </a:solidFill>
                <a:latin typeface="Tahoma"/>
                <a:cs typeface="Tahoma"/>
              </a:rPr>
              <a:t>size of </a:t>
            </a:r>
            <a:r>
              <a:rPr sz="1200" dirty="0">
                <a:solidFill>
                  <a:srgbClr val="538235"/>
                </a:solidFill>
                <a:latin typeface="Tahoma"/>
                <a:cs typeface="Tahoma"/>
              </a:rPr>
              <a:t> </a:t>
            </a:r>
            <a:r>
              <a:rPr sz="1200" spc="-5" dirty="0">
                <a:solidFill>
                  <a:srgbClr val="538235"/>
                </a:solidFill>
                <a:latin typeface="Tahoma"/>
                <a:cs typeface="Tahoma"/>
              </a:rPr>
              <a:t>numbers </a:t>
            </a:r>
            <a:r>
              <a:rPr sz="1200" dirty="0">
                <a:solidFill>
                  <a:srgbClr val="538235"/>
                </a:solidFill>
                <a:latin typeface="Tahoma"/>
                <a:cs typeface="Tahoma"/>
              </a:rPr>
              <a:t>used, and hence </a:t>
            </a:r>
            <a:r>
              <a:rPr sz="1200" spc="-5" dirty="0">
                <a:solidFill>
                  <a:srgbClr val="538235"/>
                </a:solidFill>
                <a:latin typeface="Tahoma"/>
                <a:cs typeface="Tahoma"/>
              </a:rPr>
              <a:t>keys being </a:t>
            </a:r>
            <a:r>
              <a:rPr sz="1200" dirty="0">
                <a:solidFill>
                  <a:srgbClr val="538235"/>
                </a:solidFill>
                <a:latin typeface="Tahoma"/>
                <a:cs typeface="Tahoma"/>
              </a:rPr>
              <a:t>stored. </a:t>
            </a:r>
            <a:r>
              <a:rPr sz="1200" spc="-15" dirty="0">
                <a:solidFill>
                  <a:srgbClr val="538235"/>
                </a:solidFill>
                <a:latin typeface="Tahoma"/>
                <a:cs typeface="Tahoma"/>
              </a:rPr>
              <a:t>Recently, </a:t>
            </a:r>
            <a:r>
              <a:rPr sz="1200" spc="-5" dirty="0">
                <a:solidFill>
                  <a:srgbClr val="538235"/>
                </a:solidFill>
                <a:latin typeface="Tahoma"/>
                <a:cs typeface="Tahoma"/>
              </a:rPr>
              <a:t>an alternate approach has </a:t>
            </a:r>
            <a:r>
              <a:rPr sz="1200" dirty="0">
                <a:solidFill>
                  <a:srgbClr val="538235"/>
                </a:solidFill>
                <a:latin typeface="Tahoma"/>
                <a:cs typeface="Tahoma"/>
              </a:rPr>
              <a:t> </a:t>
            </a:r>
            <a:r>
              <a:rPr sz="1200" spc="-5" dirty="0">
                <a:solidFill>
                  <a:srgbClr val="538235"/>
                </a:solidFill>
                <a:latin typeface="Tahoma"/>
                <a:cs typeface="Tahoma"/>
              </a:rPr>
              <a:t>emerged, elliptic curve cryptography (ECC), which performs </a:t>
            </a:r>
            <a:r>
              <a:rPr sz="1200" dirty="0">
                <a:solidFill>
                  <a:srgbClr val="538235"/>
                </a:solidFill>
                <a:latin typeface="Tahoma"/>
                <a:cs typeface="Tahoma"/>
              </a:rPr>
              <a:t>the </a:t>
            </a:r>
            <a:r>
              <a:rPr sz="1200" spc="-5" dirty="0">
                <a:solidFill>
                  <a:srgbClr val="538235"/>
                </a:solidFill>
                <a:latin typeface="Tahoma"/>
                <a:cs typeface="Tahoma"/>
              </a:rPr>
              <a:t>computations </a:t>
            </a:r>
            <a:r>
              <a:rPr sz="1200" dirty="0">
                <a:solidFill>
                  <a:srgbClr val="538235"/>
                </a:solidFill>
                <a:latin typeface="Tahoma"/>
                <a:cs typeface="Tahoma"/>
              </a:rPr>
              <a:t>using </a:t>
            </a:r>
            <a:r>
              <a:rPr sz="1200" spc="5" dirty="0">
                <a:solidFill>
                  <a:srgbClr val="538235"/>
                </a:solidFill>
                <a:latin typeface="Tahoma"/>
                <a:cs typeface="Tahoma"/>
              </a:rPr>
              <a:t> </a:t>
            </a:r>
            <a:r>
              <a:rPr sz="1200" spc="-10" dirty="0">
                <a:solidFill>
                  <a:srgbClr val="538235"/>
                </a:solidFill>
                <a:latin typeface="Tahoma"/>
                <a:cs typeface="Tahoma"/>
              </a:rPr>
              <a:t>elliptic</a:t>
            </a:r>
            <a:r>
              <a:rPr sz="1200" spc="25" dirty="0">
                <a:solidFill>
                  <a:srgbClr val="538235"/>
                </a:solidFill>
                <a:latin typeface="Tahoma"/>
                <a:cs typeface="Tahoma"/>
              </a:rPr>
              <a:t> </a:t>
            </a:r>
            <a:r>
              <a:rPr sz="1200" spc="-5" dirty="0">
                <a:solidFill>
                  <a:srgbClr val="538235"/>
                </a:solidFill>
                <a:latin typeface="Tahoma"/>
                <a:cs typeface="Tahoma"/>
              </a:rPr>
              <a:t>curve arithmetic</a:t>
            </a:r>
            <a:r>
              <a:rPr sz="1200" spc="55" dirty="0">
                <a:solidFill>
                  <a:srgbClr val="538235"/>
                </a:solidFill>
                <a:latin typeface="Tahoma"/>
                <a:cs typeface="Tahoma"/>
              </a:rPr>
              <a:t> </a:t>
            </a:r>
            <a:r>
              <a:rPr sz="1200" spc="-5" dirty="0">
                <a:solidFill>
                  <a:srgbClr val="538235"/>
                </a:solidFill>
                <a:latin typeface="Tahoma"/>
                <a:cs typeface="Tahoma"/>
              </a:rPr>
              <a:t>instead</a:t>
            </a:r>
            <a:r>
              <a:rPr sz="1200" spc="20"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00" spc="-5" dirty="0">
                <a:solidFill>
                  <a:srgbClr val="538235"/>
                </a:solidFill>
                <a:latin typeface="Tahoma"/>
                <a:cs typeface="Tahoma"/>
              </a:rPr>
              <a:t>integer</a:t>
            </a:r>
            <a:r>
              <a:rPr sz="1200" spc="35" dirty="0">
                <a:solidFill>
                  <a:srgbClr val="538235"/>
                </a:solidFill>
                <a:latin typeface="Tahoma"/>
                <a:cs typeface="Tahoma"/>
              </a:rPr>
              <a:t> </a:t>
            </a:r>
            <a:r>
              <a:rPr sz="1200" spc="-5" dirty="0">
                <a:solidFill>
                  <a:srgbClr val="538235"/>
                </a:solidFill>
                <a:latin typeface="Tahoma"/>
                <a:cs typeface="Tahoma"/>
              </a:rPr>
              <a:t>or</a:t>
            </a:r>
            <a:r>
              <a:rPr sz="1200" spc="5" dirty="0">
                <a:solidFill>
                  <a:srgbClr val="538235"/>
                </a:solidFill>
                <a:latin typeface="Tahoma"/>
                <a:cs typeface="Tahoma"/>
              </a:rPr>
              <a:t> </a:t>
            </a:r>
            <a:r>
              <a:rPr sz="1200" spc="-5" dirty="0">
                <a:solidFill>
                  <a:srgbClr val="538235"/>
                </a:solidFill>
                <a:latin typeface="Tahoma"/>
                <a:cs typeface="Tahoma"/>
              </a:rPr>
              <a:t>polynomial</a:t>
            </a:r>
            <a:r>
              <a:rPr sz="1200" spc="25" dirty="0">
                <a:solidFill>
                  <a:srgbClr val="538235"/>
                </a:solidFill>
                <a:latin typeface="Tahoma"/>
                <a:cs typeface="Tahoma"/>
              </a:rPr>
              <a:t> </a:t>
            </a:r>
            <a:r>
              <a:rPr sz="1200" spc="-5" dirty="0">
                <a:solidFill>
                  <a:srgbClr val="538235"/>
                </a:solidFill>
                <a:latin typeface="Tahoma"/>
                <a:cs typeface="Tahoma"/>
              </a:rPr>
              <a:t>arithmetic.</a:t>
            </a:r>
            <a:endParaRPr sz="1200" dirty="0">
              <a:latin typeface="Tahoma"/>
              <a:cs typeface="Tahoma"/>
            </a:endParaRPr>
          </a:p>
          <a:p>
            <a:pPr marL="63500" marR="43180" indent="685800" algn="just">
              <a:lnSpc>
                <a:spcPct val="130000"/>
              </a:lnSpc>
              <a:spcBef>
                <a:spcPts val="790"/>
              </a:spcBef>
            </a:pPr>
            <a:r>
              <a:rPr sz="1200" spc="-5" dirty="0">
                <a:solidFill>
                  <a:srgbClr val="538235"/>
                </a:solidFill>
                <a:latin typeface="Tahoma"/>
                <a:cs typeface="Tahoma"/>
              </a:rPr>
              <a:t>The principal </a:t>
            </a:r>
            <a:r>
              <a:rPr sz="1200" spc="-10" dirty="0">
                <a:solidFill>
                  <a:srgbClr val="538235"/>
                </a:solidFill>
                <a:latin typeface="Tahoma"/>
                <a:cs typeface="Tahoma"/>
              </a:rPr>
              <a:t>attraction</a:t>
            </a:r>
            <a:r>
              <a:rPr sz="1200" spc="-5" dirty="0">
                <a:solidFill>
                  <a:srgbClr val="538235"/>
                </a:solidFill>
                <a:latin typeface="Tahoma"/>
                <a:cs typeface="Tahoma"/>
              </a:rPr>
              <a:t> of ECC, compared</a:t>
            </a:r>
            <a:r>
              <a:rPr sz="1200" spc="365" dirty="0">
                <a:solidFill>
                  <a:srgbClr val="538235"/>
                </a:solidFill>
                <a:latin typeface="Tahoma"/>
                <a:cs typeface="Tahoma"/>
              </a:rPr>
              <a:t> </a:t>
            </a:r>
            <a:r>
              <a:rPr sz="1200" dirty="0">
                <a:solidFill>
                  <a:srgbClr val="538235"/>
                </a:solidFill>
                <a:latin typeface="Tahoma"/>
                <a:cs typeface="Tahoma"/>
              </a:rPr>
              <a:t>to RSA, </a:t>
            </a:r>
            <a:r>
              <a:rPr sz="1200" spc="-10" dirty="0">
                <a:solidFill>
                  <a:srgbClr val="538235"/>
                </a:solidFill>
                <a:latin typeface="Tahoma"/>
                <a:cs typeface="Tahoma"/>
              </a:rPr>
              <a:t>is </a:t>
            </a:r>
            <a:r>
              <a:rPr sz="1200" dirty="0">
                <a:solidFill>
                  <a:srgbClr val="538235"/>
                </a:solidFill>
                <a:latin typeface="Tahoma"/>
                <a:cs typeface="Tahoma"/>
              </a:rPr>
              <a:t>that </a:t>
            </a:r>
            <a:r>
              <a:rPr sz="1200" spc="-10" dirty="0">
                <a:solidFill>
                  <a:srgbClr val="538235"/>
                </a:solidFill>
                <a:latin typeface="Tahoma"/>
                <a:cs typeface="Tahoma"/>
              </a:rPr>
              <a:t>it</a:t>
            </a:r>
            <a:r>
              <a:rPr sz="1200" spc="355" dirty="0">
                <a:solidFill>
                  <a:srgbClr val="538235"/>
                </a:solidFill>
                <a:latin typeface="Tahoma"/>
                <a:cs typeface="Tahoma"/>
              </a:rPr>
              <a:t> </a:t>
            </a:r>
            <a:r>
              <a:rPr sz="1200" spc="-5" dirty="0">
                <a:solidFill>
                  <a:srgbClr val="538235"/>
                </a:solidFill>
                <a:latin typeface="Tahoma"/>
                <a:cs typeface="Tahoma"/>
              </a:rPr>
              <a:t>appears </a:t>
            </a:r>
            <a:r>
              <a:rPr sz="1200" spc="5" dirty="0">
                <a:solidFill>
                  <a:srgbClr val="538235"/>
                </a:solidFill>
                <a:latin typeface="Tahoma"/>
                <a:cs typeface="Tahoma"/>
              </a:rPr>
              <a:t>to </a:t>
            </a:r>
            <a:r>
              <a:rPr sz="1200" spc="10" dirty="0">
                <a:solidFill>
                  <a:srgbClr val="538235"/>
                </a:solidFill>
                <a:latin typeface="Tahoma"/>
                <a:cs typeface="Tahoma"/>
              </a:rPr>
              <a:t> </a:t>
            </a:r>
            <a:r>
              <a:rPr sz="1200" spc="-5" dirty="0">
                <a:solidFill>
                  <a:srgbClr val="538235"/>
                </a:solidFill>
                <a:latin typeface="Tahoma"/>
                <a:cs typeface="Tahoma"/>
              </a:rPr>
              <a:t>offer</a:t>
            </a:r>
            <a:r>
              <a:rPr sz="1200" spc="10" dirty="0">
                <a:solidFill>
                  <a:srgbClr val="538235"/>
                </a:solidFill>
                <a:latin typeface="Tahoma"/>
                <a:cs typeface="Tahoma"/>
              </a:rPr>
              <a:t> </a:t>
            </a:r>
            <a:r>
              <a:rPr sz="1200" spc="-5" dirty="0">
                <a:solidFill>
                  <a:srgbClr val="538235"/>
                </a:solidFill>
                <a:latin typeface="Tahoma"/>
                <a:cs typeface="Tahoma"/>
              </a:rPr>
              <a:t>equal</a:t>
            </a:r>
            <a:r>
              <a:rPr sz="1200" spc="10" dirty="0">
                <a:solidFill>
                  <a:srgbClr val="538235"/>
                </a:solidFill>
                <a:latin typeface="Tahoma"/>
                <a:cs typeface="Tahoma"/>
              </a:rPr>
              <a:t> </a:t>
            </a:r>
            <a:r>
              <a:rPr sz="1200" spc="-10" dirty="0">
                <a:solidFill>
                  <a:srgbClr val="538235"/>
                </a:solidFill>
                <a:latin typeface="Tahoma"/>
                <a:cs typeface="Tahoma"/>
              </a:rPr>
              <a:t>security</a:t>
            </a:r>
            <a:r>
              <a:rPr sz="1200" spc="45" dirty="0">
                <a:solidFill>
                  <a:srgbClr val="538235"/>
                </a:solidFill>
                <a:latin typeface="Tahoma"/>
                <a:cs typeface="Tahoma"/>
              </a:rPr>
              <a:t> </a:t>
            </a:r>
            <a:r>
              <a:rPr sz="1200" spc="-5" dirty="0">
                <a:solidFill>
                  <a:srgbClr val="538235"/>
                </a:solidFill>
                <a:latin typeface="Tahoma"/>
                <a:cs typeface="Tahoma"/>
              </a:rPr>
              <a:t>for</a:t>
            </a:r>
            <a:r>
              <a:rPr sz="1200" spc="15" dirty="0">
                <a:solidFill>
                  <a:srgbClr val="538235"/>
                </a:solidFill>
                <a:latin typeface="Tahoma"/>
                <a:cs typeface="Tahoma"/>
              </a:rPr>
              <a:t> </a:t>
            </a:r>
            <a:r>
              <a:rPr sz="1200" dirty="0">
                <a:solidFill>
                  <a:srgbClr val="538235"/>
                </a:solidFill>
                <a:latin typeface="Tahoma"/>
                <a:cs typeface="Tahoma"/>
              </a:rPr>
              <a:t>a</a:t>
            </a:r>
            <a:r>
              <a:rPr sz="1200" spc="-20" dirty="0">
                <a:solidFill>
                  <a:srgbClr val="538235"/>
                </a:solidFill>
                <a:latin typeface="Tahoma"/>
                <a:cs typeface="Tahoma"/>
              </a:rPr>
              <a:t> </a:t>
            </a:r>
            <a:r>
              <a:rPr sz="1200" spc="-15" dirty="0">
                <a:solidFill>
                  <a:srgbClr val="538235"/>
                </a:solidFill>
                <a:latin typeface="Tahoma"/>
                <a:cs typeface="Tahoma"/>
              </a:rPr>
              <a:t>far</a:t>
            </a:r>
            <a:r>
              <a:rPr sz="1200" spc="40" dirty="0">
                <a:solidFill>
                  <a:srgbClr val="538235"/>
                </a:solidFill>
                <a:latin typeface="Tahoma"/>
                <a:cs typeface="Tahoma"/>
              </a:rPr>
              <a:t> </a:t>
            </a:r>
            <a:r>
              <a:rPr sz="1200" spc="-10" dirty="0">
                <a:solidFill>
                  <a:srgbClr val="538235"/>
                </a:solidFill>
                <a:latin typeface="Tahoma"/>
                <a:cs typeface="Tahoma"/>
              </a:rPr>
              <a:t>smaller</a:t>
            </a:r>
            <a:r>
              <a:rPr sz="1200" spc="65" dirty="0">
                <a:solidFill>
                  <a:srgbClr val="538235"/>
                </a:solidFill>
                <a:latin typeface="Tahoma"/>
                <a:cs typeface="Tahoma"/>
              </a:rPr>
              <a:t> </a:t>
            </a:r>
            <a:r>
              <a:rPr sz="1200" spc="-5" dirty="0">
                <a:solidFill>
                  <a:srgbClr val="538235"/>
                </a:solidFill>
                <a:latin typeface="Tahoma"/>
                <a:cs typeface="Tahoma"/>
              </a:rPr>
              <a:t>key</a:t>
            </a:r>
            <a:r>
              <a:rPr sz="1200" spc="15" dirty="0">
                <a:solidFill>
                  <a:srgbClr val="538235"/>
                </a:solidFill>
                <a:latin typeface="Tahoma"/>
                <a:cs typeface="Tahoma"/>
              </a:rPr>
              <a:t> </a:t>
            </a:r>
            <a:r>
              <a:rPr sz="1200" spc="-10" dirty="0">
                <a:solidFill>
                  <a:srgbClr val="538235"/>
                </a:solidFill>
                <a:latin typeface="Tahoma"/>
                <a:cs typeface="Tahoma"/>
              </a:rPr>
              <a:t>size,</a:t>
            </a:r>
            <a:r>
              <a:rPr sz="1200" spc="35" dirty="0">
                <a:solidFill>
                  <a:srgbClr val="538235"/>
                </a:solidFill>
                <a:latin typeface="Tahoma"/>
                <a:cs typeface="Tahoma"/>
              </a:rPr>
              <a:t> </a:t>
            </a:r>
            <a:r>
              <a:rPr sz="1200" spc="-5" dirty="0">
                <a:solidFill>
                  <a:srgbClr val="538235"/>
                </a:solidFill>
                <a:latin typeface="Tahoma"/>
                <a:cs typeface="Tahoma"/>
              </a:rPr>
              <a:t>thereby</a:t>
            </a:r>
            <a:r>
              <a:rPr sz="1200" spc="5" dirty="0">
                <a:solidFill>
                  <a:srgbClr val="538235"/>
                </a:solidFill>
                <a:latin typeface="Tahoma"/>
                <a:cs typeface="Tahoma"/>
              </a:rPr>
              <a:t> </a:t>
            </a:r>
            <a:r>
              <a:rPr sz="1200" spc="-5" dirty="0">
                <a:solidFill>
                  <a:srgbClr val="538235"/>
                </a:solidFill>
                <a:latin typeface="Tahoma"/>
                <a:cs typeface="Tahoma"/>
              </a:rPr>
              <a:t>reducing</a:t>
            </a:r>
            <a:r>
              <a:rPr sz="1200" spc="30" dirty="0">
                <a:solidFill>
                  <a:srgbClr val="538235"/>
                </a:solidFill>
                <a:latin typeface="Tahoma"/>
                <a:cs typeface="Tahoma"/>
              </a:rPr>
              <a:t> </a:t>
            </a:r>
            <a:r>
              <a:rPr sz="1200" spc="-10" dirty="0">
                <a:solidFill>
                  <a:srgbClr val="538235"/>
                </a:solidFill>
                <a:latin typeface="Tahoma"/>
                <a:cs typeface="Tahoma"/>
              </a:rPr>
              <a:t>processing</a:t>
            </a:r>
            <a:r>
              <a:rPr sz="1200" spc="55" dirty="0">
                <a:solidFill>
                  <a:srgbClr val="538235"/>
                </a:solidFill>
                <a:latin typeface="Tahoma"/>
                <a:cs typeface="Tahoma"/>
              </a:rPr>
              <a:t> </a:t>
            </a:r>
            <a:r>
              <a:rPr sz="1200" spc="-5" dirty="0">
                <a:solidFill>
                  <a:srgbClr val="538235"/>
                </a:solidFill>
                <a:latin typeface="Tahoma"/>
                <a:cs typeface="Tahoma"/>
              </a:rPr>
              <a:t>overhead.</a:t>
            </a:r>
            <a:endParaRPr sz="1200" dirty="0">
              <a:latin typeface="Tahoma"/>
              <a:cs typeface="Tahoma"/>
            </a:endParaRPr>
          </a:p>
          <a:p>
            <a:pPr marL="63500" algn="just">
              <a:lnSpc>
                <a:spcPct val="100000"/>
              </a:lnSpc>
              <a:spcBef>
                <a:spcPts val="1230"/>
              </a:spcBef>
            </a:pPr>
            <a:r>
              <a:rPr sz="1200" b="1" spc="-5" dirty="0">
                <a:solidFill>
                  <a:srgbClr val="538235"/>
                </a:solidFill>
                <a:latin typeface="Tahoma"/>
                <a:cs typeface="Tahoma"/>
              </a:rPr>
              <a:t>Elliptic</a:t>
            </a:r>
            <a:r>
              <a:rPr sz="1200" b="1" spc="-35" dirty="0">
                <a:solidFill>
                  <a:srgbClr val="538235"/>
                </a:solidFill>
                <a:latin typeface="Tahoma"/>
                <a:cs typeface="Tahoma"/>
              </a:rPr>
              <a:t> </a:t>
            </a:r>
            <a:r>
              <a:rPr sz="1200" b="1" spc="-5" dirty="0">
                <a:solidFill>
                  <a:srgbClr val="538235"/>
                </a:solidFill>
                <a:latin typeface="Tahoma"/>
                <a:cs typeface="Tahoma"/>
              </a:rPr>
              <a:t>Curve</a:t>
            </a:r>
            <a:endParaRPr sz="1200" dirty="0">
              <a:latin typeface="Tahoma"/>
              <a:cs typeface="Tahoma"/>
            </a:endParaRPr>
          </a:p>
          <a:p>
            <a:pPr marL="63500" marR="46990" indent="685800" algn="just">
              <a:lnSpc>
                <a:spcPct val="130000"/>
              </a:lnSpc>
              <a:spcBef>
                <a:spcPts val="815"/>
              </a:spcBef>
            </a:pPr>
            <a:r>
              <a:rPr sz="1200" dirty="0">
                <a:solidFill>
                  <a:srgbClr val="538235"/>
                </a:solidFill>
                <a:latin typeface="Tahoma"/>
                <a:cs typeface="Tahoma"/>
              </a:rPr>
              <a:t>An</a:t>
            </a:r>
            <a:r>
              <a:rPr sz="1200" spc="5" dirty="0">
                <a:solidFill>
                  <a:srgbClr val="538235"/>
                </a:solidFill>
                <a:latin typeface="Tahoma"/>
                <a:cs typeface="Tahoma"/>
              </a:rPr>
              <a:t> </a:t>
            </a:r>
            <a:r>
              <a:rPr sz="1200" spc="-5" dirty="0">
                <a:solidFill>
                  <a:srgbClr val="538235"/>
                </a:solidFill>
                <a:latin typeface="Tahoma"/>
                <a:cs typeface="Tahoma"/>
              </a:rPr>
              <a:t>elliptic</a:t>
            </a:r>
            <a:r>
              <a:rPr sz="1200" dirty="0">
                <a:solidFill>
                  <a:srgbClr val="538235"/>
                </a:solidFill>
                <a:latin typeface="Tahoma"/>
                <a:cs typeface="Tahoma"/>
              </a:rPr>
              <a:t> </a:t>
            </a:r>
            <a:r>
              <a:rPr sz="1200" spc="-5" dirty="0">
                <a:solidFill>
                  <a:srgbClr val="538235"/>
                </a:solidFill>
                <a:latin typeface="Tahoma"/>
                <a:cs typeface="Tahoma"/>
              </a:rPr>
              <a:t>curve</a:t>
            </a:r>
            <a:r>
              <a:rPr sz="1200" dirty="0">
                <a:solidFill>
                  <a:srgbClr val="538235"/>
                </a:solidFill>
                <a:latin typeface="Tahoma"/>
                <a:cs typeface="Tahoma"/>
              </a:rPr>
              <a:t> </a:t>
            </a:r>
            <a:r>
              <a:rPr sz="1200" spc="-10" dirty="0">
                <a:solidFill>
                  <a:srgbClr val="538235"/>
                </a:solidFill>
                <a:latin typeface="Tahoma"/>
                <a:cs typeface="Tahoma"/>
              </a:rPr>
              <a:t>is</a:t>
            </a:r>
            <a:r>
              <a:rPr sz="1200" spc="-5" dirty="0">
                <a:solidFill>
                  <a:srgbClr val="538235"/>
                </a:solidFill>
                <a:latin typeface="Tahoma"/>
                <a:cs typeface="Tahoma"/>
              </a:rPr>
              <a:t> defined</a:t>
            </a:r>
            <a:r>
              <a:rPr sz="1200" dirty="0">
                <a:solidFill>
                  <a:srgbClr val="538235"/>
                </a:solidFill>
                <a:latin typeface="Tahoma"/>
                <a:cs typeface="Tahoma"/>
              </a:rPr>
              <a:t> by</a:t>
            </a:r>
            <a:r>
              <a:rPr sz="1200" spc="5" dirty="0">
                <a:solidFill>
                  <a:srgbClr val="538235"/>
                </a:solidFill>
                <a:latin typeface="Tahoma"/>
                <a:cs typeface="Tahoma"/>
              </a:rPr>
              <a:t> </a:t>
            </a:r>
            <a:r>
              <a:rPr sz="1200" spc="-5" dirty="0">
                <a:solidFill>
                  <a:srgbClr val="538235"/>
                </a:solidFill>
                <a:latin typeface="Tahoma"/>
                <a:cs typeface="Tahoma"/>
              </a:rPr>
              <a:t>an</a:t>
            </a:r>
            <a:r>
              <a:rPr sz="1200" dirty="0">
                <a:solidFill>
                  <a:srgbClr val="538235"/>
                </a:solidFill>
                <a:latin typeface="Tahoma"/>
                <a:cs typeface="Tahoma"/>
              </a:rPr>
              <a:t> </a:t>
            </a:r>
            <a:r>
              <a:rPr sz="1200" spc="-10" dirty="0">
                <a:solidFill>
                  <a:srgbClr val="538235"/>
                </a:solidFill>
                <a:latin typeface="Tahoma"/>
                <a:cs typeface="Tahoma"/>
              </a:rPr>
              <a:t>equation</a:t>
            </a:r>
            <a:r>
              <a:rPr sz="1200" spc="-5" dirty="0">
                <a:solidFill>
                  <a:srgbClr val="538235"/>
                </a:solidFill>
                <a:latin typeface="Tahoma"/>
                <a:cs typeface="Tahoma"/>
              </a:rPr>
              <a:t> </a:t>
            </a:r>
            <a:r>
              <a:rPr sz="1200" spc="-10" dirty="0">
                <a:solidFill>
                  <a:srgbClr val="538235"/>
                </a:solidFill>
                <a:latin typeface="Tahoma"/>
                <a:cs typeface="Tahoma"/>
              </a:rPr>
              <a:t>in</a:t>
            </a:r>
            <a:r>
              <a:rPr sz="1200" spc="-5" dirty="0">
                <a:solidFill>
                  <a:srgbClr val="538235"/>
                </a:solidFill>
                <a:latin typeface="Tahoma"/>
                <a:cs typeface="Tahoma"/>
              </a:rPr>
              <a:t> </a:t>
            </a:r>
            <a:r>
              <a:rPr sz="1200" dirty="0">
                <a:solidFill>
                  <a:srgbClr val="538235"/>
                </a:solidFill>
                <a:latin typeface="Tahoma"/>
                <a:cs typeface="Tahoma"/>
              </a:rPr>
              <a:t>two</a:t>
            </a:r>
            <a:r>
              <a:rPr sz="1200" spc="375" dirty="0">
                <a:solidFill>
                  <a:srgbClr val="538235"/>
                </a:solidFill>
                <a:latin typeface="Tahoma"/>
                <a:cs typeface="Tahoma"/>
              </a:rPr>
              <a:t> </a:t>
            </a:r>
            <a:r>
              <a:rPr sz="1200" spc="-10" dirty="0">
                <a:solidFill>
                  <a:srgbClr val="538235"/>
                </a:solidFill>
                <a:latin typeface="Tahoma"/>
                <a:cs typeface="Tahoma"/>
              </a:rPr>
              <a:t>variables</a:t>
            </a:r>
            <a:r>
              <a:rPr sz="1200" spc="355" dirty="0">
                <a:solidFill>
                  <a:srgbClr val="538235"/>
                </a:solidFill>
                <a:latin typeface="Tahoma"/>
                <a:cs typeface="Tahoma"/>
              </a:rPr>
              <a:t> </a:t>
            </a:r>
            <a:r>
              <a:rPr sz="1200" spc="-5" dirty="0">
                <a:solidFill>
                  <a:srgbClr val="538235"/>
                </a:solidFill>
                <a:latin typeface="Tahoma"/>
                <a:cs typeface="Tahoma"/>
              </a:rPr>
              <a:t>with </a:t>
            </a:r>
            <a:r>
              <a:rPr sz="1200" dirty="0">
                <a:solidFill>
                  <a:srgbClr val="538235"/>
                </a:solidFill>
                <a:latin typeface="Tahoma"/>
                <a:cs typeface="Tahoma"/>
              </a:rPr>
              <a:t> </a:t>
            </a:r>
            <a:r>
              <a:rPr sz="1200" spc="-5" dirty="0">
                <a:solidFill>
                  <a:srgbClr val="538235"/>
                </a:solidFill>
                <a:latin typeface="Tahoma"/>
                <a:cs typeface="Tahoma"/>
              </a:rPr>
              <a:t>coefficients. </a:t>
            </a:r>
            <a:r>
              <a:rPr sz="1200" dirty="0">
                <a:solidFill>
                  <a:srgbClr val="538235"/>
                </a:solidFill>
                <a:latin typeface="Tahoma"/>
                <a:cs typeface="Tahoma"/>
              </a:rPr>
              <a:t>In </a:t>
            </a:r>
            <a:r>
              <a:rPr sz="1200" spc="-5" dirty="0">
                <a:solidFill>
                  <a:srgbClr val="538235"/>
                </a:solidFill>
                <a:latin typeface="Tahoma"/>
                <a:cs typeface="Tahoma"/>
              </a:rPr>
              <a:t>general, cubic equations for elliptic curves take </a:t>
            </a:r>
            <a:r>
              <a:rPr sz="1200" dirty="0">
                <a:solidFill>
                  <a:srgbClr val="538235"/>
                </a:solidFill>
                <a:latin typeface="Tahoma"/>
                <a:cs typeface="Tahoma"/>
              </a:rPr>
              <a:t>the </a:t>
            </a:r>
            <a:r>
              <a:rPr sz="1200" spc="-5" dirty="0">
                <a:solidFill>
                  <a:srgbClr val="538235"/>
                </a:solidFill>
                <a:latin typeface="Tahoma"/>
                <a:cs typeface="Tahoma"/>
              </a:rPr>
              <a:t>following form, </a:t>
            </a:r>
            <a:r>
              <a:rPr sz="1200" dirty="0">
                <a:solidFill>
                  <a:srgbClr val="538235"/>
                </a:solidFill>
                <a:latin typeface="Tahoma"/>
                <a:cs typeface="Tahoma"/>
              </a:rPr>
              <a:t> </a:t>
            </a:r>
            <a:r>
              <a:rPr sz="1200" spc="-5" dirty="0">
                <a:solidFill>
                  <a:srgbClr val="538235"/>
                </a:solidFill>
                <a:latin typeface="Tahoma"/>
                <a:cs typeface="Tahoma"/>
              </a:rPr>
              <a:t>known</a:t>
            </a:r>
            <a:r>
              <a:rPr sz="1200" spc="5" dirty="0">
                <a:solidFill>
                  <a:srgbClr val="538235"/>
                </a:solidFill>
                <a:latin typeface="Tahoma"/>
                <a:cs typeface="Tahoma"/>
              </a:rPr>
              <a:t> </a:t>
            </a:r>
            <a:r>
              <a:rPr sz="1200" spc="-5" dirty="0">
                <a:solidFill>
                  <a:srgbClr val="538235"/>
                </a:solidFill>
                <a:latin typeface="Tahoma"/>
                <a:cs typeface="Tahoma"/>
              </a:rPr>
              <a:t>as</a:t>
            </a:r>
            <a:r>
              <a:rPr sz="1200" dirty="0">
                <a:solidFill>
                  <a:srgbClr val="538235"/>
                </a:solidFill>
                <a:latin typeface="Tahoma"/>
                <a:cs typeface="Tahoma"/>
              </a:rPr>
              <a:t> a </a:t>
            </a:r>
            <a:r>
              <a:rPr sz="1200" spc="-15" dirty="0">
                <a:solidFill>
                  <a:srgbClr val="538235"/>
                </a:solidFill>
                <a:latin typeface="Tahoma"/>
                <a:cs typeface="Tahoma"/>
              </a:rPr>
              <a:t>Weierstrass</a:t>
            </a:r>
            <a:r>
              <a:rPr sz="1200" spc="75" dirty="0">
                <a:solidFill>
                  <a:srgbClr val="538235"/>
                </a:solidFill>
                <a:latin typeface="Tahoma"/>
                <a:cs typeface="Tahoma"/>
              </a:rPr>
              <a:t> </a:t>
            </a:r>
            <a:r>
              <a:rPr sz="1200" spc="-5" dirty="0">
                <a:solidFill>
                  <a:srgbClr val="538235"/>
                </a:solidFill>
                <a:latin typeface="Tahoma"/>
                <a:cs typeface="Tahoma"/>
              </a:rPr>
              <a:t>equation:</a:t>
            </a:r>
            <a:endParaRPr sz="1200" dirty="0">
              <a:latin typeface="Tahoma"/>
              <a:cs typeface="Tahoma"/>
            </a:endParaRPr>
          </a:p>
          <a:p>
            <a:pPr marL="1435100">
              <a:lnSpc>
                <a:spcPct val="100000"/>
              </a:lnSpc>
              <a:spcBef>
                <a:spcPts val="1225"/>
              </a:spcBef>
            </a:pPr>
            <a:r>
              <a:rPr sz="1200" spc="-5" dirty="0">
                <a:solidFill>
                  <a:srgbClr val="538235"/>
                </a:solidFill>
                <a:latin typeface="Tahoma"/>
                <a:cs typeface="Tahoma"/>
              </a:rPr>
              <a:t>y</a:t>
            </a:r>
            <a:r>
              <a:rPr sz="1200" spc="-7" baseline="24305" dirty="0">
                <a:solidFill>
                  <a:srgbClr val="538235"/>
                </a:solidFill>
                <a:latin typeface="Tahoma"/>
                <a:cs typeface="Tahoma"/>
              </a:rPr>
              <a:t>2</a:t>
            </a:r>
            <a:r>
              <a:rPr sz="1200" spc="7" baseline="2430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axy</a:t>
            </a:r>
            <a:r>
              <a:rPr sz="1200" spc="-1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by =</a:t>
            </a:r>
            <a:r>
              <a:rPr sz="1200" spc="-5" dirty="0">
                <a:solidFill>
                  <a:srgbClr val="538235"/>
                </a:solidFill>
                <a:latin typeface="Tahoma"/>
                <a:cs typeface="Tahoma"/>
              </a:rPr>
              <a:t> </a:t>
            </a:r>
            <a:r>
              <a:rPr sz="1200" dirty="0">
                <a:solidFill>
                  <a:srgbClr val="538235"/>
                </a:solidFill>
                <a:latin typeface="Tahoma"/>
                <a:cs typeface="Tahoma"/>
              </a:rPr>
              <a:t>x</a:t>
            </a:r>
            <a:r>
              <a:rPr sz="1200" baseline="24305" dirty="0">
                <a:solidFill>
                  <a:srgbClr val="538235"/>
                </a:solidFill>
                <a:latin typeface="Tahoma"/>
                <a:cs typeface="Tahoma"/>
              </a:rPr>
              <a:t>3</a:t>
            </a:r>
            <a:r>
              <a:rPr sz="1200" spc="187" baseline="2430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cx</a:t>
            </a:r>
            <a:r>
              <a:rPr sz="1200" spc="-7" baseline="24305" dirty="0">
                <a:solidFill>
                  <a:srgbClr val="538235"/>
                </a:solidFill>
                <a:latin typeface="Tahoma"/>
                <a:cs typeface="Tahoma"/>
              </a:rPr>
              <a:t>2</a:t>
            </a:r>
            <a:r>
              <a:rPr sz="1200" spc="150" baseline="2430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dx</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e</a:t>
            </a:r>
            <a:endParaRPr sz="1200" dirty="0">
              <a:latin typeface="Tahoma"/>
              <a:cs typeface="Tahoma"/>
            </a:endParaRPr>
          </a:p>
          <a:p>
            <a:pPr marL="63500">
              <a:lnSpc>
                <a:spcPct val="100000"/>
              </a:lnSpc>
              <a:spcBef>
                <a:spcPts val="1225"/>
              </a:spcBef>
            </a:pPr>
            <a:r>
              <a:rPr sz="1200" spc="-5" dirty="0">
                <a:solidFill>
                  <a:srgbClr val="538235"/>
                </a:solidFill>
                <a:latin typeface="Tahoma"/>
                <a:cs typeface="Tahoma"/>
              </a:rPr>
              <a:t>where</a:t>
            </a:r>
            <a:r>
              <a:rPr sz="1200" spc="25" dirty="0">
                <a:solidFill>
                  <a:srgbClr val="538235"/>
                </a:solidFill>
                <a:latin typeface="Tahoma"/>
                <a:cs typeface="Tahoma"/>
              </a:rPr>
              <a:t> </a:t>
            </a:r>
            <a:r>
              <a:rPr sz="1200" spc="-5" dirty="0">
                <a:solidFill>
                  <a:srgbClr val="538235"/>
                </a:solidFill>
                <a:latin typeface="Tahoma"/>
                <a:cs typeface="Tahoma"/>
              </a:rPr>
              <a:t>a,</a:t>
            </a:r>
            <a:r>
              <a:rPr sz="1200" spc="5" dirty="0">
                <a:solidFill>
                  <a:srgbClr val="538235"/>
                </a:solidFill>
                <a:latin typeface="Tahoma"/>
                <a:cs typeface="Tahoma"/>
              </a:rPr>
              <a:t> </a:t>
            </a:r>
            <a:r>
              <a:rPr sz="1200" spc="-10" dirty="0">
                <a:solidFill>
                  <a:srgbClr val="538235"/>
                </a:solidFill>
                <a:latin typeface="Tahoma"/>
                <a:cs typeface="Tahoma"/>
              </a:rPr>
              <a:t>b,</a:t>
            </a:r>
            <a:r>
              <a:rPr sz="1200" spc="-20" dirty="0">
                <a:solidFill>
                  <a:srgbClr val="538235"/>
                </a:solidFill>
                <a:latin typeface="Tahoma"/>
                <a:cs typeface="Tahoma"/>
              </a:rPr>
              <a:t> </a:t>
            </a:r>
            <a:r>
              <a:rPr sz="1200" spc="-5" dirty="0">
                <a:solidFill>
                  <a:srgbClr val="538235"/>
                </a:solidFill>
                <a:latin typeface="Tahoma"/>
                <a:cs typeface="Tahoma"/>
              </a:rPr>
              <a:t>c,</a:t>
            </a:r>
            <a:r>
              <a:rPr sz="1200" spc="10" dirty="0">
                <a:solidFill>
                  <a:srgbClr val="538235"/>
                </a:solidFill>
                <a:latin typeface="Tahoma"/>
                <a:cs typeface="Tahoma"/>
              </a:rPr>
              <a:t> </a:t>
            </a:r>
            <a:r>
              <a:rPr sz="1200" dirty="0">
                <a:solidFill>
                  <a:srgbClr val="538235"/>
                </a:solidFill>
                <a:latin typeface="Tahoma"/>
                <a:cs typeface="Tahoma"/>
              </a:rPr>
              <a:t>d,</a:t>
            </a:r>
            <a:r>
              <a:rPr sz="1200" spc="-20" dirty="0">
                <a:solidFill>
                  <a:srgbClr val="538235"/>
                </a:solidFill>
                <a:latin typeface="Tahoma"/>
                <a:cs typeface="Tahoma"/>
              </a:rPr>
              <a:t> </a:t>
            </a:r>
            <a:r>
              <a:rPr sz="1200" dirty="0">
                <a:solidFill>
                  <a:srgbClr val="538235"/>
                </a:solidFill>
                <a:latin typeface="Tahoma"/>
                <a:cs typeface="Tahoma"/>
              </a:rPr>
              <a:t>e </a:t>
            </a:r>
            <a:r>
              <a:rPr sz="1200" spc="-5" dirty="0">
                <a:solidFill>
                  <a:srgbClr val="538235"/>
                </a:solidFill>
                <a:latin typeface="Tahoma"/>
                <a:cs typeface="Tahoma"/>
              </a:rPr>
              <a:t>are</a:t>
            </a:r>
            <a:r>
              <a:rPr sz="1200" spc="30" dirty="0">
                <a:solidFill>
                  <a:srgbClr val="538235"/>
                </a:solidFill>
                <a:latin typeface="Tahoma"/>
                <a:cs typeface="Tahoma"/>
              </a:rPr>
              <a:t> </a:t>
            </a:r>
            <a:r>
              <a:rPr sz="1200" spc="-10" dirty="0">
                <a:solidFill>
                  <a:srgbClr val="538235"/>
                </a:solidFill>
                <a:latin typeface="Tahoma"/>
                <a:cs typeface="Tahoma"/>
              </a:rPr>
              <a:t>real</a:t>
            </a:r>
            <a:r>
              <a:rPr sz="1200" dirty="0">
                <a:solidFill>
                  <a:srgbClr val="538235"/>
                </a:solidFill>
                <a:latin typeface="Tahoma"/>
                <a:cs typeface="Tahoma"/>
              </a:rPr>
              <a:t> </a:t>
            </a:r>
            <a:r>
              <a:rPr sz="1200" spc="-5" dirty="0">
                <a:solidFill>
                  <a:srgbClr val="538235"/>
                </a:solidFill>
                <a:latin typeface="Tahoma"/>
                <a:cs typeface="Tahoma"/>
              </a:rPr>
              <a:t>numbers</a:t>
            </a:r>
            <a:r>
              <a:rPr sz="1200" spc="30" dirty="0">
                <a:solidFill>
                  <a:srgbClr val="538235"/>
                </a:solidFill>
                <a:latin typeface="Tahoma"/>
                <a:cs typeface="Tahoma"/>
              </a:rPr>
              <a:t> </a:t>
            </a:r>
            <a:r>
              <a:rPr sz="1200" spc="-5" dirty="0">
                <a:solidFill>
                  <a:srgbClr val="538235"/>
                </a:solidFill>
                <a:latin typeface="Tahoma"/>
                <a:cs typeface="Tahoma"/>
              </a:rPr>
              <a:t>and</a:t>
            </a:r>
            <a:r>
              <a:rPr sz="1200" spc="25" dirty="0">
                <a:solidFill>
                  <a:srgbClr val="538235"/>
                </a:solidFill>
                <a:latin typeface="Tahoma"/>
                <a:cs typeface="Tahoma"/>
              </a:rPr>
              <a:t> </a:t>
            </a:r>
            <a:r>
              <a:rPr sz="1200" dirty="0">
                <a:solidFill>
                  <a:srgbClr val="538235"/>
                </a:solidFill>
                <a:latin typeface="Tahoma"/>
                <a:cs typeface="Tahoma"/>
              </a:rPr>
              <a:t>x</a:t>
            </a:r>
            <a:r>
              <a:rPr sz="1200" spc="-10" dirty="0">
                <a:solidFill>
                  <a:srgbClr val="538235"/>
                </a:solidFill>
                <a:latin typeface="Tahoma"/>
                <a:cs typeface="Tahoma"/>
              </a:rPr>
              <a:t> </a:t>
            </a:r>
            <a:r>
              <a:rPr sz="1200" spc="-5" dirty="0">
                <a:solidFill>
                  <a:srgbClr val="538235"/>
                </a:solidFill>
                <a:latin typeface="Tahoma"/>
                <a:cs typeface="Tahoma"/>
              </a:rPr>
              <a:t>and</a:t>
            </a:r>
            <a:r>
              <a:rPr sz="1200" spc="20" dirty="0">
                <a:solidFill>
                  <a:srgbClr val="538235"/>
                </a:solidFill>
                <a:latin typeface="Tahoma"/>
                <a:cs typeface="Tahoma"/>
              </a:rPr>
              <a:t> </a:t>
            </a:r>
            <a:r>
              <a:rPr sz="1200" dirty="0">
                <a:solidFill>
                  <a:srgbClr val="538235"/>
                </a:solidFill>
                <a:latin typeface="Tahoma"/>
                <a:cs typeface="Tahoma"/>
              </a:rPr>
              <a:t>y</a:t>
            </a:r>
            <a:r>
              <a:rPr sz="1200" spc="-15" dirty="0">
                <a:solidFill>
                  <a:srgbClr val="538235"/>
                </a:solidFill>
                <a:latin typeface="Tahoma"/>
                <a:cs typeface="Tahoma"/>
              </a:rPr>
              <a:t> </a:t>
            </a:r>
            <a:r>
              <a:rPr sz="1200" spc="-5" dirty="0">
                <a:solidFill>
                  <a:srgbClr val="538235"/>
                </a:solidFill>
                <a:latin typeface="Tahoma"/>
                <a:cs typeface="Tahoma"/>
              </a:rPr>
              <a:t>take</a:t>
            </a:r>
            <a:r>
              <a:rPr sz="1200" spc="10" dirty="0">
                <a:solidFill>
                  <a:srgbClr val="538235"/>
                </a:solidFill>
                <a:latin typeface="Tahoma"/>
                <a:cs typeface="Tahoma"/>
              </a:rPr>
              <a:t> </a:t>
            </a:r>
            <a:r>
              <a:rPr sz="1200" spc="-5" dirty="0">
                <a:solidFill>
                  <a:srgbClr val="538235"/>
                </a:solidFill>
                <a:latin typeface="Tahoma"/>
                <a:cs typeface="Tahoma"/>
              </a:rPr>
              <a:t>on</a:t>
            </a:r>
            <a:r>
              <a:rPr sz="1200" spc="-10" dirty="0">
                <a:solidFill>
                  <a:srgbClr val="538235"/>
                </a:solidFill>
                <a:latin typeface="Tahoma"/>
                <a:cs typeface="Tahoma"/>
              </a:rPr>
              <a:t> values</a:t>
            </a:r>
            <a:r>
              <a:rPr sz="1200" spc="45" dirty="0">
                <a:solidFill>
                  <a:srgbClr val="538235"/>
                </a:solidFill>
                <a:latin typeface="Tahoma"/>
                <a:cs typeface="Tahoma"/>
              </a:rPr>
              <a:t> </a:t>
            </a:r>
            <a:r>
              <a:rPr sz="1200" spc="-10" dirty="0">
                <a:solidFill>
                  <a:srgbClr val="538235"/>
                </a:solidFill>
                <a:latin typeface="Tahoma"/>
                <a:cs typeface="Tahoma"/>
              </a:rPr>
              <a:t>in</a:t>
            </a:r>
            <a:r>
              <a:rPr sz="1200" spc="15"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10" dirty="0">
                <a:solidFill>
                  <a:srgbClr val="538235"/>
                </a:solidFill>
                <a:latin typeface="Tahoma"/>
                <a:cs typeface="Tahoma"/>
              </a:rPr>
              <a:t>real</a:t>
            </a:r>
            <a:r>
              <a:rPr sz="1200" spc="20" dirty="0">
                <a:solidFill>
                  <a:srgbClr val="538235"/>
                </a:solidFill>
                <a:latin typeface="Tahoma"/>
                <a:cs typeface="Tahoma"/>
              </a:rPr>
              <a:t> </a:t>
            </a:r>
            <a:r>
              <a:rPr sz="1200" spc="-5" dirty="0">
                <a:solidFill>
                  <a:srgbClr val="538235"/>
                </a:solidFill>
                <a:latin typeface="Tahoma"/>
                <a:cs typeface="Tahoma"/>
              </a:rPr>
              <a:t>numbers.</a:t>
            </a:r>
            <a:endParaRPr lang="en-IN" sz="1200" spc="-5" dirty="0">
              <a:solidFill>
                <a:srgbClr val="538235"/>
              </a:solidFill>
              <a:latin typeface="Tahoma"/>
              <a:cs typeface="Tahoma"/>
            </a:endParaRPr>
          </a:p>
          <a:p>
            <a:pPr marL="63500">
              <a:lnSpc>
                <a:spcPct val="100000"/>
              </a:lnSpc>
              <a:spcBef>
                <a:spcPts val="1225"/>
              </a:spcBef>
            </a:pPr>
            <a:endParaRPr sz="1200" dirty="0">
              <a:latin typeface="Tahoma"/>
              <a:cs typeface="Tahoma"/>
            </a:endParaRPr>
          </a:p>
        </p:txBody>
      </p:sp>
      <p:pic>
        <p:nvPicPr>
          <p:cNvPr id="12" name="object 2"/>
          <p:cNvPicPr/>
          <p:nvPr/>
        </p:nvPicPr>
        <p:blipFill>
          <a:blip r:embed="rId3" cstate="print"/>
          <a:stretch>
            <a:fillRect/>
          </a:stretch>
        </p:blipFill>
        <p:spPr>
          <a:xfrm>
            <a:off x="1371600" y="5138476"/>
            <a:ext cx="4507992" cy="3325368"/>
          </a:xfrm>
          <a:prstGeom prst="rect">
            <a:avLst/>
          </a:prstGeom>
        </p:spPr>
      </p:pic>
      <p:sp>
        <p:nvSpPr>
          <p:cNvPr id="14" name="TextBox 13">
            <a:extLst>
              <a:ext uri="{FF2B5EF4-FFF2-40B4-BE49-F238E27FC236}">
                <a16:creationId xmlns:a16="http://schemas.microsoft.com/office/drawing/2014/main" id="{8FB1627C-F460-5F15-FE41-7A07620FF0C5}"/>
              </a:ext>
            </a:extLst>
          </p:cNvPr>
          <p:cNvSpPr txBox="1"/>
          <p:nvPr/>
        </p:nvSpPr>
        <p:spPr>
          <a:xfrm>
            <a:off x="1828800" y="8463844"/>
            <a:ext cx="3429000" cy="276999"/>
          </a:xfrm>
          <a:prstGeom prst="rect">
            <a:avLst/>
          </a:prstGeom>
          <a:noFill/>
        </p:spPr>
        <p:txBody>
          <a:bodyPr wrap="square">
            <a:spAutoFit/>
          </a:bodyPr>
          <a:lstStyle/>
          <a:p>
            <a:pPr algn="ctr">
              <a:lnSpc>
                <a:spcPct val="100000"/>
              </a:lnSpc>
              <a:spcBef>
                <a:spcPts val="100"/>
              </a:spcBef>
            </a:pPr>
            <a:r>
              <a:rPr lang="en-US" sz="1200" dirty="0">
                <a:solidFill>
                  <a:srgbClr val="538235"/>
                </a:solidFill>
                <a:latin typeface="Tahoma"/>
                <a:cs typeface="Tahoma"/>
              </a:rPr>
              <a:t>Figure Example of Elliptic Curves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85800" y="304800"/>
            <a:ext cx="5116830" cy="9354677"/>
          </a:xfrm>
          <a:prstGeom prst="rect">
            <a:avLst/>
          </a:prstGeom>
        </p:spPr>
        <p:txBody>
          <a:bodyPr vert="horz" wrap="square" lIns="0" tIns="12700" rIns="0" bIns="0" rtlCol="0">
            <a:spAutoFit/>
          </a:bodyPr>
          <a:lstStyle/>
          <a:p>
            <a:pPr>
              <a:lnSpc>
                <a:spcPct val="100000"/>
              </a:lnSpc>
              <a:spcBef>
                <a:spcPts val="35"/>
              </a:spcBef>
            </a:pPr>
            <a:endParaRPr sz="1800" dirty="0">
              <a:latin typeface="Tahoma"/>
              <a:cs typeface="Tahoma"/>
            </a:endParaRPr>
          </a:p>
          <a:p>
            <a:pPr marR="38100" algn="ctr">
              <a:lnSpc>
                <a:spcPct val="100000"/>
              </a:lnSpc>
            </a:pPr>
            <a:r>
              <a:rPr sz="1200" spc="-15" dirty="0">
                <a:solidFill>
                  <a:srgbClr val="538235"/>
                </a:solidFill>
                <a:latin typeface="Tahoma"/>
                <a:cs typeface="Tahoma"/>
              </a:rPr>
              <a:t>For</a:t>
            </a:r>
            <a:r>
              <a:rPr sz="1200" spc="5" dirty="0">
                <a:solidFill>
                  <a:srgbClr val="538235"/>
                </a:solidFill>
                <a:latin typeface="Tahoma"/>
                <a:cs typeface="Tahoma"/>
              </a:rPr>
              <a:t> </a:t>
            </a:r>
            <a:r>
              <a:rPr sz="1200" dirty="0">
                <a:solidFill>
                  <a:srgbClr val="538235"/>
                </a:solidFill>
                <a:latin typeface="Tahoma"/>
                <a:cs typeface="Tahoma"/>
              </a:rPr>
              <a:t>our</a:t>
            </a:r>
            <a:r>
              <a:rPr sz="1200" spc="5" dirty="0">
                <a:solidFill>
                  <a:srgbClr val="538235"/>
                </a:solidFill>
                <a:latin typeface="Tahoma"/>
                <a:cs typeface="Tahoma"/>
              </a:rPr>
              <a:t> </a:t>
            </a:r>
            <a:r>
              <a:rPr sz="1200" spc="-5" dirty="0">
                <a:solidFill>
                  <a:srgbClr val="538235"/>
                </a:solidFill>
                <a:latin typeface="Tahoma"/>
                <a:cs typeface="Tahoma"/>
              </a:rPr>
              <a:t>purpose,</a:t>
            </a:r>
            <a:r>
              <a:rPr sz="1200" spc="10" dirty="0">
                <a:solidFill>
                  <a:srgbClr val="538235"/>
                </a:solidFill>
                <a:latin typeface="Tahoma"/>
                <a:cs typeface="Tahoma"/>
              </a:rPr>
              <a:t> </a:t>
            </a:r>
            <a:r>
              <a:rPr sz="1200" spc="-10" dirty="0">
                <a:solidFill>
                  <a:srgbClr val="538235"/>
                </a:solidFill>
                <a:latin typeface="Tahoma"/>
                <a:cs typeface="Tahoma"/>
              </a:rPr>
              <a:t>it</a:t>
            </a:r>
            <a:r>
              <a:rPr sz="1200" spc="10"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spc="-5" dirty="0">
                <a:solidFill>
                  <a:srgbClr val="538235"/>
                </a:solidFill>
                <a:latin typeface="Tahoma"/>
                <a:cs typeface="Tahoma"/>
              </a:rPr>
              <a:t>sufficient</a:t>
            </a:r>
            <a:r>
              <a:rPr sz="1200" spc="40" dirty="0">
                <a:solidFill>
                  <a:srgbClr val="538235"/>
                </a:solidFill>
                <a:latin typeface="Tahoma"/>
                <a:cs typeface="Tahoma"/>
              </a:rPr>
              <a:t> </a:t>
            </a:r>
            <a:r>
              <a:rPr sz="1200" dirty="0">
                <a:solidFill>
                  <a:srgbClr val="538235"/>
                </a:solidFill>
                <a:latin typeface="Tahoma"/>
                <a:cs typeface="Tahoma"/>
              </a:rPr>
              <a:t>to</a:t>
            </a:r>
            <a:r>
              <a:rPr sz="1200" spc="-15" dirty="0">
                <a:solidFill>
                  <a:srgbClr val="538235"/>
                </a:solidFill>
                <a:latin typeface="Tahoma"/>
                <a:cs typeface="Tahoma"/>
              </a:rPr>
              <a:t> </a:t>
            </a:r>
            <a:r>
              <a:rPr sz="1200" spc="-10" dirty="0">
                <a:solidFill>
                  <a:srgbClr val="538235"/>
                </a:solidFill>
                <a:latin typeface="Tahoma"/>
                <a:cs typeface="Tahoma"/>
              </a:rPr>
              <a:t>limit</a:t>
            </a:r>
            <a:r>
              <a:rPr sz="1200" spc="35" dirty="0">
                <a:solidFill>
                  <a:srgbClr val="538235"/>
                </a:solidFill>
                <a:latin typeface="Tahoma"/>
                <a:cs typeface="Tahoma"/>
              </a:rPr>
              <a:t> </a:t>
            </a:r>
            <a:r>
              <a:rPr sz="1200" spc="-5" dirty="0">
                <a:solidFill>
                  <a:srgbClr val="538235"/>
                </a:solidFill>
                <a:latin typeface="Tahoma"/>
                <a:cs typeface="Tahoma"/>
              </a:rPr>
              <a:t>ourselves</a:t>
            </a:r>
            <a:r>
              <a:rPr sz="1200" spc="50" dirty="0">
                <a:solidFill>
                  <a:srgbClr val="538235"/>
                </a:solidFill>
                <a:latin typeface="Tahoma"/>
                <a:cs typeface="Tahoma"/>
              </a:rPr>
              <a:t> </a:t>
            </a:r>
            <a:r>
              <a:rPr sz="1200" dirty="0">
                <a:solidFill>
                  <a:srgbClr val="538235"/>
                </a:solidFill>
                <a:latin typeface="Tahoma"/>
                <a:cs typeface="Tahoma"/>
              </a:rPr>
              <a:t>to </a:t>
            </a:r>
            <a:r>
              <a:rPr sz="1200" spc="-5" dirty="0">
                <a:solidFill>
                  <a:srgbClr val="538235"/>
                </a:solidFill>
                <a:latin typeface="Tahoma"/>
                <a:cs typeface="Tahoma"/>
              </a:rPr>
              <a:t>equations</a:t>
            </a:r>
            <a:r>
              <a:rPr sz="1200" spc="5"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5" dirty="0">
                <a:solidFill>
                  <a:srgbClr val="538235"/>
                </a:solidFill>
                <a:latin typeface="Tahoma"/>
                <a:cs typeface="Tahoma"/>
              </a:rPr>
              <a:t>form</a:t>
            </a:r>
            <a:endParaRPr sz="1200" dirty="0">
              <a:latin typeface="Tahoma"/>
              <a:cs typeface="Tahoma"/>
            </a:endParaRPr>
          </a:p>
          <a:p>
            <a:pPr marL="977900">
              <a:lnSpc>
                <a:spcPct val="100000"/>
              </a:lnSpc>
              <a:spcBef>
                <a:spcPts val="725"/>
              </a:spcBef>
            </a:pPr>
            <a:r>
              <a:rPr sz="1200" dirty="0">
                <a:solidFill>
                  <a:srgbClr val="538235"/>
                </a:solidFill>
                <a:latin typeface="Tahoma"/>
                <a:cs typeface="Tahoma"/>
              </a:rPr>
              <a:t>y</a:t>
            </a:r>
            <a:r>
              <a:rPr sz="1200" baseline="24305" dirty="0">
                <a:solidFill>
                  <a:srgbClr val="538235"/>
                </a:solidFill>
                <a:latin typeface="Tahoma"/>
                <a:cs typeface="Tahoma"/>
              </a:rPr>
              <a:t>2</a:t>
            </a:r>
            <a:r>
              <a:rPr sz="1200" spc="172" baseline="2430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x</a:t>
            </a:r>
            <a:r>
              <a:rPr sz="1200" baseline="24305" dirty="0">
                <a:solidFill>
                  <a:srgbClr val="538235"/>
                </a:solidFill>
                <a:latin typeface="Tahoma"/>
                <a:cs typeface="Tahoma"/>
              </a:rPr>
              <a:t>3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ax</a:t>
            </a:r>
            <a:r>
              <a:rPr sz="1200" spc="-20"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b</a:t>
            </a:r>
            <a:endParaRPr sz="1200" dirty="0">
              <a:latin typeface="Tahoma"/>
              <a:cs typeface="Tahoma"/>
            </a:endParaRPr>
          </a:p>
          <a:p>
            <a:pPr marL="807085" indent="-287020" algn="just">
              <a:lnSpc>
                <a:spcPct val="100000"/>
              </a:lnSpc>
              <a:spcBef>
                <a:spcPts val="720"/>
              </a:spcBef>
              <a:buFont typeface="Wingdings"/>
              <a:buChar char=""/>
              <a:tabLst>
                <a:tab pos="807720" algn="l"/>
              </a:tabLst>
            </a:pPr>
            <a:r>
              <a:rPr sz="1200" spc="-5" dirty="0">
                <a:solidFill>
                  <a:srgbClr val="538235"/>
                </a:solidFill>
                <a:latin typeface="Tahoma"/>
                <a:cs typeface="Tahoma"/>
              </a:rPr>
              <a:t>where</a:t>
            </a:r>
            <a:r>
              <a:rPr sz="1200" spc="25" dirty="0">
                <a:solidFill>
                  <a:srgbClr val="538235"/>
                </a:solidFill>
                <a:latin typeface="Tahoma"/>
                <a:cs typeface="Tahoma"/>
              </a:rPr>
              <a:t> </a:t>
            </a:r>
            <a:r>
              <a:rPr sz="1200" spc="-20" dirty="0">
                <a:solidFill>
                  <a:srgbClr val="538235"/>
                </a:solidFill>
                <a:latin typeface="Tahoma"/>
                <a:cs typeface="Tahoma"/>
              </a:rPr>
              <a:t>x,y,a,b</a:t>
            </a:r>
            <a:r>
              <a:rPr sz="1200" spc="-10" dirty="0">
                <a:solidFill>
                  <a:srgbClr val="538235"/>
                </a:solidFill>
                <a:latin typeface="Tahoma"/>
                <a:cs typeface="Tahoma"/>
              </a:rPr>
              <a:t> </a:t>
            </a:r>
            <a:r>
              <a:rPr sz="1200" spc="-5" dirty="0">
                <a:solidFill>
                  <a:srgbClr val="538235"/>
                </a:solidFill>
                <a:latin typeface="Tahoma"/>
                <a:cs typeface="Tahoma"/>
              </a:rPr>
              <a:t>are</a:t>
            </a:r>
            <a:r>
              <a:rPr sz="1200" dirty="0">
                <a:solidFill>
                  <a:srgbClr val="538235"/>
                </a:solidFill>
                <a:latin typeface="Tahoma"/>
                <a:cs typeface="Tahoma"/>
              </a:rPr>
              <a:t> </a:t>
            </a:r>
            <a:r>
              <a:rPr sz="1200" spc="-10" dirty="0">
                <a:solidFill>
                  <a:srgbClr val="538235"/>
                </a:solidFill>
                <a:latin typeface="Tahoma"/>
                <a:cs typeface="Tahoma"/>
              </a:rPr>
              <a:t>all</a:t>
            </a:r>
            <a:r>
              <a:rPr sz="1200" spc="25" dirty="0">
                <a:solidFill>
                  <a:srgbClr val="538235"/>
                </a:solidFill>
                <a:latin typeface="Tahoma"/>
                <a:cs typeface="Tahoma"/>
              </a:rPr>
              <a:t> </a:t>
            </a:r>
            <a:r>
              <a:rPr sz="1200" spc="-10" dirty="0">
                <a:solidFill>
                  <a:srgbClr val="538235"/>
                </a:solidFill>
                <a:latin typeface="Tahoma"/>
                <a:cs typeface="Tahoma"/>
              </a:rPr>
              <a:t>real</a:t>
            </a:r>
            <a:r>
              <a:rPr sz="1200" spc="20" dirty="0">
                <a:solidFill>
                  <a:srgbClr val="538235"/>
                </a:solidFill>
                <a:latin typeface="Tahoma"/>
                <a:cs typeface="Tahoma"/>
              </a:rPr>
              <a:t> </a:t>
            </a:r>
            <a:r>
              <a:rPr sz="1200" spc="-5" dirty="0">
                <a:solidFill>
                  <a:srgbClr val="538235"/>
                </a:solidFill>
                <a:latin typeface="Tahoma"/>
                <a:cs typeface="Tahoma"/>
              </a:rPr>
              <a:t>numbers,</a:t>
            </a:r>
            <a:r>
              <a:rPr sz="1200" spc="35" dirty="0">
                <a:solidFill>
                  <a:srgbClr val="538235"/>
                </a:solidFill>
                <a:latin typeface="Tahoma"/>
                <a:cs typeface="Tahoma"/>
              </a:rPr>
              <a:t> </a:t>
            </a:r>
            <a:r>
              <a:rPr sz="1200" spc="-10" dirty="0">
                <a:solidFill>
                  <a:srgbClr val="538235"/>
                </a:solidFill>
                <a:latin typeface="Tahoma"/>
                <a:cs typeface="Tahoma"/>
              </a:rPr>
              <a:t>also</a:t>
            </a:r>
            <a:r>
              <a:rPr sz="1200" spc="5" dirty="0">
                <a:solidFill>
                  <a:srgbClr val="538235"/>
                </a:solidFill>
                <a:latin typeface="Tahoma"/>
                <a:cs typeface="Tahoma"/>
              </a:rPr>
              <a:t> </a:t>
            </a:r>
            <a:r>
              <a:rPr sz="1200" spc="-5" dirty="0">
                <a:solidFill>
                  <a:srgbClr val="538235"/>
                </a:solidFill>
                <a:latin typeface="Tahoma"/>
                <a:cs typeface="Tahoma"/>
              </a:rPr>
              <a:t>define</a:t>
            </a:r>
            <a:r>
              <a:rPr sz="1200" spc="35" dirty="0">
                <a:solidFill>
                  <a:srgbClr val="538235"/>
                </a:solidFill>
                <a:latin typeface="Tahoma"/>
                <a:cs typeface="Tahoma"/>
              </a:rPr>
              <a:t> </a:t>
            </a:r>
            <a:r>
              <a:rPr sz="1200" spc="-10" dirty="0">
                <a:solidFill>
                  <a:srgbClr val="538235"/>
                </a:solidFill>
                <a:latin typeface="Tahoma"/>
                <a:cs typeface="Tahoma"/>
              </a:rPr>
              <a:t>zero</a:t>
            </a:r>
            <a:r>
              <a:rPr sz="1200" spc="30" dirty="0">
                <a:solidFill>
                  <a:srgbClr val="538235"/>
                </a:solidFill>
                <a:latin typeface="Tahoma"/>
                <a:cs typeface="Tahoma"/>
              </a:rPr>
              <a:t> </a:t>
            </a:r>
            <a:r>
              <a:rPr sz="1200" spc="-5" dirty="0">
                <a:solidFill>
                  <a:srgbClr val="538235"/>
                </a:solidFill>
                <a:latin typeface="Tahoma"/>
                <a:cs typeface="Tahoma"/>
              </a:rPr>
              <a:t>point </a:t>
            </a:r>
            <a:r>
              <a:rPr sz="1200" dirty="0">
                <a:solidFill>
                  <a:srgbClr val="538235"/>
                </a:solidFill>
                <a:latin typeface="Tahoma"/>
                <a:cs typeface="Tahoma"/>
              </a:rPr>
              <a:t>O</a:t>
            </a:r>
            <a:endParaRPr sz="1200" dirty="0">
              <a:latin typeface="Tahoma"/>
              <a:cs typeface="Tahoma"/>
            </a:endParaRPr>
          </a:p>
          <a:p>
            <a:pPr marL="407670" indent="-344805">
              <a:lnSpc>
                <a:spcPct val="100000"/>
              </a:lnSpc>
              <a:spcBef>
                <a:spcPts val="720"/>
              </a:spcBef>
              <a:buFont typeface="Wingdings"/>
              <a:buChar char=""/>
              <a:tabLst>
                <a:tab pos="407670" algn="l"/>
                <a:tab pos="408305" algn="l"/>
              </a:tabLst>
            </a:pPr>
            <a:r>
              <a:rPr sz="1200" spc="-5" dirty="0">
                <a:solidFill>
                  <a:srgbClr val="538235"/>
                </a:solidFill>
                <a:latin typeface="Tahoma"/>
                <a:cs typeface="Tahoma"/>
              </a:rPr>
              <a:t>consider</a:t>
            </a:r>
            <a:r>
              <a:rPr sz="1200" spc="25" dirty="0">
                <a:solidFill>
                  <a:srgbClr val="538235"/>
                </a:solidFill>
                <a:latin typeface="Tahoma"/>
                <a:cs typeface="Tahoma"/>
              </a:rPr>
              <a:t> </a:t>
            </a:r>
            <a:r>
              <a:rPr sz="1200" spc="-10" dirty="0">
                <a:solidFill>
                  <a:srgbClr val="538235"/>
                </a:solidFill>
                <a:latin typeface="Tahoma"/>
                <a:cs typeface="Tahoma"/>
              </a:rPr>
              <a:t>set</a:t>
            </a:r>
            <a:r>
              <a:rPr sz="1200" spc="10" dirty="0">
                <a:solidFill>
                  <a:srgbClr val="538235"/>
                </a:solidFill>
                <a:latin typeface="Tahoma"/>
                <a:cs typeface="Tahoma"/>
              </a:rPr>
              <a:t> </a:t>
            </a:r>
            <a:r>
              <a:rPr sz="1200" spc="-5" dirty="0">
                <a:solidFill>
                  <a:srgbClr val="538235"/>
                </a:solidFill>
                <a:latin typeface="Tahoma"/>
                <a:cs typeface="Tahoma"/>
              </a:rPr>
              <a:t>of</a:t>
            </a:r>
            <a:r>
              <a:rPr sz="1200" dirty="0">
                <a:solidFill>
                  <a:srgbClr val="538235"/>
                </a:solidFill>
                <a:latin typeface="Tahoma"/>
                <a:cs typeface="Tahoma"/>
              </a:rPr>
              <a:t> </a:t>
            </a:r>
            <a:r>
              <a:rPr sz="1200" spc="-5" dirty="0">
                <a:solidFill>
                  <a:srgbClr val="538235"/>
                </a:solidFill>
                <a:latin typeface="Tahoma"/>
                <a:cs typeface="Tahoma"/>
              </a:rPr>
              <a:t>points</a:t>
            </a:r>
            <a:r>
              <a:rPr sz="1200" dirty="0">
                <a:solidFill>
                  <a:srgbClr val="538235"/>
                </a:solidFill>
                <a:latin typeface="Tahoma"/>
                <a:cs typeface="Tahoma"/>
              </a:rPr>
              <a:t> </a:t>
            </a:r>
            <a:r>
              <a:rPr sz="1200" spc="-5" dirty="0">
                <a:solidFill>
                  <a:srgbClr val="538235"/>
                </a:solidFill>
                <a:latin typeface="Tahoma"/>
                <a:cs typeface="Tahoma"/>
              </a:rPr>
              <a:t>E(a,b)</a:t>
            </a:r>
            <a:r>
              <a:rPr sz="1200" dirty="0">
                <a:solidFill>
                  <a:srgbClr val="538235"/>
                </a:solidFill>
                <a:latin typeface="Tahoma"/>
                <a:cs typeface="Tahoma"/>
              </a:rPr>
              <a:t> that</a:t>
            </a:r>
            <a:r>
              <a:rPr sz="1200" spc="-15" dirty="0">
                <a:solidFill>
                  <a:srgbClr val="538235"/>
                </a:solidFill>
                <a:latin typeface="Tahoma"/>
                <a:cs typeface="Tahoma"/>
              </a:rPr>
              <a:t> </a:t>
            </a:r>
            <a:r>
              <a:rPr sz="1200" spc="-10" dirty="0">
                <a:solidFill>
                  <a:srgbClr val="538235"/>
                </a:solidFill>
                <a:latin typeface="Tahoma"/>
                <a:cs typeface="Tahoma"/>
              </a:rPr>
              <a:t>satisfy</a:t>
            </a:r>
            <a:endParaRPr sz="1200" dirty="0">
              <a:latin typeface="Tahoma"/>
              <a:cs typeface="Tahoma"/>
            </a:endParaRPr>
          </a:p>
          <a:p>
            <a:pPr marL="407670" indent="-344805">
              <a:lnSpc>
                <a:spcPct val="100000"/>
              </a:lnSpc>
              <a:spcBef>
                <a:spcPts val="720"/>
              </a:spcBef>
              <a:buFont typeface="Wingdings"/>
              <a:buChar char=""/>
              <a:tabLst>
                <a:tab pos="407670" algn="l"/>
                <a:tab pos="408305" algn="l"/>
              </a:tabLst>
            </a:pPr>
            <a:r>
              <a:rPr sz="1200" spc="-5" dirty="0">
                <a:solidFill>
                  <a:srgbClr val="538235"/>
                </a:solidFill>
                <a:latin typeface="Tahoma"/>
                <a:cs typeface="Tahoma"/>
              </a:rPr>
              <a:t>have</a:t>
            </a:r>
            <a:r>
              <a:rPr sz="1200" spc="-10" dirty="0">
                <a:solidFill>
                  <a:srgbClr val="538235"/>
                </a:solidFill>
                <a:latin typeface="Tahoma"/>
                <a:cs typeface="Tahoma"/>
              </a:rPr>
              <a:t> </a:t>
            </a:r>
            <a:r>
              <a:rPr sz="1200" spc="-5" dirty="0">
                <a:solidFill>
                  <a:srgbClr val="538235"/>
                </a:solidFill>
                <a:latin typeface="Tahoma"/>
                <a:cs typeface="Tahoma"/>
              </a:rPr>
              <a:t>addition</a:t>
            </a:r>
            <a:r>
              <a:rPr sz="1200" spc="-15" dirty="0">
                <a:solidFill>
                  <a:srgbClr val="538235"/>
                </a:solidFill>
                <a:latin typeface="Tahoma"/>
                <a:cs typeface="Tahoma"/>
              </a:rPr>
              <a:t> </a:t>
            </a:r>
            <a:r>
              <a:rPr sz="1200" spc="-10" dirty="0">
                <a:solidFill>
                  <a:srgbClr val="538235"/>
                </a:solidFill>
                <a:latin typeface="Tahoma"/>
                <a:cs typeface="Tahoma"/>
              </a:rPr>
              <a:t>operation</a:t>
            </a:r>
            <a:r>
              <a:rPr sz="1200" spc="25" dirty="0">
                <a:solidFill>
                  <a:srgbClr val="538235"/>
                </a:solidFill>
                <a:latin typeface="Tahoma"/>
                <a:cs typeface="Tahoma"/>
              </a:rPr>
              <a:t> </a:t>
            </a:r>
            <a:r>
              <a:rPr sz="1200" spc="-5" dirty="0">
                <a:solidFill>
                  <a:srgbClr val="538235"/>
                </a:solidFill>
                <a:latin typeface="Tahoma"/>
                <a:cs typeface="Tahoma"/>
              </a:rPr>
              <a:t>for</a:t>
            </a:r>
            <a:r>
              <a:rPr sz="1200" dirty="0">
                <a:solidFill>
                  <a:srgbClr val="538235"/>
                </a:solidFill>
                <a:latin typeface="Tahoma"/>
                <a:cs typeface="Tahoma"/>
              </a:rPr>
              <a:t> </a:t>
            </a:r>
            <a:r>
              <a:rPr sz="1200" spc="-5" dirty="0">
                <a:solidFill>
                  <a:srgbClr val="538235"/>
                </a:solidFill>
                <a:latin typeface="Tahoma"/>
                <a:cs typeface="Tahoma"/>
              </a:rPr>
              <a:t>elliptic</a:t>
            </a:r>
            <a:r>
              <a:rPr sz="1200" spc="10" dirty="0">
                <a:solidFill>
                  <a:srgbClr val="538235"/>
                </a:solidFill>
                <a:latin typeface="Tahoma"/>
                <a:cs typeface="Tahoma"/>
              </a:rPr>
              <a:t> </a:t>
            </a:r>
            <a:r>
              <a:rPr sz="1200" spc="-5" dirty="0">
                <a:solidFill>
                  <a:srgbClr val="538235"/>
                </a:solidFill>
                <a:latin typeface="Tahoma"/>
                <a:cs typeface="Tahoma"/>
              </a:rPr>
              <a:t>curve</a:t>
            </a:r>
            <a:endParaRPr sz="1200" dirty="0">
              <a:latin typeface="Tahoma"/>
              <a:cs typeface="Tahoma"/>
            </a:endParaRPr>
          </a:p>
          <a:p>
            <a:pPr marL="807085" lvl="1" indent="-287020" algn="just">
              <a:lnSpc>
                <a:spcPct val="100000"/>
              </a:lnSpc>
              <a:spcBef>
                <a:spcPts val="720"/>
              </a:spcBef>
              <a:buFont typeface="Wingdings"/>
              <a:buChar char=""/>
              <a:tabLst>
                <a:tab pos="807720" algn="l"/>
              </a:tabLst>
            </a:pPr>
            <a:r>
              <a:rPr sz="1200" spc="-10" dirty="0">
                <a:solidFill>
                  <a:srgbClr val="538235"/>
                </a:solidFill>
                <a:latin typeface="Tahoma"/>
                <a:cs typeface="Tahoma"/>
              </a:rPr>
              <a:t>geometrically</a:t>
            </a:r>
            <a:r>
              <a:rPr sz="1200" spc="70" dirty="0">
                <a:solidFill>
                  <a:srgbClr val="538235"/>
                </a:solidFill>
                <a:latin typeface="Tahoma"/>
                <a:cs typeface="Tahoma"/>
              </a:rPr>
              <a:t> </a:t>
            </a:r>
            <a:r>
              <a:rPr sz="1200" spc="-5" dirty="0">
                <a:solidFill>
                  <a:srgbClr val="538235"/>
                </a:solidFill>
                <a:latin typeface="Tahoma"/>
                <a:cs typeface="Tahoma"/>
              </a:rPr>
              <a:t>sum</a:t>
            </a:r>
            <a:r>
              <a:rPr sz="1200" spc="15" dirty="0">
                <a:solidFill>
                  <a:srgbClr val="538235"/>
                </a:solidFill>
                <a:latin typeface="Tahoma"/>
                <a:cs typeface="Tahoma"/>
              </a:rPr>
              <a:t> </a:t>
            </a:r>
            <a:r>
              <a:rPr sz="1200" spc="-5" dirty="0">
                <a:solidFill>
                  <a:srgbClr val="538235"/>
                </a:solidFill>
                <a:latin typeface="Tahoma"/>
                <a:cs typeface="Tahoma"/>
              </a:rPr>
              <a:t>of</a:t>
            </a:r>
            <a:r>
              <a:rPr sz="1200" spc="20" dirty="0">
                <a:solidFill>
                  <a:srgbClr val="538235"/>
                </a:solidFill>
                <a:latin typeface="Tahoma"/>
                <a:cs typeface="Tahoma"/>
              </a:rPr>
              <a:t> </a:t>
            </a:r>
            <a:r>
              <a:rPr sz="1200" dirty="0">
                <a:solidFill>
                  <a:srgbClr val="538235"/>
                </a:solidFill>
                <a:latin typeface="Tahoma"/>
                <a:cs typeface="Tahoma"/>
              </a:rPr>
              <a:t>P+Q </a:t>
            </a:r>
            <a:r>
              <a:rPr sz="1200" spc="-10" dirty="0">
                <a:solidFill>
                  <a:srgbClr val="538235"/>
                </a:solidFill>
                <a:latin typeface="Tahoma"/>
                <a:cs typeface="Tahoma"/>
              </a:rPr>
              <a:t>is</a:t>
            </a:r>
            <a:r>
              <a:rPr sz="1200" spc="30" dirty="0">
                <a:solidFill>
                  <a:srgbClr val="538235"/>
                </a:solidFill>
                <a:latin typeface="Tahoma"/>
                <a:cs typeface="Tahoma"/>
              </a:rPr>
              <a:t> </a:t>
            </a:r>
            <a:r>
              <a:rPr sz="1200" spc="-10" dirty="0">
                <a:solidFill>
                  <a:srgbClr val="538235"/>
                </a:solidFill>
                <a:latin typeface="Tahoma"/>
                <a:cs typeface="Tahoma"/>
              </a:rPr>
              <a:t>reflection</a:t>
            </a:r>
            <a:r>
              <a:rPr sz="1200" spc="45" dirty="0">
                <a:solidFill>
                  <a:srgbClr val="538235"/>
                </a:solidFill>
                <a:latin typeface="Tahoma"/>
                <a:cs typeface="Tahoma"/>
              </a:rPr>
              <a:t> </a:t>
            </a:r>
            <a:r>
              <a:rPr sz="1200" spc="-5" dirty="0">
                <a:solidFill>
                  <a:srgbClr val="538235"/>
                </a:solidFill>
                <a:latin typeface="Tahoma"/>
                <a:cs typeface="Tahoma"/>
              </a:rPr>
              <a:t>of</a:t>
            </a:r>
            <a:r>
              <a:rPr sz="1200" spc="15" dirty="0">
                <a:solidFill>
                  <a:srgbClr val="538235"/>
                </a:solidFill>
                <a:latin typeface="Tahoma"/>
                <a:cs typeface="Tahoma"/>
              </a:rPr>
              <a:t> </a:t>
            </a:r>
            <a:r>
              <a:rPr sz="1200" dirty="0">
                <a:solidFill>
                  <a:srgbClr val="538235"/>
                </a:solidFill>
                <a:latin typeface="Tahoma"/>
                <a:cs typeface="Tahoma"/>
              </a:rPr>
              <a:t>the</a:t>
            </a:r>
            <a:r>
              <a:rPr sz="1200" spc="10" dirty="0">
                <a:solidFill>
                  <a:srgbClr val="538235"/>
                </a:solidFill>
                <a:latin typeface="Tahoma"/>
                <a:cs typeface="Tahoma"/>
              </a:rPr>
              <a:t> </a:t>
            </a:r>
            <a:r>
              <a:rPr sz="1200" spc="-10" dirty="0">
                <a:solidFill>
                  <a:srgbClr val="538235"/>
                </a:solidFill>
                <a:latin typeface="Tahoma"/>
                <a:cs typeface="Tahoma"/>
              </a:rPr>
              <a:t>intersection</a:t>
            </a:r>
            <a:r>
              <a:rPr sz="1200" spc="65" dirty="0">
                <a:solidFill>
                  <a:srgbClr val="538235"/>
                </a:solidFill>
                <a:latin typeface="Tahoma"/>
                <a:cs typeface="Tahoma"/>
              </a:rPr>
              <a:t> </a:t>
            </a:r>
            <a:r>
              <a:rPr sz="1200" dirty="0">
                <a:solidFill>
                  <a:srgbClr val="538235"/>
                </a:solidFill>
                <a:latin typeface="Tahoma"/>
                <a:cs typeface="Tahoma"/>
              </a:rPr>
              <a:t>R</a:t>
            </a:r>
            <a:endParaRPr sz="1200" dirty="0">
              <a:latin typeface="Tahoma"/>
              <a:cs typeface="Tahoma"/>
            </a:endParaRPr>
          </a:p>
          <a:p>
            <a:pPr marL="63500" marR="55880" indent="228600" algn="just">
              <a:lnSpc>
                <a:spcPts val="2160"/>
              </a:lnSpc>
              <a:spcBef>
                <a:spcPts val="195"/>
              </a:spcBef>
            </a:pPr>
            <a:r>
              <a:rPr sz="1200" dirty="0">
                <a:solidFill>
                  <a:srgbClr val="538235"/>
                </a:solidFill>
                <a:latin typeface="Tahoma"/>
                <a:cs typeface="Tahoma"/>
              </a:rPr>
              <a:t>If three </a:t>
            </a:r>
            <a:r>
              <a:rPr sz="1200" spc="-5" dirty="0">
                <a:solidFill>
                  <a:srgbClr val="538235"/>
                </a:solidFill>
                <a:latin typeface="Tahoma"/>
                <a:cs typeface="Tahoma"/>
              </a:rPr>
              <a:t>points on an elliptic curve lie on </a:t>
            </a:r>
            <a:r>
              <a:rPr sz="1200" dirty="0">
                <a:solidFill>
                  <a:srgbClr val="538235"/>
                </a:solidFill>
                <a:latin typeface="Tahoma"/>
                <a:cs typeface="Tahoma"/>
              </a:rPr>
              <a:t>a </a:t>
            </a:r>
            <a:r>
              <a:rPr sz="1200" spc="-5" dirty="0">
                <a:solidFill>
                  <a:srgbClr val="538235"/>
                </a:solidFill>
                <a:latin typeface="Tahoma"/>
                <a:cs typeface="Tahoma"/>
              </a:rPr>
              <a:t>straight line, </a:t>
            </a:r>
            <a:r>
              <a:rPr sz="1200" dirty="0">
                <a:solidFill>
                  <a:srgbClr val="538235"/>
                </a:solidFill>
                <a:latin typeface="Tahoma"/>
                <a:cs typeface="Tahoma"/>
              </a:rPr>
              <a:t>their </a:t>
            </a:r>
            <a:r>
              <a:rPr sz="1200" spc="-5" dirty="0">
                <a:solidFill>
                  <a:srgbClr val="538235"/>
                </a:solidFill>
                <a:latin typeface="Tahoma"/>
                <a:cs typeface="Tahoma"/>
              </a:rPr>
              <a:t>sum </a:t>
            </a:r>
            <a:r>
              <a:rPr sz="1200" spc="-10" dirty="0">
                <a:solidFill>
                  <a:srgbClr val="538235"/>
                </a:solidFill>
                <a:latin typeface="Tahoma"/>
                <a:cs typeface="Tahoma"/>
              </a:rPr>
              <a:t>is </a:t>
            </a:r>
            <a:r>
              <a:rPr sz="1250" spc="-25" dirty="0">
                <a:solidFill>
                  <a:srgbClr val="538235"/>
                </a:solidFill>
                <a:latin typeface="Tahoma"/>
                <a:cs typeface="Tahoma"/>
              </a:rPr>
              <a:t>O</a:t>
            </a:r>
            <a:r>
              <a:rPr sz="1200" spc="-25" dirty="0">
                <a:solidFill>
                  <a:srgbClr val="538235"/>
                </a:solidFill>
                <a:latin typeface="Tahoma"/>
                <a:cs typeface="Tahoma"/>
              </a:rPr>
              <a:t>. </a:t>
            </a:r>
            <a:r>
              <a:rPr sz="1200" spc="-20" dirty="0">
                <a:solidFill>
                  <a:srgbClr val="538235"/>
                </a:solidFill>
                <a:latin typeface="Tahoma"/>
                <a:cs typeface="Tahoma"/>
              </a:rPr>
              <a:t> </a:t>
            </a:r>
            <a:r>
              <a:rPr sz="1200" spc="-5" dirty="0">
                <a:solidFill>
                  <a:srgbClr val="538235"/>
                </a:solidFill>
                <a:latin typeface="Tahoma"/>
                <a:cs typeface="Tahoma"/>
              </a:rPr>
              <a:t>hence</a:t>
            </a:r>
            <a:r>
              <a:rPr sz="1200" spc="20" dirty="0">
                <a:solidFill>
                  <a:srgbClr val="538235"/>
                </a:solidFill>
                <a:latin typeface="Tahoma"/>
                <a:cs typeface="Tahoma"/>
              </a:rPr>
              <a:t> </a:t>
            </a:r>
            <a:r>
              <a:rPr sz="1200" spc="-5" dirty="0">
                <a:solidFill>
                  <a:srgbClr val="538235"/>
                </a:solidFill>
                <a:latin typeface="Tahoma"/>
                <a:cs typeface="Tahoma"/>
              </a:rPr>
              <a:t>define</a:t>
            </a:r>
            <a:r>
              <a:rPr sz="1200" spc="30" dirty="0">
                <a:solidFill>
                  <a:srgbClr val="538235"/>
                </a:solidFill>
                <a:latin typeface="Tahoma"/>
                <a:cs typeface="Tahoma"/>
              </a:rPr>
              <a:t> </a:t>
            </a:r>
            <a:r>
              <a:rPr sz="1200" spc="-5" dirty="0">
                <a:solidFill>
                  <a:srgbClr val="538235"/>
                </a:solidFill>
                <a:latin typeface="Tahoma"/>
                <a:cs typeface="Tahoma"/>
              </a:rPr>
              <a:t>addition</a:t>
            </a:r>
            <a:r>
              <a:rPr sz="1200" dirty="0">
                <a:solidFill>
                  <a:srgbClr val="538235"/>
                </a:solidFill>
                <a:latin typeface="Tahoma"/>
                <a:cs typeface="Tahoma"/>
              </a:rPr>
              <a:t> </a:t>
            </a:r>
            <a:r>
              <a:rPr sz="1200" spc="-10" dirty="0">
                <a:solidFill>
                  <a:srgbClr val="538235"/>
                </a:solidFill>
                <a:latin typeface="Tahoma"/>
                <a:cs typeface="Tahoma"/>
              </a:rPr>
              <a:t>as:</a:t>
            </a:r>
            <a:endParaRPr sz="1200" dirty="0">
              <a:latin typeface="Tahoma"/>
              <a:cs typeface="Tahoma"/>
            </a:endParaRPr>
          </a:p>
          <a:p>
            <a:pPr marL="407670" marR="52069" indent="-344805" algn="just">
              <a:lnSpc>
                <a:spcPts val="2160"/>
              </a:lnSpc>
              <a:buAutoNum type="arabicPeriod"/>
              <a:tabLst>
                <a:tab pos="408305" algn="l"/>
              </a:tabLst>
            </a:pPr>
            <a:r>
              <a:rPr sz="1200" dirty="0">
                <a:solidFill>
                  <a:srgbClr val="538235"/>
                </a:solidFill>
                <a:latin typeface="Tahoma"/>
                <a:cs typeface="Tahoma"/>
              </a:rPr>
              <a:t>O </a:t>
            </a:r>
            <a:r>
              <a:rPr sz="1200" spc="-5" dirty="0">
                <a:solidFill>
                  <a:srgbClr val="538235"/>
                </a:solidFill>
                <a:latin typeface="Tahoma"/>
                <a:cs typeface="Tahoma"/>
              </a:rPr>
              <a:t>serves as </a:t>
            </a:r>
            <a:r>
              <a:rPr sz="1200" dirty="0">
                <a:solidFill>
                  <a:srgbClr val="538235"/>
                </a:solidFill>
                <a:latin typeface="Tahoma"/>
                <a:cs typeface="Tahoma"/>
              </a:rPr>
              <a:t>the </a:t>
            </a:r>
            <a:r>
              <a:rPr sz="1200" spc="-5" dirty="0">
                <a:solidFill>
                  <a:srgbClr val="538235"/>
                </a:solidFill>
                <a:latin typeface="Tahoma"/>
                <a:cs typeface="Tahoma"/>
              </a:rPr>
              <a:t>additive </a:t>
            </a:r>
            <a:r>
              <a:rPr sz="1200" spc="-15" dirty="0">
                <a:solidFill>
                  <a:srgbClr val="538235"/>
                </a:solidFill>
                <a:latin typeface="Tahoma"/>
                <a:cs typeface="Tahoma"/>
              </a:rPr>
              <a:t>identity.</a:t>
            </a:r>
            <a:r>
              <a:rPr sz="1200" spc="-10" dirty="0">
                <a:solidFill>
                  <a:srgbClr val="538235"/>
                </a:solidFill>
                <a:latin typeface="Tahoma"/>
                <a:cs typeface="Tahoma"/>
              </a:rPr>
              <a:t> </a:t>
            </a:r>
            <a:r>
              <a:rPr sz="1200" spc="-5" dirty="0">
                <a:solidFill>
                  <a:srgbClr val="538235"/>
                </a:solidFill>
                <a:latin typeface="Tahoma"/>
                <a:cs typeface="Tahoma"/>
              </a:rPr>
              <a:t>Thus </a:t>
            </a:r>
            <a:r>
              <a:rPr sz="1200" dirty="0">
                <a:solidFill>
                  <a:srgbClr val="538235"/>
                </a:solidFill>
                <a:latin typeface="Tahoma"/>
                <a:cs typeface="Tahoma"/>
              </a:rPr>
              <a:t>O = </a:t>
            </a:r>
            <a:r>
              <a:rPr sz="1200" spc="-10" dirty="0">
                <a:solidFill>
                  <a:srgbClr val="538235"/>
                </a:solidFill>
                <a:latin typeface="Tahoma"/>
                <a:cs typeface="Tahoma"/>
              </a:rPr>
              <a:t>–O;</a:t>
            </a:r>
            <a:r>
              <a:rPr sz="1200" spc="355" dirty="0">
                <a:solidFill>
                  <a:srgbClr val="538235"/>
                </a:solidFill>
                <a:latin typeface="Tahoma"/>
                <a:cs typeface="Tahoma"/>
              </a:rPr>
              <a:t> </a:t>
            </a:r>
            <a:r>
              <a:rPr sz="1200" spc="-5" dirty="0">
                <a:solidFill>
                  <a:srgbClr val="538235"/>
                </a:solidFill>
                <a:latin typeface="Tahoma"/>
                <a:cs typeface="Tahoma"/>
              </a:rPr>
              <a:t>for any point</a:t>
            </a:r>
            <a:r>
              <a:rPr sz="1200" spc="365" dirty="0">
                <a:solidFill>
                  <a:srgbClr val="538235"/>
                </a:solidFill>
                <a:latin typeface="Tahoma"/>
                <a:cs typeface="Tahoma"/>
              </a:rPr>
              <a:t> </a:t>
            </a:r>
            <a:r>
              <a:rPr sz="1200" dirty="0">
                <a:solidFill>
                  <a:srgbClr val="538235"/>
                </a:solidFill>
                <a:latin typeface="Tahoma"/>
                <a:cs typeface="Tahoma"/>
              </a:rPr>
              <a:t>P </a:t>
            </a:r>
            <a:r>
              <a:rPr sz="1200" spc="-30" dirty="0">
                <a:solidFill>
                  <a:srgbClr val="538235"/>
                </a:solidFill>
                <a:latin typeface="Tahoma"/>
                <a:cs typeface="Tahoma"/>
              </a:rPr>
              <a:t>on </a:t>
            </a:r>
            <a:r>
              <a:rPr sz="1200" spc="-25" dirty="0">
                <a:solidFill>
                  <a:srgbClr val="538235"/>
                </a:solidFill>
                <a:latin typeface="Tahoma"/>
                <a:cs typeface="Tahoma"/>
              </a:rPr>
              <a:t> </a:t>
            </a:r>
            <a:r>
              <a:rPr sz="1200" dirty="0">
                <a:solidFill>
                  <a:srgbClr val="538235"/>
                </a:solidFill>
                <a:latin typeface="Tahoma"/>
                <a:cs typeface="Tahoma"/>
              </a:rPr>
              <a:t>the</a:t>
            </a:r>
            <a:r>
              <a:rPr sz="1200" spc="125" dirty="0">
                <a:solidFill>
                  <a:srgbClr val="538235"/>
                </a:solidFill>
                <a:latin typeface="Tahoma"/>
                <a:cs typeface="Tahoma"/>
              </a:rPr>
              <a:t> </a:t>
            </a:r>
            <a:r>
              <a:rPr sz="1200" spc="-5" dirty="0">
                <a:solidFill>
                  <a:srgbClr val="538235"/>
                </a:solidFill>
                <a:latin typeface="Tahoma"/>
                <a:cs typeface="Tahoma"/>
              </a:rPr>
              <a:t>elliptic</a:t>
            </a:r>
            <a:r>
              <a:rPr sz="1200" spc="135" dirty="0">
                <a:solidFill>
                  <a:srgbClr val="538235"/>
                </a:solidFill>
                <a:latin typeface="Tahoma"/>
                <a:cs typeface="Tahoma"/>
              </a:rPr>
              <a:t> </a:t>
            </a:r>
            <a:r>
              <a:rPr sz="1200" spc="-5" dirty="0">
                <a:solidFill>
                  <a:srgbClr val="538235"/>
                </a:solidFill>
                <a:latin typeface="Tahoma"/>
                <a:cs typeface="Tahoma"/>
              </a:rPr>
              <a:t>curve,</a:t>
            </a:r>
            <a:r>
              <a:rPr sz="1200" spc="125" dirty="0">
                <a:solidFill>
                  <a:srgbClr val="538235"/>
                </a:solidFill>
                <a:latin typeface="Tahoma"/>
                <a:cs typeface="Tahoma"/>
              </a:rPr>
              <a:t> </a:t>
            </a:r>
            <a:r>
              <a:rPr sz="1200" dirty="0">
                <a:solidFill>
                  <a:srgbClr val="538235"/>
                </a:solidFill>
                <a:latin typeface="Tahoma"/>
                <a:cs typeface="Tahoma"/>
              </a:rPr>
              <a:t>P</a:t>
            </a:r>
            <a:r>
              <a:rPr sz="1200" spc="140" dirty="0">
                <a:solidFill>
                  <a:srgbClr val="538235"/>
                </a:solidFill>
                <a:latin typeface="Tahoma"/>
                <a:cs typeface="Tahoma"/>
              </a:rPr>
              <a:t> </a:t>
            </a:r>
            <a:r>
              <a:rPr sz="1200" dirty="0">
                <a:solidFill>
                  <a:srgbClr val="538235"/>
                </a:solidFill>
                <a:latin typeface="Tahoma"/>
                <a:cs typeface="Tahoma"/>
              </a:rPr>
              <a:t>+</a:t>
            </a:r>
            <a:r>
              <a:rPr sz="1200" spc="140" dirty="0">
                <a:solidFill>
                  <a:srgbClr val="538235"/>
                </a:solidFill>
                <a:latin typeface="Tahoma"/>
                <a:cs typeface="Tahoma"/>
              </a:rPr>
              <a:t> </a:t>
            </a:r>
            <a:r>
              <a:rPr sz="1200" dirty="0">
                <a:solidFill>
                  <a:srgbClr val="538235"/>
                </a:solidFill>
                <a:latin typeface="Tahoma"/>
                <a:cs typeface="Tahoma"/>
              </a:rPr>
              <a:t>O</a:t>
            </a:r>
            <a:r>
              <a:rPr sz="1200" spc="120" dirty="0">
                <a:solidFill>
                  <a:srgbClr val="538235"/>
                </a:solidFill>
                <a:latin typeface="Tahoma"/>
                <a:cs typeface="Tahoma"/>
              </a:rPr>
              <a:t> </a:t>
            </a:r>
            <a:r>
              <a:rPr sz="1200" dirty="0">
                <a:solidFill>
                  <a:srgbClr val="538235"/>
                </a:solidFill>
                <a:latin typeface="Tahoma"/>
                <a:cs typeface="Tahoma"/>
              </a:rPr>
              <a:t>=</a:t>
            </a:r>
            <a:r>
              <a:rPr sz="1200" spc="120" dirty="0">
                <a:solidFill>
                  <a:srgbClr val="538235"/>
                </a:solidFill>
                <a:latin typeface="Tahoma"/>
                <a:cs typeface="Tahoma"/>
              </a:rPr>
              <a:t> </a:t>
            </a:r>
            <a:r>
              <a:rPr sz="1200" spc="-80" dirty="0">
                <a:solidFill>
                  <a:srgbClr val="538235"/>
                </a:solidFill>
                <a:latin typeface="Tahoma"/>
                <a:cs typeface="Tahoma"/>
              </a:rPr>
              <a:t>P.</a:t>
            </a:r>
            <a:r>
              <a:rPr sz="1200" spc="125" dirty="0">
                <a:solidFill>
                  <a:srgbClr val="538235"/>
                </a:solidFill>
                <a:latin typeface="Tahoma"/>
                <a:cs typeface="Tahoma"/>
              </a:rPr>
              <a:t> </a:t>
            </a:r>
            <a:r>
              <a:rPr sz="1200" dirty="0">
                <a:solidFill>
                  <a:srgbClr val="538235"/>
                </a:solidFill>
                <a:latin typeface="Tahoma"/>
                <a:cs typeface="Tahoma"/>
              </a:rPr>
              <a:t>In</a:t>
            </a:r>
            <a:r>
              <a:rPr sz="1200" spc="130" dirty="0">
                <a:solidFill>
                  <a:srgbClr val="538235"/>
                </a:solidFill>
                <a:latin typeface="Tahoma"/>
                <a:cs typeface="Tahoma"/>
              </a:rPr>
              <a:t> </a:t>
            </a:r>
            <a:r>
              <a:rPr sz="1200" spc="-5" dirty="0">
                <a:solidFill>
                  <a:srgbClr val="538235"/>
                </a:solidFill>
                <a:latin typeface="Tahoma"/>
                <a:cs typeface="Tahoma"/>
              </a:rPr>
              <a:t>what</a:t>
            </a:r>
            <a:r>
              <a:rPr sz="1200" spc="135" dirty="0">
                <a:solidFill>
                  <a:srgbClr val="538235"/>
                </a:solidFill>
                <a:latin typeface="Tahoma"/>
                <a:cs typeface="Tahoma"/>
              </a:rPr>
              <a:t> </a:t>
            </a:r>
            <a:r>
              <a:rPr sz="1200" spc="-5" dirty="0">
                <a:solidFill>
                  <a:srgbClr val="538235"/>
                </a:solidFill>
                <a:latin typeface="Tahoma"/>
                <a:cs typeface="Tahoma"/>
              </a:rPr>
              <a:t>follows,</a:t>
            </a:r>
            <a:r>
              <a:rPr sz="1200" spc="130" dirty="0">
                <a:solidFill>
                  <a:srgbClr val="538235"/>
                </a:solidFill>
                <a:latin typeface="Tahoma"/>
                <a:cs typeface="Tahoma"/>
              </a:rPr>
              <a:t> </a:t>
            </a:r>
            <a:r>
              <a:rPr sz="1200" spc="-5" dirty="0">
                <a:solidFill>
                  <a:srgbClr val="538235"/>
                </a:solidFill>
                <a:latin typeface="Tahoma"/>
                <a:cs typeface="Tahoma"/>
              </a:rPr>
              <a:t>we</a:t>
            </a:r>
            <a:r>
              <a:rPr sz="1200" spc="120" dirty="0">
                <a:solidFill>
                  <a:srgbClr val="538235"/>
                </a:solidFill>
                <a:latin typeface="Tahoma"/>
                <a:cs typeface="Tahoma"/>
              </a:rPr>
              <a:t> </a:t>
            </a:r>
            <a:r>
              <a:rPr sz="1200" dirty="0">
                <a:solidFill>
                  <a:srgbClr val="538235"/>
                </a:solidFill>
                <a:latin typeface="Tahoma"/>
                <a:cs typeface="Tahoma"/>
              </a:rPr>
              <a:t>assume</a:t>
            </a:r>
            <a:r>
              <a:rPr sz="1200" spc="125" dirty="0">
                <a:solidFill>
                  <a:srgbClr val="538235"/>
                </a:solidFill>
                <a:latin typeface="Tahoma"/>
                <a:cs typeface="Tahoma"/>
              </a:rPr>
              <a:t> </a:t>
            </a:r>
            <a:r>
              <a:rPr sz="1200" dirty="0">
                <a:solidFill>
                  <a:srgbClr val="538235"/>
                </a:solidFill>
                <a:latin typeface="Tahoma"/>
                <a:cs typeface="Tahoma"/>
              </a:rPr>
              <a:t>P</a:t>
            </a:r>
            <a:r>
              <a:rPr sz="1200" spc="160" dirty="0">
                <a:solidFill>
                  <a:srgbClr val="538235"/>
                </a:solidFill>
                <a:latin typeface="Tahoma"/>
                <a:cs typeface="Tahoma"/>
              </a:rPr>
              <a:t> </a:t>
            </a:r>
            <a:r>
              <a:rPr sz="1200" spc="-5" dirty="0">
                <a:solidFill>
                  <a:srgbClr val="538235"/>
                </a:solidFill>
                <a:latin typeface="Tahoma"/>
                <a:cs typeface="Tahoma"/>
              </a:rPr>
              <a:t>&lt;&gt;</a:t>
            </a:r>
            <a:r>
              <a:rPr sz="1200" spc="140" dirty="0">
                <a:solidFill>
                  <a:srgbClr val="538235"/>
                </a:solidFill>
                <a:latin typeface="Tahoma"/>
                <a:cs typeface="Tahoma"/>
              </a:rPr>
              <a:t> </a:t>
            </a:r>
            <a:r>
              <a:rPr sz="1200" dirty="0">
                <a:solidFill>
                  <a:srgbClr val="538235"/>
                </a:solidFill>
                <a:latin typeface="Tahoma"/>
                <a:cs typeface="Tahoma"/>
              </a:rPr>
              <a:t>O </a:t>
            </a:r>
            <a:r>
              <a:rPr sz="1200" spc="-365" dirty="0">
                <a:solidFill>
                  <a:srgbClr val="538235"/>
                </a:solidFill>
                <a:latin typeface="Tahoma"/>
                <a:cs typeface="Tahoma"/>
              </a:rPr>
              <a:t> </a:t>
            </a:r>
            <a:r>
              <a:rPr sz="1200" spc="-5" dirty="0">
                <a:solidFill>
                  <a:srgbClr val="538235"/>
                </a:solidFill>
                <a:latin typeface="Tahoma"/>
                <a:cs typeface="Tahoma"/>
              </a:rPr>
              <a:t>and</a:t>
            </a:r>
            <a:r>
              <a:rPr sz="1200" spc="-10" dirty="0">
                <a:solidFill>
                  <a:srgbClr val="538235"/>
                </a:solidFill>
                <a:latin typeface="Tahoma"/>
                <a:cs typeface="Tahoma"/>
              </a:rPr>
              <a:t> </a:t>
            </a:r>
            <a:r>
              <a:rPr sz="1200" dirty="0">
                <a:solidFill>
                  <a:srgbClr val="538235"/>
                </a:solidFill>
                <a:latin typeface="Tahoma"/>
                <a:cs typeface="Tahoma"/>
              </a:rPr>
              <a:t>Q </a:t>
            </a:r>
            <a:r>
              <a:rPr sz="1200" spc="-5" dirty="0">
                <a:solidFill>
                  <a:srgbClr val="538235"/>
                </a:solidFill>
                <a:latin typeface="Tahoma"/>
                <a:cs typeface="Tahoma"/>
              </a:rPr>
              <a:t>&lt;&gt;</a:t>
            </a:r>
            <a:r>
              <a:rPr sz="1200" spc="25" dirty="0">
                <a:solidFill>
                  <a:srgbClr val="538235"/>
                </a:solidFill>
                <a:latin typeface="Tahoma"/>
                <a:cs typeface="Tahoma"/>
              </a:rPr>
              <a:t> </a:t>
            </a:r>
            <a:r>
              <a:rPr sz="1200" spc="-20" dirty="0">
                <a:solidFill>
                  <a:srgbClr val="538235"/>
                </a:solidFill>
                <a:latin typeface="Tahoma"/>
                <a:cs typeface="Tahoma"/>
              </a:rPr>
              <a:t>O.</a:t>
            </a:r>
            <a:endParaRPr sz="1200" dirty="0">
              <a:latin typeface="Tahoma"/>
              <a:cs typeface="Tahoma"/>
            </a:endParaRPr>
          </a:p>
          <a:p>
            <a:pPr marL="407670" indent="-344805" algn="just">
              <a:lnSpc>
                <a:spcPct val="100000"/>
              </a:lnSpc>
              <a:spcBef>
                <a:spcPts val="530"/>
              </a:spcBef>
              <a:buAutoNum type="arabicPeriod"/>
              <a:tabLst>
                <a:tab pos="408305" algn="l"/>
              </a:tabLst>
            </a:pPr>
            <a:r>
              <a:rPr sz="1200" spc="-5" dirty="0">
                <a:solidFill>
                  <a:srgbClr val="538235"/>
                </a:solidFill>
                <a:latin typeface="Tahoma"/>
                <a:cs typeface="Tahoma"/>
              </a:rPr>
              <a:t>The</a:t>
            </a:r>
            <a:r>
              <a:rPr sz="1200" spc="160" dirty="0">
                <a:solidFill>
                  <a:srgbClr val="538235"/>
                </a:solidFill>
                <a:latin typeface="Tahoma"/>
                <a:cs typeface="Tahoma"/>
              </a:rPr>
              <a:t> </a:t>
            </a:r>
            <a:r>
              <a:rPr sz="1200" spc="-5" dirty="0">
                <a:solidFill>
                  <a:srgbClr val="538235"/>
                </a:solidFill>
                <a:latin typeface="Tahoma"/>
                <a:cs typeface="Tahoma"/>
              </a:rPr>
              <a:t>negative</a:t>
            </a:r>
            <a:r>
              <a:rPr sz="1200" spc="170" dirty="0">
                <a:solidFill>
                  <a:srgbClr val="538235"/>
                </a:solidFill>
                <a:latin typeface="Tahoma"/>
                <a:cs typeface="Tahoma"/>
              </a:rPr>
              <a:t> </a:t>
            </a:r>
            <a:r>
              <a:rPr sz="1200" spc="-5" dirty="0">
                <a:solidFill>
                  <a:srgbClr val="538235"/>
                </a:solidFill>
                <a:latin typeface="Tahoma"/>
                <a:cs typeface="Tahoma"/>
              </a:rPr>
              <a:t>of</a:t>
            </a:r>
            <a:r>
              <a:rPr sz="1200" spc="175" dirty="0">
                <a:solidFill>
                  <a:srgbClr val="538235"/>
                </a:solidFill>
                <a:latin typeface="Tahoma"/>
                <a:cs typeface="Tahoma"/>
              </a:rPr>
              <a:t> </a:t>
            </a:r>
            <a:r>
              <a:rPr sz="1200" dirty="0">
                <a:solidFill>
                  <a:srgbClr val="538235"/>
                </a:solidFill>
                <a:latin typeface="Tahoma"/>
                <a:cs typeface="Tahoma"/>
              </a:rPr>
              <a:t>a</a:t>
            </a:r>
            <a:r>
              <a:rPr sz="1200" spc="170" dirty="0">
                <a:solidFill>
                  <a:srgbClr val="538235"/>
                </a:solidFill>
                <a:latin typeface="Tahoma"/>
                <a:cs typeface="Tahoma"/>
              </a:rPr>
              <a:t> </a:t>
            </a:r>
            <a:r>
              <a:rPr sz="1200" spc="-5" dirty="0">
                <a:solidFill>
                  <a:srgbClr val="538235"/>
                </a:solidFill>
                <a:latin typeface="Tahoma"/>
                <a:cs typeface="Tahoma"/>
              </a:rPr>
              <a:t>point</a:t>
            </a:r>
            <a:r>
              <a:rPr sz="1200" spc="160" dirty="0">
                <a:solidFill>
                  <a:srgbClr val="538235"/>
                </a:solidFill>
                <a:latin typeface="Tahoma"/>
                <a:cs typeface="Tahoma"/>
              </a:rPr>
              <a:t> </a:t>
            </a:r>
            <a:r>
              <a:rPr sz="1200" dirty="0">
                <a:solidFill>
                  <a:srgbClr val="538235"/>
                </a:solidFill>
                <a:latin typeface="Tahoma"/>
                <a:cs typeface="Tahoma"/>
              </a:rPr>
              <a:t>P</a:t>
            </a:r>
            <a:r>
              <a:rPr sz="1200" spc="160" dirty="0">
                <a:solidFill>
                  <a:srgbClr val="538235"/>
                </a:solidFill>
                <a:latin typeface="Tahoma"/>
                <a:cs typeface="Tahoma"/>
              </a:rPr>
              <a:t> </a:t>
            </a:r>
            <a:r>
              <a:rPr sz="1200" spc="-5" dirty="0">
                <a:solidFill>
                  <a:srgbClr val="538235"/>
                </a:solidFill>
                <a:latin typeface="Tahoma"/>
                <a:cs typeface="Tahoma"/>
              </a:rPr>
              <a:t>is</a:t>
            </a:r>
            <a:r>
              <a:rPr sz="1200" spc="165" dirty="0">
                <a:solidFill>
                  <a:srgbClr val="538235"/>
                </a:solidFill>
                <a:latin typeface="Tahoma"/>
                <a:cs typeface="Tahoma"/>
              </a:rPr>
              <a:t> </a:t>
            </a:r>
            <a:r>
              <a:rPr sz="1200" dirty="0">
                <a:solidFill>
                  <a:srgbClr val="538235"/>
                </a:solidFill>
                <a:latin typeface="Tahoma"/>
                <a:cs typeface="Tahoma"/>
              </a:rPr>
              <a:t>the</a:t>
            </a:r>
            <a:r>
              <a:rPr sz="1200" spc="170" dirty="0">
                <a:solidFill>
                  <a:srgbClr val="538235"/>
                </a:solidFill>
                <a:latin typeface="Tahoma"/>
                <a:cs typeface="Tahoma"/>
              </a:rPr>
              <a:t> </a:t>
            </a:r>
            <a:r>
              <a:rPr sz="1200" spc="-5" dirty="0">
                <a:solidFill>
                  <a:srgbClr val="538235"/>
                </a:solidFill>
                <a:latin typeface="Tahoma"/>
                <a:cs typeface="Tahoma"/>
              </a:rPr>
              <a:t>point</a:t>
            </a:r>
            <a:r>
              <a:rPr sz="1200" spc="160" dirty="0">
                <a:solidFill>
                  <a:srgbClr val="538235"/>
                </a:solidFill>
                <a:latin typeface="Tahoma"/>
                <a:cs typeface="Tahoma"/>
              </a:rPr>
              <a:t> </a:t>
            </a:r>
            <a:r>
              <a:rPr sz="1200" spc="-5" dirty="0">
                <a:solidFill>
                  <a:srgbClr val="538235"/>
                </a:solidFill>
                <a:latin typeface="Tahoma"/>
                <a:cs typeface="Tahoma"/>
              </a:rPr>
              <a:t>with</a:t>
            </a:r>
            <a:r>
              <a:rPr sz="1200" spc="155" dirty="0">
                <a:solidFill>
                  <a:srgbClr val="538235"/>
                </a:solidFill>
                <a:latin typeface="Tahoma"/>
                <a:cs typeface="Tahoma"/>
              </a:rPr>
              <a:t> </a:t>
            </a:r>
            <a:r>
              <a:rPr sz="1200" dirty="0">
                <a:solidFill>
                  <a:srgbClr val="538235"/>
                </a:solidFill>
                <a:latin typeface="Tahoma"/>
                <a:cs typeface="Tahoma"/>
              </a:rPr>
              <a:t>the</a:t>
            </a:r>
            <a:r>
              <a:rPr sz="1200" spc="170" dirty="0">
                <a:solidFill>
                  <a:srgbClr val="538235"/>
                </a:solidFill>
                <a:latin typeface="Tahoma"/>
                <a:cs typeface="Tahoma"/>
              </a:rPr>
              <a:t> </a:t>
            </a:r>
            <a:r>
              <a:rPr sz="1200" spc="-5" dirty="0">
                <a:solidFill>
                  <a:srgbClr val="538235"/>
                </a:solidFill>
                <a:latin typeface="Tahoma"/>
                <a:cs typeface="Tahoma"/>
              </a:rPr>
              <a:t>same</a:t>
            </a:r>
            <a:r>
              <a:rPr sz="1200" spc="160" dirty="0">
                <a:solidFill>
                  <a:srgbClr val="538235"/>
                </a:solidFill>
                <a:latin typeface="Tahoma"/>
                <a:cs typeface="Tahoma"/>
              </a:rPr>
              <a:t> </a:t>
            </a:r>
            <a:r>
              <a:rPr sz="1200" dirty="0">
                <a:solidFill>
                  <a:srgbClr val="538235"/>
                </a:solidFill>
                <a:latin typeface="Tahoma"/>
                <a:cs typeface="Tahoma"/>
              </a:rPr>
              <a:t>x</a:t>
            </a:r>
            <a:r>
              <a:rPr sz="1200" spc="180" dirty="0">
                <a:solidFill>
                  <a:srgbClr val="538235"/>
                </a:solidFill>
                <a:latin typeface="Tahoma"/>
                <a:cs typeface="Tahoma"/>
              </a:rPr>
              <a:t> </a:t>
            </a:r>
            <a:r>
              <a:rPr sz="1200" spc="-5" dirty="0">
                <a:solidFill>
                  <a:srgbClr val="538235"/>
                </a:solidFill>
                <a:latin typeface="Tahoma"/>
                <a:cs typeface="Tahoma"/>
              </a:rPr>
              <a:t>coordinate</a:t>
            </a:r>
            <a:endParaRPr sz="1200" dirty="0">
              <a:latin typeface="Tahoma"/>
              <a:cs typeface="Tahoma"/>
            </a:endParaRPr>
          </a:p>
          <a:p>
            <a:pPr marL="407670" marR="52069" algn="just">
              <a:lnSpc>
                <a:spcPct val="150000"/>
              </a:lnSpc>
            </a:pPr>
            <a:r>
              <a:rPr sz="1200" dirty="0">
                <a:solidFill>
                  <a:srgbClr val="538235"/>
                </a:solidFill>
                <a:latin typeface="Tahoma"/>
                <a:cs typeface="Tahoma"/>
              </a:rPr>
              <a:t>but the </a:t>
            </a:r>
            <a:r>
              <a:rPr sz="1200" spc="-5" dirty="0">
                <a:solidFill>
                  <a:srgbClr val="538235"/>
                </a:solidFill>
                <a:latin typeface="Tahoma"/>
                <a:cs typeface="Tahoma"/>
              </a:rPr>
              <a:t>negative of </a:t>
            </a:r>
            <a:r>
              <a:rPr sz="1200" dirty="0">
                <a:solidFill>
                  <a:srgbClr val="538235"/>
                </a:solidFill>
                <a:latin typeface="Tahoma"/>
                <a:cs typeface="Tahoma"/>
              </a:rPr>
              <a:t>the y </a:t>
            </a:r>
            <a:r>
              <a:rPr sz="1200" spc="-10" dirty="0">
                <a:solidFill>
                  <a:srgbClr val="538235"/>
                </a:solidFill>
                <a:latin typeface="Tahoma"/>
                <a:cs typeface="Tahoma"/>
              </a:rPr>
              <a:t>coordinate; </a:t>
            </a:r>
            <a:r>
              <a:rPr sz="1200" dirty="0">
                <a:solidFill>
                  <a:srgbClr val="538235"/>
                </a:solidFill>
                <a:latin typeface="Tahoma"/>
                <a:cs typeface="Tahoma"/>
              </a:rPr>
              <a:t>that </a:t>
            </a:r>
            <a:r>
              <a:rPr sz="1200" spc="-10" dirty="0">
                <a:solidFill>
                  <a:srgbClr val="538235"/>
                </a:solidFill>
                <a:latin typeface="Tahoma"/>
                <a:cs typeface="Tahoma"/>
              </a:rPr>
              <a:t>is, if </a:t>
            </a:r>
            <a:r>
              <a:rPr sz="1200" dirty="0">
                <a:solidFill>
                  <a:srgbClr val="538235"/>
                </a:solidFill>
                <a:latin typeface="Tahoma"/>
                <a:cs typeface="Tahoma"/>
              </a:rPr>
              <a:t>P = (x, </a:t>
            </a:r>
            <a:r>
              <a:rPr sz="1200" spc="-5" dirty="0">
                <a:solidFill>
                  <a:srgbClr val="538235"/>
                </a:solidFill>
                <a:latin typeface="Tahoma"/>
                <a:cs typeface="Tahoma"/>
              </a:rPr>
              <a:t>y), </a:t>
            </a:r>
            <a:r>
              <a:rPr sz="1200" dirty="0">
                <a:solidFill>
                  <a:srgbClr val="538235"/>
                </a:solidFill>
                <a:latin typeface="Tahoma"/>
                <a:cs typeface="Tahoma"/>
              </a:rPr>
              <a:t>then </a:t>
            </a:r>
            <a:r>
              <a:rPr sz="1200" spc="-5" dirty="0">
                <a:solidFill>
                  <a:srgbClr val="538235"/>
                </a:solidFill>
                <a:latin typeface="Tahoma"/>
                <a:cs typeface="Tahoma"/>
              </a:rPr>
              <a:t>–P </a:t>
            </a:r>
            <a:r>
              <a:rPr sz="1200" dirty="0">
                <a:solidFill>
                  <a:srgbClr val="538235"/>
                </a:solidFill>
                <a:latin typeface="Tahoma"/>
                <a:cs typeface="Tahoma"/>
              </a:rPr>
              <a:t>= </a:t>
            </a:r>
            <a:r>
              <a:rPr sz="1200" spc="5" dirty="0">
                <a:solidFill>
                  <a:srgbClr val="538235"/>
                </a:solidFill>
                <a:latin typeface="Tahoma"/>
                <a:cs typeface="Tahoma"/>
              </a:rPr>
              <a:t> </a:t>
            </a:r>
            <a:r>
              <a:rPr sz="1200" dirty="0">
                <a:solidFill>
                  <a:srgbClr val="538235"/>
                </a:solidFill>
                <a:latin typeface="Tahoma"/>
                <a:cs typeface="Tahoma"/>
              </a:rPr>
              <a:t>(x, </a:t>
            </a:r>
            <a:r>
              <a:rPr sz="1200" spc="-10" dirty="0">
                <a:solidFill>
                  <a:srgbClr val="538235"/>
                </a:solidFill>
                <a:latin typeface="Tahoma"/>
                <a:cs typeface="Tahoma"/>
              </a:rPr>
              <a:t>–y). </a:t>
            </a:r>
            <a:r>
              <a:rPr sz="1200" dirty="0">
                <a:solidFill>
                  <a:srgbClr val="538235"/>
                </a:solidFill>
                <a:latin typeface="Tahoma"/>
                <a:cs typeface="Tahoma"/>
              </a:rPr>
              <a:t>These two </a:t>
            </a:r>
            <a:r>
              <a:rPr sz="1200" spc="-5" dirty="0">
                <a:solidFill>
                  <a:srgbClr val="538235"/>
                </a:solidFill>
                <a:latin typeface="Tahoma"/>
                <a:cs typeface="Tahoma"/>
              </a:rPr>
              <a:t>points can </a:t>
            </a:r>
            <a:r>
              <a:rPr sz="1200" dirty="0">
                <a:solidFill>
                  <a:srgbClr val="538235"/>
                </a:solidFill>
                <a:latin typeface="Tahoma"/>
                <a:cs typeface="Tahoma"/>
              </a:rPr>
              <a:t>be </a:t>
            </a:r>
            <a:r>
              <a:rPr sz="1200" spc="-5" dirty="0">
                <a:solidFill>
                  <a:srgbClr val="538235"/>
                </a:solidFill>
                <a:latin typeface="Tahoma"/>
                <a:cs typeface="Tahoma"/>
              </a:rPr>
              <a:t>joined </a:t>
            </a:r>
            <a:r>
              <a:rPr sz="1200" dirty="0">
                <a:solidFill>
                  <a:srgbClr val="538235"/>
                </a:solidFill>
                <a:latin typeface="Tahoma"/>
                <a:cs typeface="Tahoma"/>
              </a:rPr>
              <a:t>by a </a:t>
            </a:r>
            <a:r>
              <a:rPr sz="1200" spc="-5" dirty="0">
                <a:solidFill>
                  <a:srgbClr val="538235"/>
                </a:solidFill>
                <a:latin typeface="Tahoma"/>
                <a:cs typeface="Tahoma"/>
              </a:rPr>
              <a:t>vertical line </a:t>
            </a:r>
            <a:r>
              <a:rPr sz="1200" dirty="0">
                <a:solidFill>
                  <a:srgbClr val="538235"/>
                </a:solidFill>
                <a:latin typeface="Tahoma"/>
                <a:cs typeface="Tahoma"/>
              </a:rPr>
              <a:t>&amp; that P + </a:t>
            </a:r>
            <a:r>
              <a:rPr sz="1200" spc="5" dirty="0">
                <a:solidFill>
                  <a:srgbClr val="538235"/>
                </a:solidFill>
                <a:latin typeface="Tahoma"/>
                <a:cs typeface="Tahoma"/>
              </a:rPr>
              <a:t> </a:t>
            </a:r>
            <a:r>
              <a:rPr sz="1200" spc="-5" dirty="0">
                <a:solidFill>
                  <a:srgbClr val="538235"/>
                </a:solidFill>
                <a:latin typeface="Tahoma"/>
                <a:cs typeface="Tahoma"/>
              </a:rPr>
              <a:t>(–P)</a:t>
            </a:r>
            <a:r>
              <a:rPr sz="1200" dirty="0">
                <a:solidFill>
                  <a:srgbClr val="538235"/>
                </a:solidFill>
                <a:latin typeface="Tahoma"/>
                <a:cs typeface="Tahoma"/>
              </a:rPr>
              <a:t> = P</a:t>
            </a:r>
            <a:r>
              <a:rPr sz="1200" spc="-5" dirty="0">
                <a:solidFill>
                  <a:srgbClr val="538235"/>
                </a:solidFill>
                <a:latin typeface="Tahoma"/>
                <a:cs typeface="Tahoma"/>
              </a:rPr>
              <a:t> </a:t>
            </a:r>
            <a:r>
              <a:rPr sz="1200" dirty="0">
                <a:solidFill>
                  <a:srgbClr val="538235"/>
                </a:solidFill>
                <a:latin typeface="Tahoma"/>
                <a:cs typeface="Tahoma"/>
              </a:rPr>
              <a:t>– P</a:t>
            </a:r>
            <a:r>
              <a:rPr sz="1200" spc="-10" dirty="0">
                <a:solidFill>
                  <a:srgbClr val="538235"/>
                </a:solidFill>
                <a:latin typeface="Tahoma"/>
                <a:cs typeface="Tahoma"/>
              </a:rPr>
              <a:t> </a:t>
            </a:r>
            <a:r>
              <a:rPr sz="1200" dirty="0">
                <a:solidFill>
                  <a:srgbClr val="538235"/>
                </a:solidFill>
                <a:latin typeface="Tahoma"/>
                <a:cs typeface="Tahoma"/>
              </a:rPr>
              <a:t>= </a:t>
            </a:r>
            <a:r>
              <a:rPr sz="1200" spc="-20" dirty="0">
                <a:solidFill>
                  <a:srgbClr val="538235"/>
                </a:solidFill>
                <a:latin typeface="Tahoma"/>
                <a:cs typeface="Tahoma"/>
              </a:rPr>
              <a:t>O.</a:t>
            </a:r>
            <a:endParaRPr lang="en-IN" sz="1200" spc="-20" dirty="0">
              <a:solidFill>
                <a:srgbClr val="538235"/>
              </a:solidFill>
              <a:latin typeface="Tahoma"/>
              <a:cs typeface="Tahoma"/>
            </a:endParaRPr>
          </a:p>
          <a:p>
            <a:pPr marL="317500" marR="86995" indent="-228600" algn="just">
              <a:lnSpc>
                <a:spcPct val="150100"/>
              </a:lnSpc>
              <a:spcBef>
                <a:spcPts val="95"/>
              </a:spcBef>
              <a:buAutoNum type="arabicPeriod"/>
              <a:tabLst>
                <a:tab pos="317500" algn="l"/>
              </a:tabLst>
            </a:pPr>
            <a:r>
              <a:rPr lang="en-US" sz="1200" spc="-65" dirty="0">
                <a:solidFill>
                  <a:srgbClr val="538235"/>
                </a:solidFill>
                <a:latin typeface="Tahoma"/>
                <a:cs typeface="Tahoma"/>
              </a:rPr>
              <a:t>To</a:t>
            </a:r>
            <a:r>
              <a:rPr lang="en-US" sz="1200" spc="-60" dirty="0">
                <a:solidFill>
                  <a:srgbClr val="538235"/>
                </a:solidFill>
                <a:latin typeface="Tahoma"/>
                <a:cs typeface="Tahoma"/>
              </a:rPr>
              <a:t> </a:t>
            </a:r>
            <a:r>
              <a:rPr lang="en-US" sz="1200" dirty="0">
                <a:solidFill>
                  <a:srgbClr val="538235"/>
                </a:solidFill>
                <a:latin typeface="Tahoma"/>
                <a:cs typeface="Tahoma"/>
              </a:rPr>
              <a:t>add two points P and Q </a:t>
            </a:r>
            <a:r>
              <a:rPr lang="en-US" sz="1200" spc="-5" dirty="0">
                <a:solidFill>
                  <a:srgbClr val="538235"/>
                </a:solidFill>
                <a:latin typeface="Tahoma"/>
                <a:cs typeface="Tahoma"/>
              </a:rPr>
              <a:t>with different </a:t>
            </a:r>
            <a:r>
              <a:rPr lang="en-US" sz="1200" dirty="0">
                <a:solidFill>
                  <a:srgbClr val="538235"/>
                </a:solidFill>
                <a:latin typeface="Tahoma"/>
                <a:cs typeface="Tahoma"/>
              </a:rPr>
              <a:t>x </a:t>
            </a:r>
            <a:r>
              <a:rPr lang="en-US" sz="1200" spc="-5" dirty="0">
                <a:solidFill>
                  <a:srgbClr val="538235"/>
                </a:solidFill>
                <a:latin typeface="Tahoma"/>
                <a:cs typeface="Tahoma"/>
              </a:rPr>
              <a:t>coordinates, </a:t>
            </a:r>
            <a:r>
              <a:rPr lang="en-US" sz="1200" spc="-10" dirty="0">
                <a:solidFill>
                  <a:srgbClr val="538235"/>
                </a:solidFill>
                <a:latin typeface="Tahoma"/>
                <a:cs typeface="Tahoma"/>
              </a:rPr>
              <a:t>draw </a:t>
            </a:r>
            <a:r>
              <a:rPr lang="en-US" sz="1200" dirty="0">
                <a:solidFill>
                  <a:srgbClr val="538235"/>
                </a:solidFill>
                <a:latin typeface="Tahoma"/>
                <a:cs typeface="Tahoma"/>
              </a:rPr>
              <a:t>a </a:t>
            </a:r>
            <a:r>
              <a:rPr lang="en-US" sz="1200" spc="-10" dirty="0">
                <a:solidFill>
                  <a:srgbClr val="538235"/>
                </a:solidFill>
                <a:latin typeface="Tahoma"/>
                <a:cs typeface="Tahoma"/>
              </a:rPr>
              <a:t>straight </a:t>
            </a:r>
            <a:r>
              <a:rPr lang="en-US" sz="1200" spc="-5" dirty="0">
                <a:solidFill>
                  <a:srgbClr val="538235"/>
                </a:solidFill>
                <a:latin typeface="Tahoma"/>
                <a:cs typeface="Tahoma"/>
              </a:rPr>
              <a:t>line </a:t>
            </a:r>
            <a:r>
              <a:rPr lang="en-US" sz="1200" dirty="0">
                <a:solidFill>
                  <a:srgbClr val="538235"/>
                </a:solidFill>
                <a:latin typeface="Tahoma"/>
                <a:cs typeface="Tahoma"/>
              </a:rPr>
              <a:t> </a:t>
            </a:r>
            <a:r>
              <a:rPr lang="en-US" sz="1200" spc="-5" dirty="0">
                <a:solidFill>
                  <a:srgbClr val="538235"/>
                </a:solidFill>
                <a:latin typeface="Tahoma"/>
                <a:cs typeface="Tahoma"/>
              </a:rPr>
              <a:t>between</a:t>
            </a:r>
            <a:r>
              <a:rPr lang="en-US" sz="1200" spc="85" dirty="0">
                <a:solidFill>
                  <a:srgbClr val="538235"/>
                </a:solidFill>
                <a:latin typeface="Tahoma"/>
                <a:cs typeface="Tahoma"/>
              </a:rPr>
              <a:t> </a:t>
            </a:r>
            <a:r>
              <a:rPr lang="en-US" sz="1200" dirty="0">
                <a:solidFill>
                  <a:srgbClr val="538235"/>
                </a:solidFill>
                <a:latin typeface="Tahoma"/>
                <a:cs typeface="Tahoma"/>
              </a:rPr>
              <a:t>them</a:t>
            </a:r>
            <a:r>
              <a:rPr lang="en-US" sz="1200" spc="80" dirty="0">
                <a:solidFill>
                  <a:srgbClr val="538235"/>
                </a:solidFill>
                <a:latin typeface="Tahoma"/>
                <a:cs typeface="Tahoma"/>
              </a:rPr>
              <a:t> </a:t>
            </a:r>
            <a:r>
              <a:rPr lang="en-US" sz="1200" spc="-5" dirty="0">
                <a:solidFill>
                  <a:srgbClr val="538235"/>
                </a:solidFill>
                <a:latin typeface="Tahoma"/>
                <a:cs typeface="Tahoma"/>
              </a:rPr>
              <a:t>and</a:t>
            </a:r>
            <a:r>
              <a:rPr lang="en-US" sz="1200" spc="95" dirty="0">
                <a:solidFill>
                  <a:srgbClr val="538235"/>
                </a:solidFill>
                <a:latin typeface="Tahoma"/>
                <a:cs typeface="Tahoma"/>
              </a:rPr>
              <a:t> </a:t>
            </a:r>
            <a:r>
              <a:rPr lang="en-US" sz="1200" spc="-5" dirty="0">
                <a:solidFill>
                  <a:srgbClr val="538235"/>
                </a:solidFill>
                <a:latin typeface="Tahoma"/>
                <a:cs typeface="Tahoma"/>
              </a:rPr>
              <a:t>find</a:t>
            </a:r>
            <a:r>
              <a:rPr lang="en-US" sz="1200" spc="100" dirty="0">
                <a:solidFill>
                  <a:srgbClr val="538235"/>
                </a:solidFill>
                <a:latin typeface="Tahoma"/>
                <a:cs typeface="Tahoma"/>
              </a:rPr>
              <a:t> </a:t>
            </a:r>
            <a:r>
              <a:rPr lang="en-US" sz="1200" dirty="0">
                <a:solidFill>
                  <a:srgbClr val="538235"/>
                </a:solidFill>
                <a:latin typeface="Tahoma"/>
                <a:cs typeface="Tahoma"/>
              </a:rPr>
              <a:t>the</a:t>
            </a:r>
            <a:r>
              <a:rPr lang="en-US" sz="1200" spc="75" dirty="0">
                <a:solidFill>
                  <a:srgbClr val="538235"/>
                </a:solidFill>
                <a:latin typeface="Tahoma"/>
                <a:cs typeface="Tahoma"/>
              </a:rPr>
              <a:t> </a:t>
            </a:r>
            <a:r>
              <a:rPr lang="en-US" sz="1200" spc="-5" dirty="0">
                <a:solidFill>
                  <a:srgbClr val="538235"/>
                </a:solidFill>
                <a:latin typeface="Tahoma"/>
                <a:cs typeface="Tahoma"/>
              </a:rPr>
              <a:t>third</a:t>
            </a:r>
            <a:r>
              <a:rPr lang="en-US" sz="1200" spc="70" dirty="0">
                <a:solidFill>
                  <a:srgbClr val="538235"/>
                </a:solidFill>
                <a:latin typeface="Tahoma"/>
                <a:cs typeface="Tahoma"/>
              </a:rPr>
              <a:t> </a:t>
            </a:r>
            <a:r>
              <a:rPr lang="en-US" sz="1200" spc="-5" dirty="0">
                <a:solidFill>
                  <a:srgbClr val="538235"/>
                </a:solidFill>
                <a:latin typeface="Tahoma"/>
                <a:cs typeface="Tahoma"/>
              </a:rPr>
              <a:t>point</a:t>
            </a:r>
            <a:r>
              <a:rPr lang="en-US" sz="1200" spc="95" dirty="0">
                <a:solidFill>
                  <a:srgbClr val="538235"/>
                </a:solidFill>
                <a:latin typeface="Tahoma"/>
                <a:cs typeface="Tahoma"/>
              </a:rPr>
              <a:t> </a:t>
            </a:r>
            <a:r>
              <a:rPr lang="en-US" sz="1200" spc="-5" dirty="0">
                <a:solidFill>
                  <a:srgbClr val="538235"/>
                </a:solidFill>
                <a:latin typeface="Tahoma"/>
                <a:cs typeface="Tahoma"/>
              </a:rPr>
              <a:t>of</a:t>
            </a:r>
            <a:r>
              <a:rPr lang="en-US" sz="1200" spc="80" dirty="0">
                <a:solidFill>
                  <a:srgbClr val="538235"/>
                </a:solidFill>
                <a:latin typeface="Tahoma"/>
                <a:cs typeface="Tahoma"/>
              </a:rPr>
              <a:t> </a:t>
            </a:r>
            <a:r>
              <a:rPr lang="en-US" sz="1200" spc="-5" dirty="0">
                <a:solidFill>
                  <a:srgbClr val="538235"/>
                </a:solidFill>
                <a:latin typeface="Tahoma"/>
                <a:cs typeface="Tahoma"/>
              </a:rPr>
              <a:t>intersection</a:t>
            </a:r>
            <a:r>
              <a:rPr lang="en-US" sz="1200" spc="65" dirty="0">
                <a:solidFill>
                  <a:srgbClr val="538235"/>
                </a:solidFill>
                <a:latin typeface="Tahoma"/>
                <a:cs typeface="Tahoma"/>
              </a:rPr>
              <a:t> </a:t>
            </a:r>
            <a:r>
              <a:rPr lang="en-US" sz="1200" spc="-5" dirty="0">
                <a:solidFill>
                  <a:srgbClr val="538235"/>
                </a:solidFill>
                <a:latin typeface="Tahoma"/>
                <a:cs typeface="Tahoma"/>
              </a:rPr>
              <a:t>R.</a:t>
            </a:r>
            <a:r>
              <a:rPr lang="en-US" sz="1200" spc="75" dirty="0">
                <a:solidFill>
                  <a:srgbClr val="538235"/>
                </a:solidFill>
                <a:latin typeface="Tahoma"/>
                <a:cs typeface="Tahoma"/>
              </a:rPr>
              <a:t> </a:t>
            </a:r>
            <a:r>
              <a:rPr lang="en-US" sz="1200" dirty="0">
                <a:solidFill>
                  <a:srgbClr val="538235"/>
                </a:solidFill>
                <a:latin typeface="Tahoma"/>
                <a:cs typeface="Tahoma"/>
              </a:rPr>
              <a:t>There</a:t>
            </a:r>
            <a:r>
              <a:rPr lang="en-US" sz="1200" spc="80" dirty="0">
                <a:solidFill>
                  <a:srgbClr val="538235"/>
                </a:solidFill>
                <a:latin typeface="Tahoma"/>
                <a:cs typeface="Tahoma"/>
              </a:rPr>
              <a:t> </a:t>
            </a:r>
            <a:r>
              <a:rPr lang="en-US" sz="1200" spc="-10" dirty="0">
                <a:solidFill>
                  <a:srgbClr val="538235"/>
                </a:solidFill>
                <a:latin typeface="Tahoma"/>
                <a:cs typeface="Tahoma"/>
              </a:rPr>
              <a:t>is</a:t>
            </a:r>
            <a:r>
              <a:rPr lang="en-US" sz="1200" spc="70" dirty="0">
                <a:solidFill>
                  <a:srgbClr val="538235"/>
                </a:solidFill>
                <a:latin typeface="Tahoma"/>
                <a:cs typeface="Tahoma"/>
              </a:rPr>
              <a:t> </a:t>
            </a:r>
            <a:r>
              <a:rPr lang="en-US" sz="1200" dirty="0">
                <a:solidFill>
                  <a:srgbClr val="538235"/>
                </a:solidFill>
                <a:latin typeface="Tahoma"/>
                <a:cs typeface="Tahoma"/>
              </a:rPr>
              <a:t>a</a:t>
            </a:r>
            <a:r>
              <a:rPr lang="en-US" sz="1200" spc="80" dirty="0">
                <a:solidFill>
                  <a:srgbClr val="538235"/>
                </a:solidFill>
                <a:latin typeface="Tahoma"/>
                <a:cs typeface="Tahoma"/>
              </a:rPr>
              <a:t> </a:t>
            </a:r>
            <a:r>
              <a:rPr lang="en-US" sz="1200" spc="-5" dirty="0">
                <a:solidFill>
                  <a:srgbClr val="538235"/>
                </a:solidFill>
                <a:latin typeface="Tahoma"/>
                <a:cs typeface="Tahoma"/>
              </a:rPr>
              <a:t>unique</a:t>
            </a:r>
            <a:r>
              <a:rPr lang="en-US" sz="1200" spc="80" dirty="0">
                <a:solidFill>
                  <a:srgbClr val="538235"/>
                </a:solidFill>
                <a:latin typeface="Tahoma"/>
                <a:cs typeface="Tahoma"/>
              </a:rPr>
              <a:t> </a:t>
            </a:r>
            <a:r>
              <a:rPr lang="en-US" sz="1200" spc="-5" dirty="0">
                <a:solidFill>
                  <a:srgbClr val="538235"/>
                </a:solidFill>
                <a:latin typeface="Tahoma"/>
                <a:cs typeface="Tahoma"/>
              </a:rPr>
              <a:t>point </a:t>
            </a:r>
            <a:r>
              <a:rPr lang="en-US" sz="1200" spc="-360" dirty="0">
                <a:solidFill>
                  <a:srgbClr val="538235"/>
                </a:solidFill>
                <a:latin typeface="Tahoma"/>
                <a:cs typeface="Tahoma"/>
              </a:rPr>
              <a:t> </a:t>
            </a:r>
            <a:r>
              <a:rPr lang="en-US" sz="1200" dirty="0">
                <a:solidFill>
                  <a:srgbClr val="538235"/>
                </a:solidFill>
                <a:latin typeface="Tahoma"/>
                <a:cs typeface="Tahoma"/>
              </a:rPr>
              <a:t>R that </a:t>
            </a:r>
            <a:r>
              <a:rPr lang="en-US" sz="1200" spc="-10" dirty="0">
                <a:solidFill>
                  <a:srgbClr val="538235"/>
                </a:solidFill>
                <a:latin typeface="Tahoma"/>
                <a:cs typeface="Tahoma"/>
              </a:rPr>
              <a:t>is </a:t>
            </a:r>
            <a:r>
              <a:rPr lang="en-US" sz="1200" dirty="0">
                <a:solidFill>
                  <a:srgbClr val="538235"/>
                </a:solidFill>
                <a:latin typeface="Tahoma"/>
                <a:cs typeface="Tahoma"/>
              </a:rPr>
              <a:t>the </a:t>
            </a:r>
            <a:r>
              <a:rPr lang="en-US" sz="1200" spc="-5" dirty="0">
                <a:solidFill>
                  <a:srgbClr val="538235"/>
                </a:solidFill>
                <a:latin typeface="Tahoma"/>
                <a:cs typeface="Tahoma"/>
              </a:rPr>
              <a:t>point of intersection </a:t>
            </a:r>
            <a:r>
              <a:rPr lang="en-US" sz="1200" dirty="0">
                <a:solidFill>
                  <a:srgbClr val="538235"/>
                </a:solidFill>
                <a:latin typeface="Tahoma"/>
                <a:cs typeface="Tahoma"/>
              </a:rPr>
              <a:t>(unless the </a:t>
            </a:r>
            <a:r>
              <a:rPr lang="en-US" sz="1200" spc="-5" dirty="0">
                <a:solidFill>
                  <a:srgbClr val="538235"/>
                </a:solidFill>
                <a:latin typeface="Tahoma"/>
                <a:cs typeface="Tahoma"/>
              </a:rPr>
              <a:t>line </a:t>
            </a:r>
            <a:r>
              <a:rPr lang="en-US" sz="1200" spc="5" dirty="0">
                <a:solidFill>
                  <a:srgbClr val="538235"/>
                </a:solidFill>
                <a:latin typeface="Tahoma"/>
                <a:cs typeface="Tahoma"/>
              </a:rPr>
              <a:t>is </a:t>
            </a:r>
            <a:r>
              <a:rPr lang="en-US" sz="1200" dirty="0">
                <a:solidFill>
                  <a:srgbClr val="538235"/>
                </a:solidFill>
                <a:latin typeface="Tahoma"/>
                <a:cs typeface="Tahoma"/>
              </a:rPr>
              <a:t>tangent to the </a:t>
            </a:r>
            <a:r>
              <a:rPr lang="en-US" sz="1200" spc="-5" dirty="0">
                <a:solidFill>
                  <a:srgbClr val="538235"/>
                </a:solidFill>
                <a:latin typeface="Tahoma"/>
                <a:cs typeface="Tahoma"/>
              </a:rPr>
              <a:t>curve at either </a:t>
            </a:r>
            <a:r>
              <a:rPr lang="en-US" sz="1200" dirty="0">
                <a:solidFill>
                  <a:srgbClr val="538235"/>
                </a:solidFill>
                <a:latin typeface="Tahoma"/>
                <a:cs typeface="Tahoma"/>
              </a:rPr>
              <a:t> P </a:t>
            </a:r>
            <a:r>
              <a:rPr lang="en-US" sz="1200" spc="-5" dirty="0">
                <a:solidFill>
                  <a:srgbClr val="538235"/>
                </a:solidFill>
                <a:latin typeface="Tahoma"/>
                <a:cs typeface="Tahoma"/>
              </a:rPr>
              <a:t>or </a:t>
            </a:r>
            <a:r>
              <a:rPr lang="en-US" sz="1200" spc="-20" dirty="0">
                <a:solidFill>
                  <a:srgbClr val="538235"/>
                </a:solidFill>
                <a:latin typeface="Tahoma"/>
                <a:cs typeface="Tahoma"/>
              </a:rPr>
              <a:t>Q, </a:t>
            </a:r>
            <a:r>
              <a:rPr lang="en-US" sz="1200" spc="-10" dirty="0">
                <a:solidFill>
                  <a:srgbClr val="538235"/>
                </a:solidFill>
                <a:latin typeface="Tahoma"/>
                <a:cs typeface="Tahoma"/>
              </a:rPr>
              <a:t>in </a:t>
            </a:r>
            <a:r>
              <a:rPr lang="en-US" sz="1200" dirty="0">
                <a:solidFill>
                  <a:srgbClr val="538235"/>
                </a:solidFill>
                <a:latin typeface="Tahoma"/>
                <a:cs typeface="Tahoma"/>
              </a:rPr>
              <a:t>which </a:t>
            </a:r>
            <a:r>
              <a:rPr lang="en-US" sz="1200" spc="-5" dirty="0">
                <a:solidFill>
                  <a:srgbClr val="538235"/>
                </a:solidFill>
                <a:latin typeface="Tahoma"/>
                <a:cs typeface="Tahoma"/>
              </a:rPr>
              <a:t>case we take </a:t>
            </a:r>
            <a:r>
              <a:rPr lang="en-US" sz="1200" dirty="0">
                <a:solidFill>
                  <a:srgbClr val="538235"/>
                </a:solidFill>
                <a:latin typeface="Tahoma"/>
                <a:cs typeface="Tahoma"/>
              </a:rPr>
              <a:t>R = P </a:t>
            </a:r>
            <a:r>
              <a:rPr lang="en-US" sz="1200" spc="-5" dirty="0">
                <a:solidFill>
                  <a:srgbClr val="538235"/>
                </a:solidFill>
                <a:latin typeface="Tahoma"/>
                <a:cs typeface="Tahoma"/>
              </a:rPr>
              <a:t>or </a:t>
            </a:r>
            <a:r>
              <a:rPr lang="en-US" sz="1200" dirty="0">
                <a:solidFill>
                  <a:srgbClr val="538235"/>
                </a:solidFill>
                <a:latin typeface="Tahoma"/>
                <a:cs typeface="Tahoma"/>
              </a:rPr>
              <a:t>R = </a:t>
            </a:r>
            <a:r>
              <a:rPr lang="en-US" sz="1200" spc="-20" dirty="0">
                <a:solidFill>
                  <a:srgbClr val="538235"/>
                </a:solidFill>
                <a:latin typeface="Tahoma"/>
                <a:cs typeface="Tahoma"/>
              </a:rPr>
              <a:t>Q, </a:t>
            </a:r>
            <a:r>
              <a:rPr lang="en-US" sz="1200" spc="-5" dirty="0">
                <a:solidFill>
                  <a:srgbClr val="538235"/>
                </a:solidFill>
                <a:latin typeface="Tahoma"/>
                <a:cs typeface="Tahoma"/>
              </a:rPr>
              <a:t>respectively). </a:t>
            </a:r>
            <a:r>
              <a:rPr lang="en-US" sz="1200" spc="-55" dirty="0">
                <a:solidFill>
                  <a:srgbClr val="538235"/>
                </a:solidFill>
                <a:latin typeface="Tahoma"/>
                <a:cs typeface="Tahoma"/>
              </a:rPr>
              <a:t>To </a:t>
            </a:r>
            <a:r>
              <a:rPr lang="en-US" sz="1200" spc="-5" dirty="0">
                <a:solidFill>
                  <a:srgbClr val="538235"/>
                </a:solidFill>
                <a:latin typeface="Tahoma"/>
                <a:cs typeface="Tahoma"/>
              </a:rPr>
              <a:t>form </a:t>
            </a:r>
            <a:r>
              <a:rPr lang="en-US" sz="1200" dirty="0">
                <a:solidFill>
                  <a:srgbClr val="538235"/>
                </a:solidFill>
                <a:latin typeface="Tahoma"/>
                <a:cs typeface="Tahoma"/>
              </a:rPr>
              <a:t>a </a:t>
            </a:r>
            <a:r>
              <a:rPr lang="en-US" sz="1200" spc="-5" dirty="0">
                <a:solidFill>
                  <a:srgbClr val="538235"/>
                </a:solidFill>
                <a:latin typeface="Tahoma"/>
                <a:cs typeface="Tahoma"/>
              </a:rPr>
              <a:t>group </a:t>
            </a:r>
            <a:r>
              <a:rPr lang="en-US" sz="1200" dirty="0">
                <a:solidFill>
                  <a:srgbClr val="538235"/>
                </a:solidFill>
                <a:latin typeface="Tahoma"/>
                <a:cs typeface="Tahoma"/>
              </a:rPr>
              <a:t> </a:t>
            </a:r>
            <a:r>
              <a:rPr lang="en-US" sz="1200" spc="-5" dirty="0">
                <a:solidFill>
                  <a:srgbClr val="538235"/>
                </a:solidFill>
                <a:latin typeface="Tahoma"/>
                <a:cs typeface="Tahoma"/>
              </a:rPr>
              <a:t>structure,</a:t>
            </a:r>
            <a:r>
              <a:rPr lang="en-US" sz="1200" spc="5" dirty="0">
                <a:solidFill>
                  <a:srgbClr val="538235"/>
                </a:solidFill>
                <a:latin typeface="Tahoma"/>
                <a:cs typeface="Tahoma"/>
              </a:rPr>
              <a:t> </a:t>
            </a:r>
            <a:r>
              <a:rPr lang="en-US" sz="1200" spc="-5" dirty="0">
                <a:solidFill>
                  <a:srgbClr val="538235"/>
                </a:solidFill>
                <a:latin typeface="Tahoma"/>
                <a:cs typeface="Tahoma"/>
              </a:rPr>
              <a:t>we</a:t>
            </a:r>
            <a:r>
              <a:rPr lang="en-US" sz="1200" spc="25" dirty="0">
                <a:solidFill>
                  <a:srgbClr val="538235"/>
                </a:solidFill>
                <a:latin typeface="Tahoma"/>
                <a:cs typeface="Tahoma"/>
              </a:rPr>
              <a:t> </a:t>
            </a:r>
            <a:r>
              <a:rPr lang="en-US" sz="1200" dirty="0">
                <a:solidFill>
                  <a:srgbClr val="538235"/>
                </a:solidFill>
                <a:latin typeface="Tahoma"/>
                <a:cs typeface="Tahoma"/>
              </a:rPr>
              <a:t>need</a:t>
            </a:r>
            <a:r>
              <a:rPr lang="en-US" sz="1200" spc="20" dirty="0">
                <a:solidFill>
                  <a:srgbClr val="538235"/>
                </a:solidFill>
                <a:latin typeface="Tahoma"/>
                <a:cs typeface="Tahoma"/>
              </a:rPr>
              <a:t> </a:t>
            </a:r>
            <a:r>
              <a:rPr lang="en-US" sz="1200" dirty="0">
                <a:solidFill>
                  <a:srgbClr val="538235"/>
                </a:solidFill>
                <a:latin typeface="Tahoma"/>
                <a:cs typeface="Tahoma"/>
              </a:rPr>
              <a:t>to</a:t>
            </a:r>
            <a:r>
              <a:rPr lang="en-US" sz="1200" spc="5" dirty="0">
                <a:solidFill>
                  <a:srgbClr val="538235"/>
                </a:solidFill>
                <a:latin typeface="Tahoma"/>
                <a:cs typeface="Tahoma"/>
              </a:rPr>
              <a:t> </a:t>
            </a:r>
            <a:r>
              <a:rPr lang="en-US" sz="1200" dirty="0">
                <a:solidFill>
                  <a:srgbClr val="538235"/>
                </a:solidFill>
                <a:latin typeface="Tahoma"/>
                <a:cs typeface="Tahoma"/>
              </a:rPr>
              <a:t>define </a:t>
            </a:r>
            <a:r>
              <a:rPr lang="en-US" sz="1200" spc="-5" dirty="0">
                <a:solidFill>
                  <a:srgbClr val="538235"/>
                </a:solidFill>
                <a:latin typeface="Tahoma"/>
                <a:cs typeface="Tahoma"/>
              </a:rPr>
              <a:t>addition</a:t>
            </a:r>
            <a:r>
              <a:rPr lang="en-US" sz="1200" spc="10" dirty="0">
                <a:solidFill>
                  <a:srgbClr val="538235"/>
                </a:solidFill>
                <a:latin typeface="Tahoma"/>
                <a:cs typeface="Tahoma"/>
              </a:rPr>
              <a:t> </a:t>
            </a:r>
            <a:r>
              <a:rPr lang="en-US" sz="1200" spc="-5" dirty="0">
                <a:solidFill>
                  <a:srgbClr val="538235"/>
                </a:solidFill>
                <a:latin typeface="Tahoma"/>
                <a:cs typeface="Tahoma"/>
              </a:rPr>
              <a:t>on</a:t>
            </a:r>
            <a:r>
              <a:rPr lang="en-US" sz="1200" spc="15" dirty="0">
                <a:solidFill>
                  <a:srgbClr val="538235"/>
                </a:solidFill>
                <a:latin typeface="Tahoma"/>
                <a:cs typeface="Tahoma"/>
              </a:rPr>
              <a:t> </a:t>
            </a:r>
            <a:r>
              <a:rPr lang="en-US" sz="1200" spc="5" dirty="0">
                <a:solidFill>
                  <a:srgbClr val="538235"/>
                </a:solidFill>
                <a:latin typeface="Tahoma"/>
                <a:cs typeface="Tahoma"/>
              </a:rPr>
              <a:t>these </a:t>
            </a:r>
            <a:r>
              <a:rPr lang="en-US" sz="1200" dirty="0">
                <a:solidFill>
                  <a:srgbClr val="538235"/>
                </a:solidFill>
                <a:latin typeface="Tahoma"/>
                <a:cs typeface="Tahoma"/>
              </a:rPr>
              <a:t>three</a:t>
            </a:r>
            <a:r>
              <a:rPr lang="en-US" sz="1200" spc="5" dirty="0">
                <a:solidFill>
                  <a:srgbClr val="538235"/>
                </a:solidFill>
                <a:latin typeface="Tahoma"/>
                <a:cs typeface="Tahoma"/>
              </a:rPr>
              <a:t> </a:t>
            </a:r>
            <a:r>
              <a:rPr lang="en-US" sz="1200" spc="-5" dirty="0">
                <a:solidFill>
                  <a:srgbClr val="538235"/>
                </a:solidFill>
                <a:latin typeface="Tahoma"/>
                <a:cs typeface="Tahoma"/>
              </a:rPr>
              <a:t>points</a:t>
            </a:r>
            <a:r>
              <a:rPr lang="en-US" sz="1200" spc="5" dirty="0">
                <a:solidFill>
                  <a:srgbClr val="538235"/>
                </a:solidFill>
                <a:latin typeface="Tahoma"/>
                <a:cs typeface="Tahoma"/>
              </a:rPr>
              <a:t> as</a:t>
            </a:r>
            <a:r>
              <a:rPr lang="en-US" sz="1200" dirty="0">
                <a:solidFill>
                  <a:srgbClr val="538235"/>
                </a:solidFill>
                <a:latin typeface="Tahoma"/>
                <a:cs typeface="Tahoma"/>
              </a:rPr>
              <a:t> </a:t>
            </a:r>
            <a:r>
              <a:rPr lang="en-US" sz="1200" spc="-5" dirty="0">
                <a:solidFill>
                  <a:srgbClr val="538235"/>
                </a:solidFill>
                <a:latin typeface="Tahoma"/>
                <a:cs typeface="Tahoma"/>
              </a:rPr>
              <a:t>follows:</a:t>
            </a:r>
            <a:r>
              <a:rPr lang="en-US" sz="1200" spc="20" dirty="0">
                <a:solidFill>
                  <a:srgbClr val="538235"/>
                </a:solidFill>
                <a:latin typeface="Tahoma"/>
                <a:cs typeface="Tahoma"/>
              </a:rPr>
              <a:t> </a:t>
            </a:r>
            <a:r>
              <a:rPr lang="en-US" sz="1200" dirty="0">
                <a:solidFill>
                  <a:srgbClr val="538235"/>
                </a:solidFill>
                <a:latin typeface="Tahoma"/>
                <a:cs typeface="Tahoma"/>
              </a:rPr>
              <a:t>P</a:t>
            </a:r>
            <a:r>
              <a:rPr lang="en-US" sz="1200" spc="20" dirty="0">
                <a:solidFill>
                  <a:srgbClr val="538235"/>
                </a:solidFill>
                <a:latin typeface="Tahoma"/>
                <a:cs typeface="Tahoma"/>
              </a:rPr>
              <a:t> </a:t>
            </a:r>
            <a:r>
              <a:rPr lang="en-US" sz="1200" dirty="0">
                <a:solidFill>
                  <a:srgbClr val="538235"/>
                </a:solidFill>
                <a:latin typeface="Tahoma"/>
                <a:cs typeface="Tahoma"/>
              </a:rPr>
              <a:t>+ Q</a:t>
            </a:r>
            <a:r>
              <a:rPr lang="en-US" sz="1200" spc="25" dirty="0">
                <a:solidFill>
                  <a:srgbClr val="538235"/>
                </a:solidFill>
                <a:latin typeface="Tahoma"/>
                <a:cs typeface="Tahoma"/>
              </a:rPr>
              <a:t> </a:t>
            </a:r>
            <a:r>
              <a:rPr lang="en-US" sz="1200" dirty="0">
                <a:solidFill>
                  <a:srgbClr val="538235"/>
                </a:solidFill>
                <a:latin typeface="Tahoma"/>
                <a:cs typeface="Tahoma"/>
              </a:rPr>
              <a:t>= –</a:t>
            </a:r>
            <a:endParaRPr lang="en-US" sz="1200" dirty="0">
              <a:latin typeface="Tahoma"/>
              <a:cs typeface="Tahoma"/>
            </a:endParaRPr>
          </a:p>
          <a:p>
            <a:pPr marL="317500" marR="86995" algn="just">
              <a:lnSpc>
                <a:spcPct val="150000"/>
              </a:lnSpc>
            </a:pPr>
            <a:r>
              <a:rPr lang="en-US" sz="1200" spc="-5" dirty="0">
                <a:solidFill>
                  <a:srgbClr val="538235"/>
                </a:solidFill>
                <a:latin typeface="Tahoma"/>
                <a:cs typeface="Tahoma"/>
              </a:rPr>
              <a:t>R. </a:t>
            </a:r>
            <a:r>
              <a:rPr lang="en-US" sz="1200" spc="-10" dirty="0" err="1">
                <a:solidFill>
                  <a:srgbClr val="538235"/>
                </a:solidFill>
                <a:latin typeface="Tahoma"/>
                <a:cs typeface="Tahoma"/>
              </a:rPr>
              <a:t>ie</a:t>
            </a:r>
            <a:r>
              <a:rPr lang="en-US" sz="1200" spc="-10" dirty="0">
                <a:solidFill>
                  <a:srgbClr val="538235"/>
                </a:solidFill>
                <a:latin typeface="Tahoma"/>
                <a:cs typeface="Tahoma"/>
              </a:rPr>
              <a:t>. </a:t>
            </a:r>
            <a:r>
              <a:rPr lang="en-US" sz="1200" dirty="0">
                <a:solidFill>
                  <a:srgbClr val="538235"/>
                </a:solidFill>
                <a:latin typeface="Tahoma"/>
                <a:cs typeface="Tahoma"/>
              </a:rPr>
              <a:t>P + Q to be the mirror </a:t>
            </a:r>
            <a:r>
              <a:rPr lang="en-US" sz="1200" spc="-5" dirty="0">
                <a:solidFill>
                  <a:srgbClr val="538235"/>
                </a:solidFill>
                <a:latin typeface="Tahoma"/>
                <a:cs typeface="Tahoma"/>
              </a:rPr>
              <a:t>image (with </a:t>
            </a:r>
            <a:r>
              <a:rPr lang="en-US" sz="1200" dirty="0">
                <a:solidFill>
                  <a:srgbClr val="538235"/>
                </a:solidFill>
                <a:latin typeface="Tahoma"/>
                <a:cs typeface="Tahoma"/>
              </a:rPr>
              <a:t>respect to the x </a:t>
            </a:r>
            <a:r>
              <a:rPr lang="en-US" sz="1200" spc="-10" dirty="0">
                <a:solidFill>
                  <a:srgbClr val="538235"/>
                </a:solidFill>
                <a:latin typeface="Tahoma"/>
                <a:cs typeface="Tahoma"/>
              </a:rPr>
              <a:t>axis) </a:t>
            </a:r>
            <a:r>
              <a:rPr lang="en-US" sz="1200" spc="-5" dirty="0">
                <a:solidFill>
                  <a:srgbClr val="538235"/>
                </a:solidFill>
                <a:latin typeface="Tahoma"/>
                <a:cs typeface="Tahoma"/>
              </a:rPr>
              <a:t>of </a:t>
            </a:r>
            <a:r>
              <a:rPr lang="en-US" sz="1200" spc="10" dirty="0">
                <a:solidFill>
                  <a:srgbClr val="538235"/>
                </a:solidFill>
                <a:latin typeface="Tahoma"/>
                <a:cs typeface="Tahoma"/>
              </a:rPr>
              <a:t>the </a:t>
            </a:r>
            <a:r>
              <a:rPr lang="en-US" sz="1200" spc="-5" dirty="0">
                <a:solidFill>
                  <a:srgbClr val="538235"/>
                </a:solidFill>
                <a:latin typeface="Tahoma"/>
                <a:cs typeface="Tahoma"/>
              </a:rPr>
              <a:t>third point </a:t>
            </a:r>
            <a:r>
              <a:rPr lang="en-US" sz="1200" dirty="0">
                <a:solidFill>
                  <a:srgbClr val="538235"/>
                </a:solidFill>
                <a:latin typeface="Tahoma"/>
                <a:cs typeface="Tahoma"/>
              </a:rPr>
              <a:t> </a:t>
            </a:r>
            <a:r>
              <a:rPr lang="en-US" sz="1200" spc="-5" dirty="0">
                <a:solidFill>
                  <a:srgbClr val="538235"/>
                </a:solidFill>
                <a:latin typeface="Tahoma"/>
                <a:cs typeface="Tahoma"/>
              </a:rPr>
              <a:t>of</a:t>
            </a:r>
            <a:r>
              <a:rPr lang="en-US" sz="1200" spc="5" dirty="0">
                <a:solidFill>
                  <a:srgbClr val="538235"/>
                </a:solidFill>
                <a:latin typeface="Tahoma"/>
                <a:cs typeface="Tahoma"/>
              </a:rPr>
              <a:t> </a:t>
            </a:r>
            <a:r>
              <a:rPr lang="en-US" sz="1200" spc="-5" dirty="0">
                <a:solidFill>
                  <a:srgbClr val="538235"/>
                </a:solidFill>
                <a:latin typeface="Tahoma"/>
                <a:cs typeface="Tahoma"/>
              </a:rPr>
              <a:t>intersection</a:t>
            </a:r>
            <a:r>
              <a:rPr lang="en-US" sz="1200" spc="50" dirty="0">
                <a:solidFill>
                  <a:srgbClr val="538235"/>
                </a:solidFill>
                <a:latin typeface="Tahoma"/>
                <a:cs typeface="Tahoma"/>
              </a:rPr>
              <a:t> </a:t>
            </a:r>
            <a:r>
              <a:rPr lang="en-US" sz="1200" spc="-5" dirty="0">
                <a:solidFill>
                  <a:srgbClr val="538235"/>
                </a:solidFill>
                <a:latin typeface="Tahoma"/>
                <a:cs typeface="Tahoma"/>
              </a:rPr>
              <a:t>as</a:t>
            </a:r>
            <a:r>
              <a:rPr lang="en-US" sz="1200" dirty="0">
                <a:solidFill>
                  <a:srgbClr val="538235"/>
                </a:solidFill>
                <a:latin typeface="Tahoma"/>
                <a:cs typeface="Tahoma"/>
              </a:rPr>
              <a:t> </a:t>
            </a:r>
            <a:r>
              <a:rPr lang="en-US" sz="1200" spc="-5" dirty="0">
                <a:solidFill>
                  <a:srgbClr val="538235"/>
                </a:solidFill>
                <a:latin typeface="Tahoma"/>
                <a:cs typeface="Tahoma"/>
              </a:rPr>
              <a:t>shown</a:t>
            </a:r>
            <a:r>
              <a:rPr lang="en-US" sz="1200" spc="10" dirty="0">
                <a:solidFill>
                  <a:srgbClr val="538235"/>
                </a:solidFill>
                <a:latin typeface="Tahoma"/>
                <a:cs typeface="Tahoma"/>
              </a:rPr>
              <a:t> </a:t>
            </a:r>
            <a:r>
              <a:rPr lang="en-US" sz="1200" spc="-5" dirty="0">
                <a:solidFill>
                  <a:srgbClr val="538235"/>
                </a:solidFill>
                <a:latin typeface="Tahoma"/>
                <a:cs typeface="Tahoma"/>
              </a:rPr>
              <a:t>on</a:t>
            </a:r>
            <a:r>
              <a:rPr lang="en-US" sz="1200" spc="10" dirty="0">
                <a:solidFill>
                  <a:srgbClr val="538235"/>
                </a:solidFill>
                <a:latin typeface="Tahoma"/>
                <a:cs typeface="Tahoma"/>
              </a:rPr>
              <a:t> </a:t>
            </a:r>
            <a:r>
              <a:rPr lang="en-US" sz="1200" spc="-10" dirty="0">
                <a:solidFill>
                  <a:srgbClr val="538235"/>
                </a:solidFill>
                <a:latin typeface="Tahoma"/>
                <a:cs typeface="Tahoma"/>
              </a:rPr>
              <a:t>slide.</a:t>
            </a:r>
            <a:endParaRPr lang="en-US" sz="1200" dirty="0">
              <a:latin typeface="Tahoma"/>
              <a:cs typeface="Tahoma"/>
            </a:endParaRPr>
          </a:p>
          <a:p>
            <a:pPr marL="317500" marR="83820" indent="-228600" algn="just">
              <a:lnSpc>
                <a:spcPct val="150000"/>
              </a:lnSpc>
              <a:spcBef>
                <a:spcPts val="795"/>
              </a:spcBef>
              <a:buAutoNum type="arabicPeriod" startAt="2"/>
              <a:tabLst>
                <a:tab pos="317500" algn="l"/>
              </a:tabLst>
            </a:pPr>
            <a:r>
              <a:rPr lang="en-US" sz="1200" spc="-5" dirty="0">
                <a:solidFill>
                  <a:srgbClr val="538235"/>
                </a:solidFill>
                <a:latin typeface="Tahoma"/>
                <a:cs typeface="Tahoma"/>
              </a:rPr>
              <a:t>The geometric interpretation of </a:t>
            </a:r>
            <a:r>
              <a:rPr lang="en-US" sz="1200" dirty="0">
                <a:solidFill>
                  <a:srgbClr val="538235"/>
                </a:solidFill>
                <a:latin typeface="Tahoma"/>
                <a:cs typeface="Tahoma"/>
              </a:rPr>
              <a:t>the </a:t>
            </a:r>
            <a:r>
              <a:rPr lang="en-US" sz="1200" spc="-5" dirty="0">
                <a:solidFill>
                  <a:srgbClr val="538235"/>
                </a:solidFill>
                <a:latin typeface="Tahoma"/>
                <a:cs typeface="Tahoma"/>
              </a:rPr>
              <a:t>preceding item </a:t>
            </a:r>
            <a:r>
              <a:rPr lang="en-US" sz="1200" spc="-10" dirty="0">
                <a:solidFill>
                  <a:srgbClr val="538235"/>
                </a:solidFill>
                <a:latin typeface="Tahoma"/>
                <a:cs typeface="Tahoma"/>
              </a:rPr>
              <a:t>also applies </a:t>
            </a:r>
            <a:r>
              <a:rPr lang="en-US" sz="1200" dirty="0">
                <a:solidFill>
                  <a:srgbClr val="538235"/>
                </a:solidFill>
                <a:latin typeface="Tahoma"/>
                <a:cs typeface="Tahoma"/>
              </a:rPr>
              <a:t>to two </a:t>
            </a:r>
            <a:r>
              <a:rPr lang="en-US" sz="1200" spc="-5" dirty="0">
                <a:solidFill>
                  <a:srgbClr val="538235"/>
                </a:solidFill>
                <a:latin typeface="Tahoma"/>
                <a:cs typeface="Tahoma"/>
              </a:rPr>
              <a:t>points, </a:t>
            </a:r>
            <a:r>
              <a:rPr lang="en-US" sz="1200" dirty="0">
                <a:solidFill>
                  <a:srgbClr val="538235"/>
                </a:solidFill>
                <a:latin typeface="Tahoma"/>
                <a:cs typeface="Tahoma"/>
              </a:rPr>
              <a:t>P </a:t>
            </a:r>
            <a:r>
              <a:rPr lang="en-US" sz="1200" spc="5" dirty="0">
                <a:solidFill>
                  <a:srgbClr val="538235"/>
                </a:solidFill>
                <a:latin typeface="Tahoma"/>
                <a:cs typeface="Tahoma"/>
              </a:rPr>
              <a:t> </a:t>
            </a:r>
            <a:r>
              <a:rPr lang="en-US" sz="1200" spc="-5" dirty="0">
                <a:solidFill>
                  <a:srgbClr val="538235"/>
                </a:solidFill>
                <a:latin typeface="Tahoma"/>
                <a:cs typeface="Tahoma"/>
              </a:rPr>
              <a:t>and</a:t>
            </a:r>
            <a:r>
              <a:rPr lang="en-US" sz="1200" spc="260" dirty="0">
                <a:solidFill>
                  <a:srgbClr val="538235"/>
                </a:solidFill>
                <a:latin typeface="Tahoma"/>
                <a:cs typeface="Tahoma"/>
              </a:rPr>
              <a:t> </a:t>
            </a:r>
            <a:r>
              <a:rPr lang="en-US" sz="1200" spc="-60" dirty="0">
                <a:solidFill>
                  <a:srgbClr val="538235"/>
                </a:solidFill>
                <a:latin typeface="Tahoma"/>
                <a:cs typeface="Tahoma"/>
              </a:rPr>
              <a:t>–P,</a:t>
            </a:r>
            <a:r>
              <a:rPr lang="en-US" sz="1200" spc="220" dirty="0">
                <a:solidFill>
                  <a:srgbClr val="538235"/>
                </a:solidFill>
                <a:latin typeface="Tahoma"/>
                <a:cs typeface="Tahoma"/>
              </a:rPr>
              <a:t> </a:t>
            </a:r>
            <a:r>
              <a:rPr lang="en-US" sz="1200" spc="-5" dirty="0">
                <a:solidFill>
                  <a:srgbClr val="538235"/>
                </a:solidFill>
                <a:latin typeface="Tahoma"/>
                <a:cs typeface="Tahoma"/>
              </a:rPr>
              <a:t>with</a:t>
            </a:r>
            <a:r>
              <a:rPr lang="en-US" sz="1200" spc="260" dirty="0">
                <a:solidFill>
                  <a:srgbClr val="538235"/>
                </a:solidFill>
                <a:latin typeface="Tahoma"/>
                <a:cs typeface="Tahoma"/>
              </a:rPr>
              <a:t> </a:t>
            </a:r>
            <a:r>
              <a:rPr lang="en-US" sz="1200" dirty="0">
                <a:solidFill>
                  <a:srgbClr val="538235"/>
                </a:solidFill>
                <a:latin typeface="Tahoma"/>
                <a:cs typeface="Tahoma"/>
              </a:rPr>
              <a:t>the</a:t>
            </a:r>
            <a:r>
              <a:rPr lang="en-US" sz="1200" spc="245" dirty="0">
                <a:solidFill>
                  <a:srgbClr val="538235"/>
                </a:solidFill>
                <a:latin typeface="Tahoma"/>
                <a:cs typeface="Tahoma"/>
              </a:rPr>
              <a:t> </a:t>
            </a:r>
            <a:r>
              <a:rPr lang="en-US" sz="1200" spc="-5" dirty="0">
                <a:solidFill>
                  <a:srgbClr val="538235"/>
                </a:solidFill>
                <a:latin typeface="Tahoma"/>
                <a:cs typeface="Tahoma"/>
              </a:rPr>
              <a:t>same</a:t>
            </a:r>
            <a:r>
              <a:rPr lang="en-US" sz="1200" spc="245" dirty="0">
                <a:solidFill>
                  <a:srgbClr val="538235"/>
                </a:solidFill>
                <a:latin typeface="Tahoma"/>
                <a:cs typeface="Tahoma"/>
              </a:rPr>
              <a:t> </a:t>
            </a:r>
            <a:r>
              <a:rPr lang="en-US" sz="1200" dirty="0">
                <a:solidFill>
                  <a:srgbClr val="538235"/>
                </a:solidFill>
                <a:latin typeface="Tahoma"/>
                <a:cs typeface="Tahoma"/>
              </a:rPr>
              <a:t>x</a:t>
            </a:r>
            <a:r>
              <a:rPr lang="en-US" sz="1200" spc="250" dirty="0">
                <a:solidFill>
                  <a:srgbClr val="538235"/>
                </a:solidFill>
                <a:latin typeface="Tahoma"/>
                <a:cs typeface="Tahoma"/>
              </a:rPr>
              <a:t> </a:t>
            </a:r>
            <a:r>
              <a:rPr lang="en-US" sz="1200" spc="-10" dirty="0">
                <a:solidFill>
                  <a:srgbClr val="538235"/>
                </a:solidFill>
                <a:latin typeface="Tahoma"/>
                <a:cs typeface="Tahoma"/>
              </a:rPr>
              <a:t>coordinate.</a:t>
            </a:r>
            <a:r>
              <a:rPr lang="en-US" sz="1200" spc="250" dirty="0">
                <a:solidFill>
                  <a:srgbClr val="538235"/>
                </a:solidFill>
                <a:latin typeface="Tahoma"/>
                <a:cs typeface="Tahoma"/>
              </a:rPr>
              <a:t> </a:t>
            </a:r>
            <a:r>
              <a:rPr lang="en-US" sz="1200" spc="-5" dirty="0">
                <a:solidFill>
                  <a:srgbClr val="538235"/>
                </a:solidFill>
                <a:latin typeface="Tahoma"/>
                <a:cs typeface="Tahoma"/>
              </a:rPr>
              <a:t>The</a:t>
            </a:r>
            <a:r>
              <a:rPr lang="en-US" sz="1200" spc="245" dirty="0">
                <a:solidFill>
                  <a:srgbClr val="538235"/>
                </a:solidFill>
                <a:latin typeface="Tahoma"/>
                <a:cs typeface="Tahoma"/>
              </a:rPr>
              <a:t> </a:t>
            </a:r>
            <a:r>
              <a:rPr lang="en-US" sz="1200" spc="-5" dirty="0">
                <a:solidFill>
                  <a:srgbClr val="538235"/>
                </a:solidFill>
                <a:latin typeface="Tahoma"/>
                <a:cs typeface="Tahoma"/>
              </a:rPr>
              <a:t>points</a:t>
            </a:r>
            <a:r>
              <a:rPr lang="en-US" sz="1200" spc="245" dirty="0">
                <a:solidFill>
                  <a:srgbClr val="538235"/>
                </a:solidFill>
                <a:latin typeface="Tahoma"/>
                <a:cs typeface="Tahoma"/>
              </a:rPr>
              <a:t> </a:t>
            </a:r>
            <a:r>
              <a:rPr lang="en-US" sz="1200" spc="-5" dirty="0">
                <a:solidFill>
                  <a:srgbClr val="538235"/>
                </a:solidFill>
                <a:latin typeface="Tahoma"/>
                <a:cs typeface="Tahoma"/>
              </a:rPr>
              <a:t>are</a:t>
            </a:r>
            <a:r>
              <a:rPr lang="en-US" sz="1200" spc="240" dirty="0">
                <a:solidFill>
                  <a:srgbClr val="538235"/>
                </a:solidFill>
                <a:latin typeface="Tahoma"/>
                <a:cs typeface="Tahoma"/>
              </a:rPr>
              <a:t> </a:t>
            </a:r>
            <a:r>
              <a:rPr lang="en-US" sz="1200" spc="-5" dirty="0">
                <a:solidFill>
                  <a:srgbClr val="538235"/>
                </a:solidFill>
                <a:latin typeface="Tahoma"/>
                <a:cs typeface="Tahoma"/>
              </a:rPr>
              <a:t>joined</a:t>
            </a:r>
            <a:r>
              <a:rPr lang="en-US" sz="1200" spc="260" dirty="0">
                <a:solidFill>
                  <a:srgbClr val="538235"/>
                </a:solidFill>
                <a:latin typeface="Tahoma"/>
                <a:cs typeface="Tahoma"/>
              </a:rPr>
              <a:t> </a:t>
            </a:r>
            <a:r>
              <a:rPr lang="en-US" sz="1200" dirty="0">
                <a:solidFill>
                  <a:srgbClr val="538235"/>
                </a:solidFill>
                <a:latin typeface="Tahoma"/>
                <a:cs typeface="Tahoma"/>
              </a:rPr>
              <a:t>by</a:t>
            </a:r>
            <a:r>
              <a:rPr lang="en-US" sz="1200" spc="250" dirty="0">
                <a:solidFill>
                  <a:srgbClr val="538235"/>
                </a:solidFill>
                <a:latin typeface="Tahoma"/>
                <a:cs typeface="Tahoma"/>
              </a:rPr>
              <a:t> </a:t>
            </a:r>
            <a:r>
              <a:rPr lang="en-US" sz="1200" dirty="0">
                <a:solidFill>
                  <a:srgbClr val="538235"/>
                </a:solidFill>
                <a:latin typeface="Tahoma"/>
                <a:cs typeface="Tahoma"/>
              </a:rPr>
              <a:t>a</a:t>
            </a:r>
            <a:r>
              <a:rPr lang="en-US" sz="1200" spc="220" dirty="0">
                <a:solidFill>
                  <a:srgbClr val="538235"/>
                </a:solidFill>
                <a:latin typeface="Tahoma"/>
                <a:cs typeface="Tahoma"/>
              </a:rPr>
              <a:t> </a:t>
            </a:r>
            <a:r>
              <a:rPr lang="en-US" sz="1200" spc="-5" dirty="0">
                <a:solidFill>
                  <a:srgbClr val="538235"/>
                </a:solidFill>
                <a:latin typeface="Tahoma"/>
                <a:cs typeface="Tahoma"/>
              </a:rPr>
              <a:t>vertical</a:t>
            </a:r>
            <a:r>
              <a:rPr lang="en-US" sz="1200" spc="240" dirty="0">
                <a:solidFill>
                  <a:srgbClr val="538235"/>
                </a:solidFill>
                <a:latin typeface="Tahoma"/>
                <a:cs typeface="Tahoma"/>
              </a:rPr>
              <a:t> </a:t>
            </a:r>
            <a:r>
              <a:rPr lang="en-US" sz="1200" spc="-5" dirty="0">
                <a:solidFill>
                  <a:srgbClr val="538235"/>
                </a:solidFill>
                <a:latin typeface="Tahoma"/>
                <a:cs typeface="Tahoma"/>
              </a:rPr>
              <a:t>line, </a:t>
            </a:r>
            <a:r>
              <a:rPr lang="en-US" sz="1200" spc="-360" dirty="0">
                <a:solidFill>
                  <a:srgbClr val="538235"/>
                </a:solidFill>
                <a:latin typeface="Tahoma"/>
                <a:cs typeface="Tahoma"/>
              </a:rPr>
              <a:t> </a:t>
            </a:r>
            <a:r>
              <a:rPr lang="en-US" sz="1200" spc="-10" dirty="0">
                <a:solidFill>
                  <a:srgbClr val="538235"/>
                </a:solidFill>
                <a:latin typeface="Tahoma"/>
                <a:cs typeface="Tahoma"/>
              </a:rPr>
              <a:t>which </a:t>
            </a:r>
            <a:r>
              <a:rPr lang="en-US" sz="1200" spc="-5" dirty="0">
                <a:solidFill>
                  <a:srgbClr val="538235"/>
                </a:solidFill>
                <a:latin typeface="Tahoma"/>
                <a:cs typeface="Tahoma"/>
              </a:rPr>
              <a:t>can </a:t>
            </a:r>
            <a:r>
              <a:rPr lang="en-US" sz="1200" dirty="0">
                <a:solidFill>
                  <a:srgbClr val="538235"/>
                </a:solidFill>
                <a:latin typeface="Tahoma"/>
                <a:cs typeface="Tahoma"/>
              </a:rPr>
              <a:t>be </a:t>
            </a:r>
            <a:r>
              <a:rPr lang="en-US" sz="1200" spc="-5" dirty="0">
                <a:solidFill>
                  <a:srgbClr val="538235"/>
                </a:solidFill>
                <a:latin typeface="Tahoma"/>
                <a:cs typeface="Tahoma"/>
              </a:rPr>
              <a:t>viewed as also intersecting </a:t>
            </a:r>
            <a:r>
              <a:rPr lang="en-US" sz="1200" dirty="0">
                <a:solidFill>
                  <a:srgbClr val="538235"/>
                </a:solidFill>
                <a:latin typeface="Tahoma"/>
                <a:cs typeface="Tahoma"/>
              </a:rPr>
              <a:t>the </a:t>
            </a:r>
            <a:r>
              <a:rPr lang="en-US" sz="1200" spc="-5" dirty="0">
                <a:solidFill>
                  <a:srgbClr val="538235"/>
                </a:solidFill>
                <a:latin typeface="Tahoma"/>
                <a:cs typeface="Tahoma"/>
              </a:rPr>
              <a:t>curve at </a:t>
            </a:r>
            <a:r>
              <a:rPr lang="en-US" sz="1200" dirty="0">
                <a:solidFill>
                  <a:srgbClr val="538235"/>
                </a:solidFill>
                <a:latin typeface="Tahoma"/>
                <a:cs typeface="Tahoma"/>
              </a:rPr>
              <a:t>the infinity </a:t>
            </a:r>
            <a:r>
              <a:rPr lang="en-US" sz="1200" spc="-5" dirty="0">
                <a:solidFill>
                  <a:srgbClr val="538235"/>
                </a:solidFill>
                <a:latin typeface="Tahoma"/>
                <a:cs typeface="Tahoma"/>
              </a:rPr>
              <a:t>point. </a:t>
            </a:r>
            <a:r>
              <a:rPr lang="en-US" sz="1200" spc="-55" dirty="0">
                <a:solidFill>
                  <a:srgbClr val="538235"/>
                </a:solidFill>
                <a:latin typeface="Tahoma"/>
                <a:cs typeface="Tahoma"/>
              </a:rPr>
              <a:t>We </a:t>
            </a:r>
            <a:r>
              <a:rPr lang="en-US" sz="1200" spc="-50" dirty="0">
                <a:solidFill>
                  <a:srgbClr val="538235"/>
                </a:solidFill>
                <a:latin typeface="Tahoma"/>
                <a:cs typeface="Tahoma"/>
              </a:rPr>
              <a:t> </a:t>
            </a:r>
            <a:r>
              <a:rPr lang="en-US" sz="1200" spc="-5" dirty="0">
                <a:solidFill>
                  <a:srgbClr val="538235"/>
                </a:solidFill>
                <a:latin typeface="Tahoma"/>
                <a:cs typeface="Tahoma"/>
              </a:rPr>
              <a:t>therefore</a:t>
            </a:r>
            <a:r>
              <a:rPr lang="en-US" sz="1200" spc="20" dirty="0">
                <a:solidFill>
                  <a:srgbClr val="538235"/>
                </a:solidFill>
                <a:latin typeface="Tahoma"/>
                <a:cs typeface="Tahoma"/>
              </a:rPr>
              <a:t> </a:t>
            </a:r>
            <a:r>
              <a:rPr lang="en-US" sz="1200" spc="-5" dirty="0">
                <a:solidFill>
                  <a:srgbClr val="538235"/>
                </a:solidFill>
                <a:latin typeface="Tahoma"/>
                <a:cs typeface="Tahoma"/>
              </a:rPr>
              <a:t>have</a:t>
            </a:r>
            <a:r>
              <a:rPr lang="en-US" sz="1200" spc="-25" dirty="0">
                <a:solidFill>
                  <a:srgbClr val="538235"/>
                </a:solidFill>
                <a:latin typeface="Tahoma"/>
                <a:cs typeface="Tahoma"/>
              </a:rPr>
              <a:t> </a:t>
            </a:r>
            <a:r>
              <a:rPr lang="en-US" sz="1200" dirty="0">
                <a:solidFill>
                  <a:srgbClr val="538235"/>
                </a:solidFill>
                <a:latin typeface="Tahoma"/>
                <a:cs typeface="Tahoma"/>
              </a:rPr>
              <a:t>P</a:t>
            </a:r>
            <a:r>
              <a:rPr lang="en-US" sz="1200" spc="15" dirty="0">
                <a:solidFill>
                  <a:srgbClr val="538235"/>
                </a:solidFill>
                <a:latin typeface="Tahoma"/>
                <a:cs typeface="Tahoma"/>
              </a:rPr>
              <a:t> </a:t>
            </a:r>
            <a:r>
              <a:rPr lang="en-US" sz="1200" dirty="0">
                <a:solidFill>
                  <a:srgbClr val="538235"/>
                </a:solidFill>
                <a:latin typeface="Tahoma"/>
                <a:cs typeface="Tahoma"/>
              </a:rPr>
              <a:t>+</a:t>
            </a:r>
            <a:r>
              <a:rPr lang="en-US" sz="1200" spc="-5" dirty="0">
                <a:solidFill>
                  <a:srgbClr val="538235"/>
                </a:solidFill>
                <a:latin typeface="Tahoma"/>
                <a:cs typeface="Tahoma"/>
              </a:rPr>
              <a:t> (–P)</a:t>
            </a:r>
            <a:r>
              <a:rPr lang="en-US" sz="1200" spc="5" dirty="0">
                <a:solidFill>
                  <a:srgbClr val="538235"/>
                </a:solidFill>
                <a:latin typeface="Tahoma"/>
                <a:cs typeface="Tahoma"/>
              </a:rPr>
              <a:t> </a:t>
            </a:r>
            <a:r>
              <a:rPr lang="en-US" sz="1200" dirty="0">
                <a:solidFill>
                  <a:srgbClr val="538235"/>
                </a:solidFill>
                <a:latin typeface="Tahoma"/>
                <a:cs typeface="Tahoma"/>
              </a:rPr>
              <a:t>=</a:t>
            </a:r>
            <a:r>
              <a:rPr lang="en-US" sz="1200" spc="-5" dirty="0">
                <a:solidFill>
                  <a:srgbClr val="538235"/>
                </a:solidFill>
                <a:latin typeface="Tahoma"/>
                <a:cs typeface="Tahoma"/>
              </a:rPr>
              <a:t> </a:t>
            </a:r>
            <a:r>
              <a:rPr lang="en-US" sz="1200" spc="-20" dirty="0">
                <a:solidFill>
                  <a:srgbClr val="538235"/>
                </a:solidFill>
                <a:latin typeface="Tahoma"/>
                <a:cs typeface="Tahoma"/>
              </a:rPr>
              <a:t>O,</a:t>
            </a:r>
            <a:r>
              <a:rPr lang="en-US" sz="1200" spc="5" dirty="0">
                <a:solidFill>
                  <a:srgbClr val="538235"/>
                </a:solidFill>
                <a:latin typeface="Tahoma"/>
                <a:cs typeface="Tahoma"/>
              </a:rPr>
              <a:t> </a:t>
            </a:r>
            <a:r>
              <a:rPr lang="en-US" sz="1200" spc="-5" dirty="0">
                <a:solidFill>
                  <a:srgbClr val="538235"/>
                </a:solidFill>
                <a:latin typeface="Tahoma"/>
                <a:cs typeface="Tahoma"/>
              </a:rPr>
              <a:t>consistent</a:t>
            </a:r>
            <a:r>
              <a:rPr lang="en-US" sz="1200" spc="40" dirty="0">
                <a:solidFill>
                  <a:srgbClr val="538235"/>
                </a:solidFill>
                <a:latin typeface="Tahoma"/>
                <a:cs typeface="Tahoma"/>
              </a:rPr>
              <a:t> </a:t>
            </a:r>
            <a:r>
              <a:rPr lang="en-US" sz="1200" spc="-5" dirty="0">
                <a:solidFill>
                  <a:srgbClr val="538235"/>
                </a:solidFill>
                <a:latin typeface="Tahoma"/>
                <a:cs typeface="Tahoma"/>
              </a:rPr>
              <a:t>with</a:t>
            </a:r>
            <a:r>
              <a:rPr lang="en-US" sz="1200" spc="10" dirty="0">
                <a:solidFill>
                  <a:srgbClr val="538235"/>
                </a:solidFill>
                <a:latin typeface="Tahoma"/>
                <a:cs typeface="Tahoma"/>
              </a:rPr>
              <a:t> </a:t>
            </a:r>
            <a:r>
              <a:rPr lang="en-US" sz="1200" spc="-10" dirty="0">
                <a:solidFill>
                  <a:srgbClr val="538235"/>
                </a:solidFill>
                <a:latin typeface="Tahoma"/>
                <a:cs typeface="Tahoma"/>
              </a:rPr>
              <a:t>item</a:t>
            </a:r>
            <a:r>
              <a:rPr lang="en-US" sz="1200" spc="30" dirty="0">
                <a:solidFill>
                  <a:srgbClr val="538235"/>
                </a:solidFill>
                <a:latin typeface="Tahoma"/>
                <a:cs typeface="Tahoma"/>
              </a:rPr>
              <a:t> </a:t>
            </a:r>
            <a:r>
              <a:rPr lang="en-US" sz="1200" spc="-5" dirty="0">
                <a:solidFill>
                  <a:srgbClr val="538235"/>
                </a:solidFill>
                <a:latin typeface="Tahoma"/>
                <a:cs typeface="Tahoma"/>
              </a:rPr>
              <a:t>(2).</a:t>
            </a:r>
          </a:p>
          <a:p>
            <a:pPr marL="317500" marR="83820" indent="-228600" algn="just">
              <a:lnSpc>
                <a:spcPct val="150000"/>
              </a:lnSpc>
              <a:spcBef>
                <a:spcPts val="795"/>
              </a:spcBef>
              <a:buFontTx/>
              <a:buAutoNum type="arabicPeriod" startAt="2"/>
              <a:tabLst>
                <a:tab pos="317500" algn="l"/>
              </a:tabLst>
            </a:pPr>
            <a:r>
              <a:rPr lang="en-US" sz="1200" spc="-65" dirty="0">
                <a:solidFill>
                  <a:srgbClr val="538235"/>
                </a:solidFill>
                <a:latin typeface="Tahoma"/>
                <a:cs typeface="Tahoma"/>
              </a:rPr>
              <a:t>To</a:t>
            </a:r>
            <a:r>
              <a:rPr lang="en-US" sz="1200" spc="-60" dirty="0">
                <a:solidFill>
                  <a:srgbClr val="538235"/>
                </a:solidFill>
                <a:latin typeface="Tahoma"/>
                <a:cs typeface="Tahoma"/>
              </a:rPr>
              <a:t> </a:t>
            </a:r>
            <a:r>
              <a:rPr lang="en-US" sz="1200" spc="-5" dirty="0">
                <a:solidFill>
                  <a:srgbClr val="538235"/>
                </a:solidFill>
                <a:latin typeface="Tahoma"/>
                <a:cs typeface="Tahoma"/>
              </a:rPr>
              <a:t>double</a:t>
            </a:r>
            <a:r>
              <a:rPr lang="en-US" sz="1200" dirty="0">
                <a:solidFill>
                  <a:srgbClr val="538235"/>
                </a:solidFill>
                <a:latin typeface="Tahoma"/>
                <a:cs typeface="Tahoma"/>
              </a:rPr>
              <a:t> a</a:t>
            </a:r>
            <a:r>
              <a:rPr lang="en-US" sz="1200" spc="5" dirty="0">
                <a:solidFill>
                  <a:srgbClr val="538235"/>
                </a:solidFill>
                <a:latin typeface="Tahoma"/>
                <a:cs typeface="Tahoma"/>
              </a:rPr>
              <a:t> </a:t>
            </a:r>
            <a:r>
              <a:rPr lang="en-US" sz="1200" spc="-5" dirty="0">
                <a:solidFill>
                  <a:srgbClr val="538235"/>
                </a:solidFill>
                <a:latin typeface="Tahoma"/>
                <a:cs typeface="Tahoma"/>
              </a:rPr>
              <a:t>point</a:t>
            </a:r>
            <a:r>
              <a:rPr lang="en-US" sz="1200" dirty="0">
                <a:solidFill>
                  <a:srgbClr val="538235"/>
                </a:solidFill>
                <a:latin typeface="Tahoma"/>
                <a:cs typeface="Tahoma"/>
              </a:rPr>
              <a:t> </a:t>
            </a:r>
            <a:r>
              <a:rPr lang="en-US" sz="1200" spc="-20" dirty="0">
                <a:solidFill>
                  <a:srgbClr val="538235"/>
                </a:solidFill>
                <a:latin typeface="Tahoma"/>
                <a:cs typeface="Tahoma"/>
              </a:rPr>
              <a:t>Q,</a:t>
            </a:r>
            <a:r>
              <a:rPr lang="en-US" sz="1200" spc="-15" dirty="0">
                <a:solidFill>
                  <a:srgbClr val="538235"/>
                </a:solidFill>
                <a:latin typeface="Tahoma"/>
                <a:cs typeface="Tahoma"/>
              </a:rPr>
              <a:t> </a:t>
            </a:r>
            <a:r>
              <a:rPr lang="en-US" sz="1200" spc="-10" dirty="0">
                <a:solidFill>
                  <a:srgbClr val="538235"/>
                </a:solidFill>
                <a:latin typeface="Tahoma"/>
                <a:cs typeface="Tahoma"/>
              </a:rPr>
              <a:t>draw</a:t>
            </a:r>
            <a:r>
              <a:rPr lang="en-US" sz="1200" spc="-5" dirty="0">
                <a:solidFill>
                  <a:srgbClr val="538235"/>
                </a:solidFill>
                <a:latin typeface="Tahoma"/>
                <a:cs typeface="Tahoma"/>
              </a:rPr>
              <a:t> </a:t>
            </a:r>
            <a:r>
              <a:rPr lang="en-US" sz="1200" dirty="0">
                <a:solidFill>
                  <a:srgbClr val="538235"/>
                </a:solidFill>
                <a:latin typeface="Tahoma"/>
                <a:cs typeface="Tahoma"/>
              </a:rPr>
              <a:t>the</a:t>
            </a:r>
            <a:r>
              <a:rPr lang="en-US" sz="1200" spc="5" dirty="0">
                <a:solidFill>
                  <a:srgbClr val="538235"/>
                </a:solidFill>
                <a:latin typeface="Tahoma"/>
                <a:cs typeface="Tahoma"/>
              </a:rPr>
              <a:t> </a:t>
            </a:r>
            <a:r>
              <a:rPr lang="en-US" sz="1200" spc="-5" dirty="0">
                <a:solidFill>
                  <a:srgbClr val="538235"/>
                </a:solidFill>
                <a:latin typeface="Tahoma"/>
                <a:cs typeface="Tahoma"/>
              </a:rPr>
              <a:t>tangent</a:t>
            </a:r>
            <a:r>
              <a:rPr lang="en-US" sz="1200" dirty="0">
                <a:solidFill>
                  <a:srgbClr val="538235"/>
                </a:solidFill>
                <a:latin typeface="Tahoma"/>
                <a:cs typeface="Tahoma"/>
              </a:rPr>
              <a:t> </a:t>
            </a:r>
            <a:r>
              <a:rPr lang="en-US" sz="1200" spc="-5" dirty="0">
                <a:solidFill>
                  <a:srgbClr val="538235"/>
                </a:solidFill>
                <a:latin typeface="Tahoma"/>
                <a:cs typeface="Tahoma"/>
              </a:rPr>
              <a:t>line</a:t>
            </a:r>
            <a:r>
              <a:rPr lang="en-US" sz="1200" dirty="0">
                <a:solidFill>
                  <a:srgbClr val="538235"/>
                </a:solidFill>
                <a:latin typeface="Tahoma"/>
                <a:cs typeface="Tahoma"/>
              </a:rPr>
              <a:t> </a:t>
            </a:r>
            <a:r>
              <a:rPr lang="en-US" sz="1200" spc="-5" dirty="0">
                <a:solidFill>
                  <a:srgbClr val="538235"/>
                </a:solidFill>
                <a:latin typeface="Tahoma"/>
                <a:cs typeface="Tahoma"/>
              </a:rPr>
              <a:t>and</a:t>
            </a:r>
            <a:r>
              <a:rPr lang="en-US" sz="1200" dirty="0">
                <a:solidFill>
                  <a:srgbClr val="538235"/>
                </a:solidFill>
                <a:latin typeface="Tahoma"/>
                <a:cs typeface="Tahoma"/>
              </a:rPr>
              <a:t> </a:t>
            </a:r>
            <a:r>
              <a:rPr lang="en-US" sz="1200" spc="-5" dirty="0">
                <a:solidFill>
                  <a:srgbClr val="538235"/>
                </a:solidFill>
                <a:latin typeface="Tahoma"/>
                <a:cs typeface="Tahoma"/>
              </a:rPr>
              <a:t>find</a:t>
            </a:r>
            <a:r>
              <a:rPr lang="en-US" sz="1200" dirty="0">
                <a:solidFill>
                  <a:srgbClr val="538235"/>
                </a:solidFill>
                <a:latin typeface="Tahoma"/>
                <a:cs typeface="Tahoma"/>
              </a:rPr>
              <a:t> the</a:t>
            </a:r>
            <a:r>
              <a:rPr lang="en-US" sz="1200" spc="375" dirty="0">
                <a:solidFill>
                  <a:srgbClr val="538235"/>
                </a:solidFill>
                <a:latin typeface="Tahoma"/>
                <a:cs typeface="Tahoma"/>
              </a:rPr>
              <a:t> </a:t>
            </a:r>
            <a:r>
              <a:rPr lang="en-US" sz="1200" spc="-5" dirty="0">
                <a:solidFill>
                  <a:srgbClr val="538235"/>
                </a:solidFill>
                <a:latin typeface="Tahoma"/>
                <a:cs typeface="Tahoma"/>
              </a:rPr>
              <a:t>other</a:t>
            </a:r>
            <a:r>
              <a:rPr lang="en-US" sz="1200" spc="365" dirty="0">
                <a:solidFill>
                  <a:srgbClr val="538235"/>
                </a:solidFill>
                <a:latin typeface="Tahoma"/>
                <a:cs typeface="Tahoma"/>
              </a:rPr>
              <a:t> </a:t>
            </a:r>
            <a:r>
              <a:rPr lang="en-US" sz="1200" spc="-5" dirty="0">
                <a:solidFill>
                  <a:srgbClr val="538235"/>
                </a:solidFill>
                <a:latin typeface="Tahoma"/>
                <a:cs typeface="Tahoma"/>
              </a:rPr>
              <a:t>point</a:t>
            </a:r>
            <a:r>
              <a:rPr lang="en-US" sz="1200" spc="365" dirty="0">
                <a:solidFill>
                  <a:srgbClr val="538235"/>
                </a:solidFill>
                <a:latin typeface="Tahoma"/>
                <a:cs typeface="Tahoma"/>
              </a:rPr>
              <a:t> </a:t>
            </a:r>
            <a:r>
              <a:rPr lang="en-US" sz="1200" spc="-5" dirty="0">
                <a:solidFill>
                  <a:srgbClr val="538235"/>
                </a:solidFill>
                <a:latin typeface="Tahoma"/>
                <a:cs typeface="Tahoma"/>
              </a:rPr>
              <a:t>of </a:t>
            </a:r>
            <a:r>
              <a:rPr lang="en-US" sz="1200" dirty="0">
                <a:solidFill>
                  <a:srgbClr val="538235"/>
                </a:solidFill>
                <a:latin typeface="Tahoma"/>
                <a:cs typeface="Tahoma"/>
              </a:rPr>
              <a:t> </a:t>
            </a:r>
            <a:r>
              <a:rPr lang="en-US" sz="1200" spc="-10" dirty="0">
                <a:solidFill>
                  <a:srgbClr val="538235"/>
                </a:solidFill>
                <a:latin typeface="Tahoma"/>
                <a:cs typeface="Tahoma"/>
              </a:rPr>
              <a:t>intersection</a:t>
            </a:r>
            <a:r>
              <a:rPr lang="en-US" sz="1200" spc="55" dirty="0">
                <a:solidFill>
                  <a:srgbClr val="538235"/>
                </a:solidFill>
                <a:latin typeface="Tahoma"/>
                <a:cs typeface="Tahoma"/>
              </a:rPr>
              <a:t> </a:t>
            </a:r>
            <a:r>
              <a:rPr lang="en-US" sz="1200" dirty="0">
                <a:solidFill>
                  <a:srgbClr val="538235"/>
                </a:solidFill>
                <a:latin typeface="Tahoma"/>
                <a:cs typeface="Tahoma"/>
              </a:rPr>
              <a:t>S.</a:t>
            </a:r>
            <a:r>
              <a:rPr lang="en-US" sz="1200" spc="-20" dirty="0">
                <a:solidFill>
                  <a:srgbClr val="538235"/>
                </a:solidFill>
                <a:latin typeface="Tahoma"/>
                <a:cs typeface="Tahoma"/>
              </a:rPr>
              <a:t> </a:t>
            </a:r>
            <a:r>
              <a:rPr lang="en-US" sz="1200" spc="-5" dirty="0">
                <a:solidFill>
                  <a:srgbClr val="538235"/>
                </a:solidFill>
                <a:latin typeface="Tahoma"/>
                <a:cs typeface="Tahoma"/>
              </a:rPr>
              <a:t>Then</a:t>
            </a:r>
            <a:r>
              <a:rPr lang="en-US" sz="1200" spc="10" dirty="0">
                <a:solidFill>
                  <a:srgbClr val="538235"/>
                </a:solidFill>
                <a:latin typeface="Tahoma"/>
                <a:cs typeface="Tahoma"/>
              </a:rPr>
              <a:t> </a:t>
            </a:r>
            <a:r>
              <a:rPr lang="en-US" sz="1200" dirty="0">
                <a:solidFill>
                  <a:srgbClr val="538235"/>
                </a:solidFill>
                <a:latin typeface="Tahoma"/>
                <a:cs typeface="Tahoma"/>
              </a:rPr>
              <a:t>Q +</a:t>
            </a:r>
            <a:r>
              <a:rPr lang="en-US" sz="1200" spc="25" dirty="0">
                <a:solidFill>
                  <a:srgbClr val="538235"/>
                </a:solidFill>
                <a:latin typeface="Tahoma"/>
                <a:cs typeface="Tahoma"/>
              </a:rPr>
              <a:t> </a:t>
            </a:r>
            <a:r>
              <a:rPr lang="en-US" sz="1200" dirty="0">
                <a:solidFill>
                  <a:srgbClr val="538235"/>
                </a:solidFill>
                <a:latin typeface="Tahoma"/>
                <a:cs typeface="Tahoma"/>
              </a:rPr>
              <a:t>Q = </a:t>
            </a:r>
            <a:r>
              <a:rPr lang="en-US" sz="1200" spc="-5" dirty="0">
                <a:solidFill>
                  <a:srgbClr val="538235"/>
                </a:solidFill>
                <a:latin typeface="Tahoma"/>
                <a:cs typeface="Tahoma"/>
              </a:rPr>
              <a:t>2Q</a:t>
            </a:r>
            <a:r>
              <a:rPr lang="en-US" sz="1200" dirty="0">
                <a:solidFill>
                  <a:srgbClr val="538235"/>
                </a:solidFill>
                <a:latin typeface="Tahoma"/>
                <a:cs typeface="Tahoma"/>
              </a:rPr>
              <a:t> = </a:t>
            </a:r>
            <a:r>
              <a:rPr lang="en-US" sz="1200" spc="-5" dirty="0">
                <a:solidFill>
                  <a:srgbClr val="538235"/>
                </a:solidFill>
                <a:latin typeface="Tahoma"/>
                <a:cs typeface="Tahoma"/>
              </a:rPr>
              <a:t>–S.</a:t>
            </a:r>
            <a:endParaRPr lang="en-US" sz="1200" dirty="0">
              <a:latin typeface="Tahoma"/>
              <a:cs typeface="Tahoma"/>
            </a:endParaRPr>
          </a:p>
          <a:p>
            <a:pPr marL="317500" marR="83820" indent="-228600" algn="just">
              <a:lnSpc>
                <a:spcPct val="150000"/>
              </a:lnSpc>
              <a:spcBef>
                <a:spcPts val="795"/>
              </a:spcBef>
              <a:buAutoNum type="arabicPeriod" startAt="2"/>
              <a:tabLst>
                <a:tab pos="317500" algn="l"/>
              </a:tabLst>
            </a:pPr>
            <a:endParaRPr lang="en-US" sz="1200" dirty="0">
              <a:latin typeface="Tahoma"/>
              <a:cs typeface="Tahoma"/>
            </a:endParaRPr>
          </a:p>
          <a:p>
            <a:pPr marL="407670" marR="52069" algn="just">
              <a:lnSpc>
                <a:spcPct val="150000"/>
              </a:lnSpc>
            </a:pPr>
            <a:endParaRPr sz="1200" dirty="0">
              <a:latin typeface="Tahoma"/>
              <a:cs typeface="Tahom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p:nvPr/>
        </p:nvSpPr>
        <p:spPr>
          <a:xfrm>
            <a:off x="474370" y="309117"/>
            <a:ext cx="5915025" cy="4937121"/>
          </a:xfrm>
          <a:prstGeom prst="rect">
            <a:avLst/>
          </a:prstGeom>
        </p:spPr>
        <p:txBody>
          <a:bodyPr vert="horz" wrap="square" lIns="0" tIns="12065" rIns="0" bIns="0" rtlCol="0">
            <a:spAutoFit/>
          </a:bodyPr>
          <a:lstStyle/>
          <a:p>
            <a:pPr>
              <a:lnSpc>
                <a:spcPct val="100000"/>
              </a:lnSpc>
              <a:spcBef>
                <a:spcPts val="40"/>
              </a:spcBef>
              <a:buClr>
                <a:srgbClr val="538235"/>
              </a:buClr>
              <a:buFont typeface="Tahoma"/>
              <a:buAutoNum type="arabicPeriod" startAt="2"/>
            </a:pPr>
            <a:endParaRPr lang="en-US" sz="1200" dirty="0">
              <a:latin typeface="Tahoma"/>
              <a:cs typeface="Tahoma"/>
            </a:endParaRPr>
          </a:p>
          <a:p>
            <a:pPr marL="317500" indent="-228600">
              <a:lnSpc>
                <a:spcPct val="100000"/>
              </a:lnSpc>
              <a:buAutoNum type="arabicPeriod" startAt="2"/>
              <a:tabLst>
                <a:tab pos="317500" algn="l"/>
              </a:tabLst>
            </a:pPr>
            <a:r>
              <a:rPr lang="en-US" sz="1200" spc="-5" dirty="0">
                <a:solidFill>
                  <a:srgbClr val="538235"/>
                </a:solidFill>
                <a:latin typeface="Tahoma"/>
                <a:cs typeface="Tahoma"/>
              </a:rPr>
              <a:t>With</a:t>
            </a:r>
            <a:r>
              <a:rPr lang="en-US" sz="1200" spc="35" dirty="0">
                <a:solidFill>
                  <a:srgbClr val="538235"/>
                </a:solidFill>
                <a:latin typeface="Tahoma"/>
                <a:cs typeface="Tahoma"/>
              </a:rPr>
              <a:t> </a:t>
            </a:r>
            <a:r>
              <a:rPr lang="en-US" sz="1200" dirty="0">
                <a:solidFill>
                  <a:srgbClr val="538235"/>
                </a:solidFill>
                <a:latin typeface="Tahoma"/>
                <a:cs typeface="Tahoma"/>
              </a:rPr>
              <a:t>the</a:t>
            </a:r>
            <a:r>
              <a:rPr lang="en-US" sz="1200" spc="30" dirty="0">
                <a:solidFill>
                  <a:srgbClr val="538235"/>
                </a:solidFill>
                <a:latin typeface="Tahoma"/>
                <a:cs typeface="Tahoma"/>
              </a:rPr>
              <a:t> </a:t>
            </a:r>
            <a:r>
              <a:rPr lang="en-US" sz="1200" spc="-5" dirty="0">
                <a:solidFill>
                  <a:srgbClr val="538235"/>
                </a:solidFill>
                <a:latin typeface="Tahoma"/>
                <a:cs typeface="Tahoma"/>
              </a:rPr>
              <a:t>preceding</a:t>
            </a:r>
            <a:r>
              <a:rPr lang="en-US" sz="1200" spc="50" dirty="0">
                <a:solidFill>
                  <a:srgbClr val="538235"/>
                </a:solidFill>
                <a:latin typeface="Tahoma"/>
                <a:cs typeface="Tahoma"/>
              </a:rPr>
              <a:t> </a:t>
            </a:r>
            <a:r>
              <a:rPr lang="en-US" sz="1200" spc="-10" dirty="0">
                <a:solidFill>
                  <a:srgbClr val="538235"/>
                </a:solidFill>
                <a:latin typeface="Tahoma"/>
                <a:cs typeface="Tahoma"/>
              </a:rPr>
              <a:t>list</a:t>
            </a:r>
            <a:r>
              <a:rPr lang="en-US" sz="1200" spc="40" dirty="0">
                <a:solidFill>
                  <a:srgbClr val="538235"/>
                </a:solidFill>
                <a:latin typeface="Tahoma"/>
                <a:cs typeface="Tahoma"/>
              </a:rPr>
              <a:t> </a:t>
            </a:r>
            <a:r>
              <a:rPr lang="en-US" sz="1200" spc="-5" dirty="0">
                <a:solidFill>
                  <a:srgbClr val="538235"/>
                </a:solidFill>
                <a:latin typeface="Tahoma"/>
                <a:cs typeface="Tahoma"/>
              </a:rPr>
              <a:t>of</a:t>
            </a:r>
            <a:r>
              <a:rPr lang="en-US" sz="1200" spc="30" dirty="0">
                <a:solidFill>
                  <a:srgbClr val="538235"/>
                </a:solidFill>
                <a:latin typeface="Tahoma"/>
                <a:cs typeface="Tahoma"/>
              </a:rPr>
              <a:t> </a:t>
            </a:r>
            <a:r>
              <a:rPr lang="en-US" sz="1200" spc="-5" dirty="0">
                <a:solidFill>
                  <a:srgbClr val="538235"/>
                </a:solidFill>
                <a:latin typeface="Tahoma"/>
                <a:cs typeface="Tahoma"/>
              </a:rPr>
              <a:t>rules,</a:t>
            </a:r>
            <a:r>
              <a:rPr lang="en-US" sz="1200" spc="35" dirty="0">
                <a:solidFill>
                  <a:srgbClr val="538235"/>
                </a:solidFill>
                <a:latin typeface="Tahoma"/>
                <a:cs typeface="Tahoma"/>
              </a:rPr>
              <a:t> </a:t>
            </a:r>
            <a:r>
              <a:rPr lang="en-US" sz="1200" spc="-10" dirty="0">
                <a:solidFill>
                  <a:srgbClr val="538235"/>
                </a:solidFill>
                <a:latin typeface="Tahoma"/>
                <a:cs typeface="Tahoma"/>
              </a:rPr>
              <a:t>it</a:t>
            </a:r>
            <a:r>
              <a:rPr lang="en-US" sz="1200" spc="45" dirty="0">
                <a:solidFill>
                  <a:srgbClr val="538235"/>
                </a:solidFill>
                <a:latin typeface="Tahoma"/>
                <a:cs typeface="Tahoma"/>
              </a:rPr>
              <a:t> </a:t>
            </a:r>
            <a:r>
              <a:rPr lang="en-US" sz="1200" spc="-10" dirty="0">
                <a:solidFill>
                  <a:srgbClr val="538235"/>
                </a:solidFill>
                <a:latin typeface="Tahoma"/>
                <a:cs typeface="Tahoma"/>
              </a:rPr>
              <a:t>can</a:t>
            </a:r>
            <a:r>
              <a:rPr lang="en-US" sz="1200" spc="40" dirty="0">
                <a:solidFill>
                  <a:srgbClr val="538235"/>
                </a:solidFill>
                <a:latin typeface="Tahoma"/>
                <a:cs typeface="Tahoma"/>
              </a:rPr>
              <a:t> </a:t>
            </a:r>
            <a:r>
              <a:rPr lang="en-US" sz="1200" dirty="0">
                <a:solidFill>
                  <a:srgbClr val="538235"/>
                </a:solidFill>
                <a:latin typeface="Tahoma"/>
                <a:cs typeface="Tahoma"/>
              </a:rPr>
              <a:t>be</a:t>
            </a:r>
            <a:r>
              <a:rPr lang="en-US" sz="1200" spc="20" dirty="0">
                <a:solidFill>
                  <a:srgbClr val="538235"/>
                </a:solidFill>
                <a:latin typeface="Tahoma"/>
                <a:cs typeface="Tahoma"/>
              </a:rPr>
              <a:t> </a:t>
            </a:r>
            <a:r>
              <a:rPr lang="en-US" sz="1200" dirty="0">
                <a:solidFill>
                  <a:srgbClr val="538235"/>
                </a:solidFill>
                <a:latin typeface="Tahoma"/>
                <a:cs typeface="Tahoma"/>
              </a:rPr>
              <a:t>shown</a:t>
            </a:r>
            <a:r>
              <a:rPr lang="en-US" sz="1200" spc="30" dirty="0">
                <a:solidFill>
                  <a:srgbClr val="538235"/>
                </a:solidFill>
                <a:latin typeface="Tahoma"/>
                <a:cs typeface="Tahoma"/>
              </a:rPr>
              <a:t> </a:t>
            </a:r>
            <a:r>
              <a:rPr lang="en-US" sz="1200" spc="-5" dirty="0">
                <a:solidFill>
                  <a:srgbClr val="538235"/>
                </a:solidFill>
                <a:latin typeface="Tahoma"/>
                <a:cs typeface="Tahoma"/>
              </a:rPr>
              <a:t>that</a:t>
            </a:r>
            <a:r>
              <a:rPr lang="en-US" sz="1200" spc="20" dirty="0">
                <a:solidFill>
                  <a:srgbClr val="538235"/>
                </a:solidFill>
                <a:latin typeface="Tahoma"/>
                <a:cs typeface="Tahoma"/>
              </a:rPr>
              <a:t> </a:t>
            </a:r>
            <a:r>
              <a:rPr lang="en-US" sz="1200" dirty="0">
                <a:solidFill>
                  <a:srgbClr val="538235"/>
                </a:solidFill>
                <a:latin typeface="Tahoma"/>
                <a:cs typeface="Tahoma"/>
              </a:rPr>
              <a:t>the</a:t>
            </a:r>
            <a:r>
              <a:rPr lang="en-US" sz="1200" spc="30" dirty="0">
                <a:solidFill>
                  <a:srgbClr val="538235"/>
                </a:solidFill>
                <a:latin typeface="Tahoma"/>
                <a:cs typeface="Tahoma"/>
              </a:rPr>
              <a:t> </a:t>
            </a:r>
            <a:r>
              <a:rPr lang="en-US" sz="1200" spc="-10" dirty="0">
                <a:solidFill>
                  <a:srgbClr val="538235"/>
                </a:solidFill>
                <a:latin typeface="Tahoma"/>
                <a:cs typeface="Tahoma"/>
              </a:rPr>
              <a:t>set</a:t>
            </a:r>
            <a:r>
              <a:rPr lang="en-US" sz="1200" spc="40" dirty="0">
                <a:solidFill>
                  <a:srgbClr val="538235"/>
                </a:solidFill>
                <a:latin typeface="Tahoma"/>
                <a:cs typeface="Tahoma"/>
              </a:rPr>
              <a:t> </a:t>
            </a:r>
            <a:r>
              <a:rPr lang="en-US" sz="1200" spc="-15" dirty="0">
                <a:solidFill>
                  <a:srgbClr val="538235"/>
                </a:solidFill>
                <a:latin typeface="Tahoma"/>
                <a:cs typeface="Tahoma"/>
              </a:rPr>
              <a:t>E(</a:t>
            </a:r>
            <a:r>
              <a:rPr lang="en-US" sz="1250" spc="-15" dirty="0">
                <a:solidFill>
                  <a:srgbClr val="538235"/>
                </a:solidFill>
                <a:latin typeface="Tahoma"/>
                <a:cs typeface="Tahoma"/>
              </a:rPr>
              <a:t>a,</a:t>
            </a:r>
            <a:r>
              <a:rPr lang="en-US" sz="1250" spc="10" dirty="0">
                <a:solidFill>
                  <a:srgbClr val="538235"/>
                </a:solidFill>
                <a:latin typeface="Tahoma"/>
                <a:cs typeface="Tahoma"/>
              </a:rPr>
              <a:t> </a:t>
            </a:r>
            <a:r>
              <a:rPr lang="en-US" sz="1250" spc="-15" dirty="0">
                <a:solidFill>
                  <a:srgbClr val="538235"/>
                </a:solidFill>
                <a:latin typeface="Tahoma"/>
                <a:cs typeface="Tahoma"/>
              </a:rPr>
              <a:t>b</a:t>
            </a:r>
            <a:r>
              <a:rPr lang="en-US" sz="1200" spc="-15" dirty="0">
                <a:solidFill>
                  <a:srgbClr val="538235"/>
                </a:solidFill>
                <a:latin typeface="Tahoma"/>
                <a:cs typeface="Tahoma"/>
              </a:rPr>
              <a:t>)</a:t>
            </a:r>
            <a:r>
              <a:rPr lang="en-US" sz="1200" spc="30" dirty="0">
                <a:solidFill>
                  <a:srgbClr val="538235"/>
                </a:solidFill>
                <a:latin typeface="Tahoma"/>
                <a:cs typeface="Tahoma"/>
              </a:rPr>
              <a:t> </a:t>
            </a:r>
            <a:r>
              <a:rPr lang="en-US" sz="1200" spc="-10" dirty="0">
                <a:solidFill>
                  <a:srgbClr val="538235"/>
                </a:solidFill>
                <a:latin typeface="Tahoma"/>
                <a:cs typeface="Tahoma"/>
              </a:rPr>
              <a:t>is</a:t>
            </a:r>
            <a:r>
              <a:rPr lang="en-US" sz="1200" spc="25" dirty="0">
                <a:solidFill>
                  <a:srgbClr val="538235"/>
                </a:solidFill>
                <a:latin typeface="Tahoma"/>
                <a:cs typeface="Tahoma"/>
              </a:rPr>
              <a:t> </a:t>
            </a:r>
            <a:r>
              <a:rPr lang="en-US" sz="1200" spc="-5" dirty="0">
                <a:solidFill>
                  <a:srgbClr val="538235"/>
                </a:solidFill>
                <a:latin typeface="Tahoma"/>
                <a:cs typeface="Tahoma"/>
              </a:rPr>
              <a:t>an</a:t>
            </a:r>
            <a:r>
              <a:rPr lang="en-US" sz="1200" spc="35" dirty="0">
                <a:solidFill>
                  <a:srgbClr val="538235"/>
                </a:solidFill>
                <a:latin typeface="Tahoma"/>
                <a:cs typeface="Tahoma"/>
              </a:rPr>
              <a:t> </a:t>
            </a:r>
            <a:r>
              <a:rPr lang="en-US" sz="1200" spc="-10" dirty="0">
                <a:solidFill>
                  <a:srgbClr val="538235"/>
                </a:solidFill>
                <a:latin typeface="Tahoma"/>
                <a:cs typeface="Tahoma"/>
              </a:rPr>
              <a:t>abelian</a:t>
            </a:r>
            <a:endParaRPr lang="en-US" sz="1200" dirty="0">
              <a:latin typeface="Tahoma"/>
              <a:cs typeface="Tahoma"/>
            </a:endParaRPr>
          </a:p>
          <a:p>
            <a:pPr marL="317500">
              <a:lnSpc>
                <a:spcPct val="100000"/>
              </a:lnSpc>
              <a:spcBef>
                <a:spcPts val="710"/>
              </a:spcBef>
            </a:pPr>
            <a:r>
              <a:rPr lang="en-US" sz="1200" dirty="0">
                <a:solidFill>
                  <a:srgbClr val="538235"/>
                </a:solidFill>
                <a:latin typeface="Tahoma"/>
                <a:cs typeface="Tahoma"/>
              </a:rPr>
              <a:t>group.</a:t>
            </a:r>
            <a:endParaRPr lang="en-US" sz="1200" dirty="0">
              <a:latin typeface="Tahoma"/>
              <a:cs typeface="Tahoma"/>
            </a:endParaRPr>
          </a:p>
          <a:p>
            <a:pPr>
              <a:lnSpc>
                <a:spcPct val="100000"/>
              </a:lnSpc>
              <a:spcBef>
                <a:spcPts val="5"/>
              </a:spcBef>
            </a:pPr>
            <a:endParaRPr sz="1300" dirty="0">
              <a:latin typeface="Tahoma"/>
              <a:cs typeface="Tahoma"/>
            </a:endParaRPr>
          </a:p>
          <a:p>
            <a:pPr marL="88900" algn="just">
              <a:lnSpc>
                <a:spcPct val="100000"/>
              </a:lnSpc>
            </a:pPr>
            <a:r>
              <a:rPr sz="1400" b="1" dirty="0">
                <a:solidFill>
                  <a:srgbClr val="538235"/>
                </a:solidFill>
                <a:latin typeface="Tahoma"/>
                <a:cs typeface="Tahoma"/>
              </a:rPr>
              <a:t>Elliptic</a:t>
            </a:r>
            <a:r>
              <a:rPr sz="1400" b="1" spc="-10" dirty="0">
                <a:solidFill>
                  <a:srgbClr val="538235"/>
                </a:solidFill>
                <a:latin typeface="Tahoma"/>
                <a:cs typeface="Tahoma"/>
              </a:rPr>
              <a:t> curve</a:t>
            </a:r>
            <a:r>
              <a:rPr sz="1400" b="1" spc="5" dirty="0">
                <a:solidFill>
                  <a:srgbClr val="538235"/>
                </a:solidFill>
                <a:latin typeface="Tahoma"/>
                <a:cs typeface="Tahoma"/>
              </a:rPr>
              <a:t> </a:t>
            </a:r>
            <a:r>
              <a:rPr sz="1400" b="1" spc="-10" dirty="0">
                <a:solidFill>
                  <a:srgbClr val="538235"/>
                </a:solidFill>
                <a:latin typeface="Tahoma"/>
                <a:cs typeface="Tahoma"/>
              </a:rPr>
              <a:t>arithmetic</a:t>
            </a:r>
            <a:endParaRPr sz="1400" dirty="0">
              <a:latin typeface="Tahoma"/>
              <a:cs typeface="Tahoma"/>
            </a:endParaRPr>
          </a:p>
          <a:p>
            <a:pPr>
              <a:lnSpc>
                <a:spcPct val="100000"/>
              </a:lnSpc>
            </a:pPr>
            <a:endParaRPr sz="1300" dirty="0">
              <a:latin typeface="Tahoma"/>
              <a:cs typeface="Tahoma"/>
            </a:endParaRPr>
          </a:p>
          <a:p>
            <a:pPr marL="88900" algn="just">
              <a:lnSpc>
                <a:spcPct val="100000"/>
              </a:lnSpc>
            </a:pPr>
            <a:r>
              <a:rPr sz="1200" b="1" spc="-5" dirty="0">
                <a:solidFill>
                  <a:srgbClr val="538235"/>
                </a:solidFill>
                <a:latin typeface="Tahoma"/>
                <a:cs typeface="Tahoma"/>
              </a:rPr>
              <a:t>Addition</a:t>
            </a:r>
            <a:r>
              <a:rPr sz="1200" b="1" spc="-10" dirty="0">
                <a:solidFill>
                  <a:srgbClr val="538235"/>
                </a:solidFill>
                <a:latin typeface="Tahoma"/>
                <a:cs typeface="Tahoma"/>
              </a:rPr>
              <a:t> </a:t>
            </a:r>
            <a:r>
              <a:rPr sz="1200" b="1" dirty="0">
                <a:solidFill>
                  <a:srgbClr val="538235"/>
                </a:solidFill>
                <a:latin typeface="Tahoma"/>
                <a:cs typeface="Tahoma"/>
              </a:rPr>
              <a:t>of</a:t>
            </a:r>
            <a:r>
              <a:rPr sz="1200" b="1" spc="-5" dirty="0">
                <a:solidFill>
                  <a:srgbClr val="538235"/>
                </a:solidFill>
                <a:latin typeface="Tahoma"/>
                <a:cs typeface="Tahoma"/>
              </a:rPr>
              <a:t> Two</a:t>
            </a:r>
            <a:r>
              <a:rPr sz="1200" b="1" spc="-30" dirty="0">
                <a:solidFill>
                  <a:srgbClr val="538235"/>
                </a:solidFill>
                <a:latin typeface="Tahoma"/>
                <a:cs typeface="Tahoma"/>
              </a:rPr>
              <a:t> </a:t>
            </a:r>
            <a:r>
              <a:rPr sz="1200" b="1" spc="-5" dirty="0">
                <a:solidFill>
                  <a:srgbClr val="538235"/>
                </a:solidFill>
                <a:latin typeface="Tahoma"/>
                <a:cs typeface="Tahoma"/>
              </a:rPr>
              <a:t>Points</a:t>
            </a:r>
            <a:endParaRPr sz="1200" dirty="0">
              <a:latin typeface="Tahoma"/>
              <a:cs typeface="Tahoma"/>
            </a:endParaRPr>
          </a:p>
          <a:p>
            <a:pPr marL="88900" marR="81280" indent="685800" algn="just">
              <a:lnSpc>
                <a:spcPct val="150000"/>
              </a:lnSpc>
              <a:spcBef>
                <a:spcPts val="819"/>
              </a:spcBef>
            </a:pPr>
            <a:r>
              <a:rPr sz="1200" spc="-5" dirty="0">
                <a:solidFill>
                  <a:srgbClr val="538235"/>
                </a:solidFill>
                <a:latin typeface="Tahoma"/>
                <a:cs typeface="Tahoma"/>
              </a:rPr>
              <a:t>Let </a:t>
            </a:r>
            <a:r>
              <a:rPr sz="1200" dirty="0">
                <a:solidFill>
                  <a:srgbClr val="538235"/>
                </a:solidFill>
                <a:latin typeface="Tahoma"/>
                <a:cs typeface="Tahoma"/>
              </a:rPr>
              <a:t>the </a:t>
            </a:r>
            <a:r>
              <a:rPr sz="1200" spc="-5" dirty="0">
                <a:solidFill>
                  <a:srgbClr val="538235"/>
                </a:solidFill>
                <a:latin typeface="Tahoma"/>
                <a:cs typeface="Tahoma"/>
              </a:rPr>
              <a:t>points </a:t>
            </a:r>
            <a:r>
              <a:rPr sz="1200" dirty="0">
                <a:solidFill>
                  <a:srgbClr val="538235"/>
                </a:solidFill>
                <a:latin typeface="Tahoma"/>
                <a:cs typeface="Tahoma"/>
              </a:rPr>
              <a:t>P = </a:t>
            </a:r>
            <a:r>
              <a:rPr sz="1200" spc="-5" dirty="0">
                <a:solidFill>
                  <a:srgbClr val="538235"/>
                </a:solidFill>
                <a:latin typeface="Tahoma"/>
                <a:cs typeface="Tahoma"/>
              </a:rPr>
              <a:t>(x</a:t>
            </a:r>
            <a:r>
              <a:rPr sz="1200" spc="-7" baseline="-20833" dirty="0">
                <a:solidFill>
                  <a:srgbClr val="538235"/>
                </a:solidFill>
                <a:latin typeface="Tahoma"/>
                <a:cs typeface="Tahoma"/>
              </a:rPr>
              <a:t>1</a:t>
            </a:r>
            <a:r>
              <a:rPr sz="1200" spc="-5" dirty="0">
                <a:solidFill>
                  <a:srgbClr val="538235"/>
                </a:solidFill>
                <a:latin typeface="Tahoma"/>
                <a:cs typeface="Tahoma"/>
              </a:rPr>
              <a:t>, y</a:t>
            </a:r>
            <a:r>
              <a:rPr sz="1200" spc="-7" baseline="-20833" dirty="0">
                <a:solidFill>
                  <a:srgbClr val="538235"/>
                </a:solidFill>
                <a:latin typeface="Tahoma"/>
                <a:cs typeface="Tahoma"/>
              </a:rPr>
              <a:t>1</a:t>
            </a:r>
            <a:r>
              <a:rPr sz="1200" spc="-5" dirty="0">
                <a:solidFill>
                  <a:srgbClr val="538235"/>
                </a:solidFill>
                <a:latin typeface="Tahoma"/>
                <a:cs typeface="Tahoma"/>
              </a:rPr>
              <a:t>) and Q= (x</a:t>
            </a:r>
            <a:r>
              <a:rPr sz="1200" spc="-7" baseline="-20833" dirty="0">
                <a:solidFill>
                  <a:srgbClr val="538235"/>
                </a:solidFill>
                <a:latin typeface="Tahoma"/>
                <a:cs typeface="Tahoma"/>
              </a:rPr>
              <a:t>2</a:t>
            </a:r>
            <a:r>
              <a:rPr sz="1200" spc="-5" dirty="0">
                <a:solidFill>
                  <a:srgbClr val="538235"/>
                </a:solidFill>
                <a:latin typeface="Tahoma"/>
                <a:cs typeface="Tahoma"/>
              </a:rPr>
              <a:t>, y</a:t>
            </a:r>
            <a:r>
              <a:rPr sz="1200" spc="-7" baseline="-20833" dirty="0">
                <a:solidFill>
                  <a:srgbClr val="538235"/>
                </a:solidFill>
                <a:latin typeface="Tahoma"/>
                <a:cs typeface="Tahoma"/>
              </a:rPr>
              <a:t>2</a:t>
            </a:r>
            <a:r>
              <a:rPr sz="1200" spc="-5" dirty="0">
                <a:solidFill>
                  <a:srgbClr val="538235"/>
                </a:solidFill>
                <a:latin typeface="Tahoma"/>
                <a:cs typeface="Tahoma"/>
              </a:rPr>
              <a:t>) </a:t>
            </a:r>
            <a:r>
              <a:rPr sz="1200" dirty="0">
                <a:solidFill>
                  <a:srgbClr val="538235"/>
                </a:solidFill>
                <a:latin typeface="Tahoma"/>
                <a:cs typeface="Tahoma"/>
              </a:rPr>
              <a:t>be </a:t>
            </a:r>
            <a:r>
              <a:rPr sz="1200" spc="-5" dirty="0">
                <a:solidFill>
                  <a:srgbClr val="538235"/>
                </a:solidFill>
                <a:latin typeface="Tahoma"/>
                <a:cs typeface="Tahoma"/>
              </a:rPr>
              <a:t>in </a:t>
            </a:r>
            <a:r>
              <a:rPr sz="1200" dirty="0">
                <a:solidFill>
                  <a:srgbClr val="538235"/>
                </a:solidFill>
                <a:latin typeface="Tahoma"/>
                <a:cs typeface="Tahoma"/>
              </a:rPr>
              <a:t>the </a:t>
            </a:r>
            <a:r>
              <a:rPr sz="1200" spc="-5" dirty="0">
                <a:solidFill>
                  <a:srgbClr val="538235"/>
                </a:solidFill>
                <a:latin typeface="Tahoma"/>
                <a:cs typeface="Tahoma"/>
              </a:rPr>
              <a:t>elliptic group E</a:t>
            </a:r>
            <a:r>
              <a:rPr sz="1200" spc="-7" baseline="-20833" dirty="0">
                <a:solidFill>
                  <a:srgbClr val="538235"/>
                </a:solidFill>
                <a:latin typeface="Tahoma"/>
                <a:cs typeface="Tahoma"/>
              </a:rPr>
              <a:t>p </a:t>
            </a:r>
            <a:r>
              <a:rPr sz="1200" spc="-5" dirty="0">
                <a:solidFill>
                  <a:srgbClr val="538235"/>
                </a:solidFill>
                <a:latin typeface="Tahoma"/>
                <a:cs typeface="Tahoma"/>
              </a:rPr>
              <a:t>(a, </a:t>
            </a:r>
            <a:r>
              <a:rPr sz="1200" dirty="0">
                <a:solidFill>
                  <a:srgbClr val="538235"/>
                </a:solidFill>
                <a:latin typeface="Tahoma"/>
                <a:cs typeface="Tahoma"/>
              </a:rPr>
              <a:t>b), </a:t>
            </a:r>
            <a:r>
              <a:rPr sz="1200" spc="5" dirty="0">
                <a:solidFill>
                  <a:srgbClr val="538235"/>
                </a:solidFill>
                <a:latin typeface="Tahoma"/>
                <a:cs typeface="Tahoma"/>
              </a:rPr>
              <a:t> </a:t>
            </a:r>
            <a:r>
              <a:rPr sz="1200" spc="-5" dirty="0">
                <a:solidFill>
                  <a:srgbClr val="538235"/>
                </a:solidFill>
                <a:latin typeface="Tahoma"/>
                <a:cs typeface="Tahoma"/>
              </a:rPr>
              <a:t>and </a:t>
            </a:r>
            <a:r>
              <a:rPr sz="1200" dirty="0">
                <a:solidFill>
                  <a:srgbClr val="538235"/>
                </a:solidFill>
                <a:latin typeface="Tahoma"/>
                <a:cs typeface="Tahoma"/>
              </a:rPr>
              <a:t>O </a:t>
            </a:r>
            <a:r>
              <a:rPr sz="1200" spc="-5" dirty="0">
                <a:solidFill>
                  <a:srgbClr val="538235"/>
                </a:solidFill>
                <a:latin typeface="Tahoma"/>
                <a:cs typeface="Tahoma"/>
              </a:rPr>
              <a:t>is </a:t>
            </a:r>
            <a:r>
              <a:rPr sz="1200" dirty="0">
                <a:solidFill>
                  <a:srgbClr val="538235"/>
                </a:solidFill>
                <a:latin typeface="Tahoma"/>
                <a:cs typeface="Tahoma"/>
              </a:rPr>
              <a:t>the </a:t>
            </a:r>
            <a:r>
              <a:rPr sz="1200" spc="-5" dirty="0">
                <a:solidFill>
                  <a:srgbClr val="538235"/>
                </a:solidFill>
                <a:latin typeface="Tahoma"/>
                <a:cs typeface="Tahoma"/>
              </a:rPr>
              <a:t>point at </a:t>
            </a:r>
            <a:r>
              <a:rPr sz="1200" spc="-15" dirty="0">
                <a:solidFill>
                  <a:srgbClr val="538235"/>
                </a:solidFill>
                <a:latin typeface="Tahoma"/>
                <a:cs typeface="Tahoma"/>
              </a:rPr>
              <a:t>infinity. </a:t>
            </a:r>
            <a:r>
              <a:rPr sz="1200" spc="-5" dirty="0">
                <a:solidFill>
                  <a:srgbClr val="538235"/>
                </a:solidFill>
                <a:latin typeface="Tahoma"/>
                <a:cs typeface="Tahoma"/>
              </a:rPr>
              <a:t>The </a:t>
            </a:r>
            <a:r>
              <a:rPr sz="1200" spc="-10" dirty="0">
                <a:solidFill>
                  <a:srgbClr val="538235"/>
                </a:solidFill>
                <a:latin typeface="Tahoma"/>
                <a:cs typeface="Tahoma"/>
              </a:rPr>
              <a:t>rules </a:t>
            </a:r>
            <a:r>
              <a:rPr sz="1200" spc="-5" dirty="0">
                <a:solidFill>
                  <a:srgbClr val="538235"/>
                </a:solidFill>
                <a:latin typeface="Tahoma"/>
                <a:cs typeface="Tahoma"/>
              </a:rPr>
              <a:t>for addition over </a:t>
            </a:r>
            <a:r>
              <a:rPr sz="1200" dirty="0">
                <a:solidFill>
                  <a:srgbClr val="538235"/>
                </a:solidFill>
                <a:latin typeface="Tahoma"/>
                <a:cs typeface="Tahoma"/>
              </a:rPr>
              <a:t>the </a:t>
            </a:r>
            <a:r>
              <a:rPr sz="1200" spc="-10" dirty="0">
                <a:solidFill>
                  <a:srgbClr val="538235"/>
                </a:solidFill>
                <a:latin typeface="Tahoma"/>
                <a:cs typeface="Tahoma"/>
              </a:rPr>
              <a:t>elliptic </a:t>
            </a:r>
            <a:r>
              <a:rPr sz="1200" spc="-5" dirty="0">
                <a:solidFill>
                  <a:srgbClr val="538235"/>
                </a:solidFill>
                <a:latin typeface="Tahoma"/>
                <a:cs typeface="Tahoma"/>
              </a:rPr>
              <a:t>group E</a:t>
            </a:r>
            <a:r>
              <a:rPr sz="1200" spc="-7" baseline="-20833" dirty="0">
                <a:solidFill>
                  <a:srgbClr val="538235"/>
                </a:solidFill>
                <a:latin typeface="Tahoma"/>
                <a:cs typeface="Tahoma"/>
              </a:rPr>
              <a:t>p</a:t>
            </a:r>
            <a:r>
              <a:rPr sz="1200" spc="359" baseline="-20833" dirty="0">
                <a:solidFill>
                  <a:srgbClr val="538235"/>
                </a:solidFill>
                <a:latin typeface="Tahoma"/>
                <a:cs typeface="Tahoma"/>
              </a:rPr>
              <a:t> </a:t>
            </a:r>
            <a:r>
              <a:rPr sz="1200" spc="-5" dirty="0">
                <a:solidFill>
                  <a:srgbClr val="538235"/>
                </a:solidFill>
                <a:latin typeface="Tahoma"/>
                <a:cs typeface="Tahoma"/>
              </a:rPr>
              <a:t>(a, </a:t>
            </a:r>
            <a:r>
              <a:rPr sz="1200" spc="5" dirty="0">
                <a:solidFill>
                  <a:srgbClr val="538235"/>
                </a:solidFill>
                <a:latin typeface="Tahoma"/>
                <a:cs typeface="Tahoma"/>
              </a:rPr>
              <a:t>b) </a:t>
            </a:r>
            <a:r>
              <a:rPr sz="1200" spc="10" dirty="0">
                <a:solidFill>
                  <a:srgbClr val="538235"/>
                </a:solidFill>
                <a:latin typeface="Tahoma"/>
                <a:cs typeface="Tahoma"/>
              </a:rPr>
              <a:t> </a:t>
            </a:r>
            <a:r>
              <a:rPr sz="1200" spc="-10" dirty="0">
                <a:solidFill>
                  <a:srgbClr val="538235"/>
                </a:solidFill>
                <a:latin typeface="Tahoma"/>
                <a:cs typeface="Tahoma"/>
              </a:rPr>
              <a:t>are:</a:t>
            </a:r>
            <a:endParaRPr sz="1200" dirty="0">
              <a:latin typeface="Tahoma"/>
              <a:cs typeface="Tahoma"/>
            </a:endParaRPr>
          </a:p>
          <a:p>
            <a:pPr>
              <a:lnSpc>
                <a:spcPct val="100000"/>
              </a:lnSpc>
              <a:spcBef>
                <a:spcPts val="5"/>
              </a:spcBef>
            </a:pPr>
            <a:endParaRPr sz="1250" dirty="0">
              <a:latin typeface="Tahoma"/>
              <a:cs typeface="Tahoma"/>
            </a:endParaRPr>
          </a:p>
          <a:p>
            <a:pPr marL="259079">
              <a:lnSpc>
                <a:spcPct val="100000"/>
              </a:lnSpc>
            </a:pPr>
            <a:r>
              <a:rPr lang="en-IN" sz="1200" spc="-10" dirty="0">
                <a:solidFill>
                  <a:srgbClr val="538235"/>
                </a:solidFill>
                <a:latin typeface="Tahoma"/>
                <a:cs typeface="Tahoma"/>
              </a:rPr>
              <a:t>	</a:t>
            </a:r>
            <a:r>
              <a:rPr sz="1200" spc="-10" dirty="0">
                <a:solidFill>
                  <a:srgbClr val="538235"/>
                </a:solidFill>
                <a:latin typeface="Tahoma"/>
                <a:cs typeface="Tahoma"/>
              </a:rPr>
              <a:t>P+O=O+P=P</a:t>
            </a:r>
            <a:endParaRPr sz="1200" dirty="0">
              <a:latin typeface="Tahoma"/>
              <a:cs typeface="Tahoma"/>
            </a:endParaRPr>
          </a:p>
          <a:p>
            <a:pPr>
              <a:lnSpc>
                <a:spcPct val="100000"/>
              </a:lnSpc>
              <a:spcBef>
                <a:spcPts val="5"/>
              </a:spcBef>
            </a:pPr>
            <a:endParaRPr sz="1250" dirty="0">
              <a:latin typeface="Tahoma"/>
              <a:cs typeface="Tahoma"/>
            </a:endParaRPr>
          </a:p>
          <a:p>
            <a:pPr marL="259079">
              <a:lnSpc>
                <a:spcPct val="100000"/>
              </a:lnSpc>
            </a:pPr>
            <a:r>
              <a:rPr sz="1200" dirty="0">
                <a:solidFill>
                  <a:srgbClr val="538235"/>
                </a:solidFill>
                <a:latin typeface="Tahoma"/>
                <a:cs typeface="Tahoma"/>
              </a:rPr>
              <a:t>If</a:t>
            </a:r>
            <a:r>
              <a:rPr sz="1200" spc="5" dirty="0">
                <a:solidFill>
                  <a:srgbClr val="538235"/>
                </a:solidFill>
                <a:latin typeface="Tahoma"/>
                <a:cs typeface="Tahoma"/>
              </a:rPr>
              <a:t> </a:t>
            </a:r>
            <a:r>
              <a:rPr sz="1200" dirty="0">
                <a:solidFill>
                  <a:srgbClr val="538235"/>
                </a:solidFill>
                <a:latin typeface="Tahoma"/>
                <a:cs typeface="Tahoma"/>
              </a:rPr>
              <a:t>x2= x1 </a:t>
            </a:r>
            <a:r>
              <a:rPr sz="1200" spc="-5" dirty="0">
                <a:solidFill>
                  <a:srgbClr val="538235"/>
                </a:solidFill>
                <a:latin typeface="Tahoma"/>
                <a:cs typeface="Tahoma"/>
              </a:rPr>
              <a:t>and</a:t>
            </a:r>
            <a:r>
              <a:rPr sz="1200" spc="20" dirty="0">
                <a:solidFill>
                  <a:srgbClr val="538235"/>
                </a:solidFill>
                <a:latin typeface="Tahoma"/>
                <a:cs typeface="Tahoma"/>
              </a:rPr>
              <a:t> </a:t>
            </a:r>
            <a:r>
              <a:rPr sz="1200" dirty="0">
                <a:solidFill>
                  <a:srgbClr val="538235"/>
                </a:solidFill>
                <a:latin typeface="Tahoma"/>
                <a:cs typeface="Tahoma"/>
              </a:rPr>
              <a:t>y2 = </a:t>
            </a:r>
            <a:r>
              <a:rPr sz="1200" spc="-5" dirty="0">
                <a:solidFill>
                  <a:srgbClr val="538235"/>
                </a:solidFill>
                <a:latin typeface="Tahoma"/>
                <a:cs typeface="Tahoma"/>
              </a:rPr>
              <a:t>-y1,</a:t>
            </a:r>
            <a:r>
              <a:rPr sz="1200" spc="5" dirty="0">
                <a:solidFill>
                  <a:srgbClr val="538235"/>
                </a:solidFill>
                <a:latin typeface="Tahoma"/>
                <a:cs typeface="Tahoma"/>
              </a:rPr>
              <a:t> </a:t>
            </a:r>
            <a:r>
              <a:rPr sz="1200" dirty="0">
                <a:solidFill>
                  <a:srgbClr val="538235"/>
                </a:solidFill>
                <a:latin typeface="Tahoma"/>
                <a:cs typeface="Tahoma"/>
              </a:rPr>
              <a:t>that</a:t>
            </a:r>
            <a:r>
              <a:rPr sz="1200" spc="15" dirty="0">
                <a:solidFill>
                  <a:srgbClr val="538235"/>
                </a:solidFill>
                <a:latin typeface="Tahoma"/>
                <a:cs typeface="Tahoma"/>
              </a:rPr>
              <a:t> </a:t>
            </a:r>
            <a:r>
              <a:rPr sz="1200" spc="-10" dirty="0">
                <a:solidFill>
                  <a:srgbClr val="538235"/>
                </a:solidFill>
                <a:latin typeface="Tahoma"/>
                <a:cs typeface="Tahoma"/>
              </a:rPr>
              <a:t>is</a:t>
            </a:r>
            <a:r>
              <a:rPr sz="1200" spc="-5" dirty="0">
                <a:solidFill>
                  <a:srgbClr val="538235"/>
                </a:solidFill>
                <a:latin typeface="Tahoma"/>
                <a:cs typeface="Tahoma"/>
              </a:rPr>
              <a:t> </a:t>
            </a:r>
            <a:r>
              <a:rPr sz="1200" dirty="0">
                <a:solidFill>
                  <a:srgbClr val="538235"/>
                </a:solidFill>
                <a:latin typeface="Tahoma"/>
                <a:cs typeface="Tahoma"/>
              </a:rPr>
              <a:t>P</a:t>
            </a:r>
            <a:r>
              <a:rPr sz="1200" spc="15" dirty="0">
                <a:solidFill>
                  <a:srgbClr val="538235"/>
                </a:solidFill>
                <a:latin typeface="Tahoma"/>
                <a:cs typeface="Tahoma"/>
              </a:rPr>
              <a:t> </a:t>
            </a:r>
            <a:r>
              <a:rPr sz="1200" dirty="0">
                <a:solidFill>
                  <a:srgbClr val="538235"/>
                </a:solidFill>
                <a:latin typeface="Tahoma"/>
                <a:cs typeface="Tahoma"/>
              </a:rPr>
              <a:t>= (x1,</a:t>
            </a:r>
            <a:r>
              <a:rPr sz="1200" spc="5" dirty="0">
                <a:solidFill>
                  <a:srgbClr val="538235"/>
                </a:solidFill>
                <a:latin typeface="Tahoma"/>
                <a:cs typeface="Tahoma"/>
              </a:rPr>
              <a:t> </a:t>
            </a:r>
            <a:r>
              <a:rPr sz="1200" spc="-5" dirty="0">
                <a:solidFill>
                  <a:srgbClr val="538235"/>
                </a:solidFill>
                <a:latin typeface="Tahoma"/>
                <a:cs typeface="Tahoma"/>
              </a:rPr>
              <a:t>y1)</a:t>
            </a:r>
            <a:r>
              <a:rPr sz="1200" spc="5" dirty="0">
                <a:solidFill>
                  <a:srgbClr val="538235"/>
                </a:solidFill>
                <a:latin typeface="Tahoma"/>
                <a:cs typeface="Tahoma"/>
              </a:rPr>
              <a:t> and</a:t>
            </a:r>
            <a:r>
              <a:rPr sz="1200" spc="20" dirty="0">
                <a:solidFill>
                  <a:srgbClr val="538235"/>
                </a:solidFill>
                <a:latin typeface="Tahoma"/>
                <a:cs typeface="Tahoma"/>
              </a:rPr>
              <a:t> </a:t>
            </a:r>
            <a:r>
              <a:rPr sz="1200" spc="-5" dirty="0">
                <a:solidFill>
                  <a:srgbClr val="538235"/>
                </a:solidFill>
                <a:latin typeface="Tahoma"/>
                <a:cs typeface="Tahoma"/>
              </a:rPr>
              <a:t>Q=</a:t>
            </a:r>
            <a:r>
              <a:rPr sz="1200" dirty="0">
                <a:solidFill>
                  <a:srgbClr val="538235"/>
                </a:solidFill>
                <a:latin typeface="Tahoma"/>
                <a:cs typeface="Tahoma"/>
              </a:rPr>
              <a:t> </a:t>
            </a:r>
            <a:r>
              <a:rPr sz="1200" spc="-5" dirty="0">
                <a:solidFill>
                  <a:srgbClr val="538235"/>
                </a:solidFill>
                <a:latin typeface="Tahoma"/>
                <a:cs typeface="Tahoma"/>
              </a:rPr>
              <a:t>(x2,</a:t>
            </a:r>
            <a:r>
              <a:rPr sz="1200" spc="5" dirty="0">
                <a:solidFill>
                  <a:srgbClr val="538235"/>
                </a:solidFill>
                <a:latin typeface="Tahoma"/>
                <a:cs typeface="Tahoma"/>
              </a:rPr>
              <a:t> </a:t>
            </a:r>
            <a:r>
              <a:rPr sz="1200" dirty="0">
                <a:solidFill>
                  <a:srgbClr val="538235"/>
                </a:solidFill>
                <a:latin typeface="Tahoma"/>
                <a:cs typeface="Tahoma"/>
              </a:rPr>
              <a:t>y2)=</a:t>
            </a:r>
            <a:r>
              <a:rPr sz="1200" spc="-5" dirty="0">
                <a:solidFill>
                  <a:srgbClr val="538235"/>
                </a:solidFill>
                <a:latin typeface="Tahoma"/>
                <a:cs typeface="Tahoma"/>
              </a:rPr>
              <a:t> </a:t>
            </a:r>
            <a:r>
              <a:rPr sz="1200" dirty="0">
                <a:solidFill>
                  <a:srgbClr val="538235"/>
                </a:solidFill>
                <a:latin typeface="Tahoma"/>
                <a:cs typeface="Tahoma"/>
              </a:rPr>
              <a:t>(x</a:t>
            </a:r>
            <a:r>
              <a:rPr sz="1200" baseline="-20833" dirty="0">
                <a:solidFill>
                  <a:srgbClr val="538235"/>
                </a:solidFill>
                <a:latin typeface="Tahoma"/>
                <a:cs typeface="Tahoma"/>
              </a:rPr>
              <a:t>1</a:t>
            </a:r>
            <a:r>
              <a:rPr sz="1200"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-y</a:t>
            </a:r>
            <a:r>
              <a:rPr sz="1200" spc="-7" baseline="-20833" dirty="0">
                <a:solidFill>
                  <a:srgbClr val="538235"/>
                </a:solidFill>
                <a:latin typeface="Tahoma"/>
                <a:cs typeface="Tahoma"/>
              </a:rPr>
              <a:t>1</a:t>
            </a:r>
            <a:r>
              <a:rPr sz="1200" spc="-5"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a:t>
            </a:r>
            <a:r>
              <a:rPr sz="1200" spc="25" dirty="0">
                <a:solidFill>
                  <a:srgbClr val="538235"/>
                </a:solidFill>
                <a:latin typeface="Tahoma"/>
                <a:cs typeface="Tahoma"/>
              </a:rPr>
              <a:t> </a:t>
            </a:r>
            <a:r>
              <a:rPr sz="1200" spc="-60" dirty="0">
                <a:solidFill>
                  <a:srgbClr val="538235"/>
                </a:solidFill>
                <a:latin typeface="Tahoma"/>
                <a:cs typeface="Tahoma"/>
              </a:rPr>
              <a:t>−P,</a:t>
            </a:r>
            <a:r>
              <a:rPr sz="1200" spc="5" dirty="0">
                <a:solidFill>
                  <a:srgbClr val="538235"/>
                </a:solidFill>
                <a:latin typeface="Tahoma"/>
                <a:cs typeface="Tahoma"/>
              </a:rPr>
              <a:t> </a:t>
            </a:r>
            <a:r>
              <a:rPr sz="1200" dirty="0">
                <a:solidFill>
                  <a:srgbClr val="538235"/>
                </a:solidFill>
                <a:latin typeface="Tahoma"/>
                <a:cs typeface="Tahoma"/>
              </a:rPr>
              <a:t>then</a:t>
            </a:r>
            <a:endParaRPr sz="1200" dirty="0">
              <a:latin typeface="Tahoma"/>
              <a:cs typeface="Tahoma"/>
            </a:endParaRPr>
          </a:p>
          <a:p>
            <a:pPr marL="259079">
              <a:lnSpc>
                <a:spcPct val="100000"/>
              </a:lnSpc>
              <a:spcBef>
                <a:spcPts val="720"/>
              </a:spcBef>
            </a:pPr>
            <a:r>
              <a:rPr sz="1200" spc="-15" dirty="0">
                <a:solidFill>
                  <a:srgbClr val="538235"/>
                </a:solidFill>
                <a:latin typeface="Tahoma"/>
                <a:cs typeface="Tahoma"/>
              </a:rPr>
              <a:t>P+Q=O.</a:t>
            </a:r>
            <a:endParaRPr sz="1200" dirty="0">
              <a:latin typeface="Tahoma"/>
              <a:cs typeface="Tahoma"/>
            </a:endParaRPr>
          </a:p>
          <a:p>
            <a:pPr marL="774700" marR="2157095" indent="-515620">
              <a:lnSpc>
                <a:spcPct val="204999"/>
              </a:lnSpc>
              <a:spcBef>
                <a:spcPts val="25"/>
              </a:spcBef>
            </a:pPr>
            <a:r>
              <a:rPr lang="en-IN" sz="1200" dirty="0">
                <a:solidFill>
                  <a:srgbClr val="538235"/>
                </a:solidFill>
                <a:latin typeface="Tahoma"/>
                <a:cs typeface="Tahoma"/>
              </a:rPr>
              <a:t>	</a:t>
            </a:r>
            <a:r>
              <a:rPr sz="1200" dirty="0">
                <a:solidFill>
                  <a:srgbClr val="538235"/>
                </a:solidFill>
                <a:latin typeface="Tahoma"/>
                <a:cs typeface="Tahoma"/>
              </a:rPr>
              <a:t>If</a:t>
            </a:r>
            <a:r>
              <a:rPr sz="1200" spc="5" dirty="0">
                <a:solidFill>
                  <a:srgbClr val="538235"/>
                </a:solidFill>
                <a:latin typeface="Tahoma"/>
                <a:cs typeface="Tahoma"/>
              </a:rPr>
              <a:t> </a:t>
            </a:r>
            <a:r>
              <a:rPr sz="1200" dirty="0">
                <a:solidFill>
                  <a:srgbClr val="538235"/>
                </a:solidFill>
                <a:latin typeface="Tahoma"/>
                <a:cs typeface="Tahoma"/>
              </a:rPr>
              <a:t>Q</a:t>
            </a:r>
            <a:r>
              <a:rPr sz="1200" spc="-5" dirty="0">
                <a:solidFill>
                  <a:srgbClr val="538235"/>
                </a:solidFill>
                <a:latin typeface="Tahoma"/>
                <a:cs typeface="Tahoma"/>
              </a:rPr>
              <a:t> </a:t>
            </a:r>
            <a:r>
              <a:rPr sz="1200" dirty="0">
                <a:solidFill>
                  <a:srgbClr val="538235"/>
                </a:solidFill>
                <a:latin typeface="Tahoma"/>
                <a:cs typeface="Tahoma"/>
              </a:rPr>
              <a:t>= </a:t>
            </a:r>
            <a:r>
              <a:rPr sz="1200" spc="-60" dirty="0">
                <a:solidFill>
                  <a:srgbClr val="538235"/>
                </a:solidFill>
                <a:latin typeface="Tahoma"/>
                <a:cs typeface="Tahoma"/>
              </a:rPr>
              <a:t>−P,</a:t>
            </a:r>
            <a:r>
              <a:rPr sz="1200" spc="-20" dirty="0">
                <a:solidFill>
                  <a:srgbClr val="538235"/>
                </a:solidFill>
                <a:latin typeface="Tahoma"/>
                <a:cs typeface="Tahoma"/>
              </a:rPr>
              <a:t> </a:t>
            </a:r>
            <a:r>
              <a:rPr sz="1200" dirty="0">
                <a:solidFill>
                  <a:srgbClr val="538235"/>
                </a:solidFill>
                <a:latin typeface="Tahoma"/>
                <a:cs typeface="Tahoma"/>
              </a:rPr>
              <a:t>then</a:t>
            </a:r>
            <a:r>
              <a:rPr sz="1200" spc="30" dirty="0">
                <a:solidFill>
                  <a:srgbClr val="538235"/>
                </a:solidFill>
                <a:latin typeface="Tahoma"/>
                <a:cs typeface="Tahoma"/>
              </a:rPr>
              <a:t> </a:t>
            </a:r>
            <a:r>
              <a:rPr sz="1200" dirty="0">
                <a:solidFill>
                  <a:srgbClr val="538235"/>
                </a:solidFill>
                <a:latin typeface="Tahoma"/>
                <a:cs typeface="Tahoma"/>
              </a:rPr>
              <a:t>the </a:t>
            </a:r>
            <a:r>
              <a:rPr sz="1200" spc="-5" dirty="0">
                <a:solidFill>
                  <a:srgbClr val="538235"/>
                </a:solidFill>
                <a:latin typeface="Tahoma"/>
                <a:cs typeface="Tahoma"/>
              </a:rPr>
              <a:t>sum</a:t>
            </a:r>
            <a:r>
              <a:rPr sz="1200" spc="10" dirty="0">
                <a:solidFill>
                  <a:srgbClr val="538235"/>
                </a:solidFill>
                <a:latin typeface="Tahoma"/>
                <a:cs typeface="Tahoma"/>
              </a:rPr>
              <a:t> </a:t>
            </a:r>
            <a:r>
              <a:rPr sz="1200" spc="-5" dirty="0">
                <a:solidFill>
                  <a:srgbClr val="538235"/>
                </a:solidFill>
                <a:latin typeface="Tahoma"/>
                <a:cs typeface="Tahoma"/>
              </a:rPr>
              <a:t>P+Q </a:t>
            </a:r>
            <a:r>
              <a:rPr sz="1200" dirty="0">
                <a:solidFill>
                  <a:srgbClr val="538235"/>
                </a:solidFill>
                <a:latin typeface="Tahoma"/>
                <a:cs typeface="Tahoma"/>
              </a:rPr>
              <a:t>= </a:t>
            </a:r>
            <a:r>
              <a:rPr sz="1200" spc="-5" dirty="0">
                <a:solidFill>
                  <a:srgbClr val="538235"/>
                </a:solidFill>
                <a:latin typeface="Tahoma"/>
                <a:cs typeface="Tahoma"/>
              </a:rPr>
              <a:t>(x</a:t>
            </a:r>
            <a:r>
              <a:rPr sz="1200" spc="-7" baseline="-20833" dirty="0">
                <a:solidFill>
                  <a:srgbClr val="538235"/>
                </a:solidFill>
                <a:latin typeface="Tahoma"/>
                <a:cs typeface="Tahoma"/>
              </a:rPr>
              <a:t>3</a:t>
            </a:r>
            <a:r>
              <a:rPr sz="1200" spc="-5" dirty="0">
                <a:solidFill>
                  <a:srgbClr val="538235"/>
                </a:solidFill>
                <a:latin typeface="Tahoma"/>
                <a:cs typeface="Tahoma"/>
              </a:rPr>
              <a:t>,</a:t>
            </a:r>
            <a:r>
              <a:rPr sz="1200" dirty="0">
                <a:solidFill>
                  <a:srgbClr val="538235"/>
                </a:solidFill>
                <a:latin typeface="Tahoma"/>
                <a:cs typeface="Tahoma"/>
              </a:rPr>
              <a:t> </a:t>
            </a:r>
            <a:r>
              <a:rPr sz="1200" spc="-5" dirty="0">
                <a:solidFill>
                  <a:srgbClr val="538235"/>
                </a:solidFill>
                <a:latin typeface="Tahoma"/>
                <a:cs typeface="Tahoma"/>
              </a:rPr>
              <a:t>y</a:t>
            </a:r>
            <a:r>
              <a:rPr sz="1200" spc="-7" baseline="-20833" dirty="0">
                <a:solidFill>
                  <a:srgbClr val="538235"/>
                </a:solidFill>
                <a:latin typeface="Tahoma"/>
                <a:cs typeface="Tahoma"/>
              </a:rPr>
              <a:t>3</a:t>
            </a:r>
            <a:r>
              <a:rPr sz="1200" spc="-5" dirty="0">
                <a:solidFill>
                  <a:srgbClr val="538235"/>
                </a:solidFill>
                <a:latin typeface="Tahoma"/>
                <a:cs typeface="Tahoma"/>
              </a:rPr>
              <a:t>)</a:t>
            </a:r>
            <a:r>
              <a:rPr sz="1200" spc="5" dirty="0">
                <a:solidFill>
                  <a:srgbClr val="538235"/>
                </a:solidFill>
                <a:latin typeface="Tahoma"/>
                <a:cs typeface="Tahoma"/>
              </a:rPr>
              <a:t> </a:t>
            </a:r>
            <a:r>
              <a:rPr sz="1200" spc="-10" dirty="0">
                <a:solidFill>
                  <a:srgbClr val="538235"/>
                </a:solidFill>
                <a:latin typeface="Tahoma"/>
                <a:cs typeface="Tahoma"/>
              </a:rPr>
              <a:t>is</a:t>
            </a:r>
            <a:r>
              <a:rPr sz="1200" spc="20" dirty="0">
                <a:solidFill>
                  <a:srgbClr val="538235"/>
                </a:solidFill>
                <a:latin typeface="Tahoma"/>
                <a:cs typeface="Tahoma"/>
              </a:rPr>
              <a:t> </a:t>
            </a:r>
            <a:r>
              <a:rPr sz="1200" spc="-5" dirty="0">
                <a:solidFill>
                  <a:srgbClr val="538235"/>
                </a:solidFill>
                <a:latin typeface="Tahoma"/>
                <a:cs typeface="Tahoma"/>
              </a:rPr>
              <a:t>given</a:t>
            </a:r>
            <a:r>
              <a:rPr sz="1200" spc="5" dirty="0">
                <a:solidFill>
                  <a:srgbClr val="538235"/>
                </a:solidFill>
                <a:latin typeface="Tahoma"/>
                <a:cs typeface="Tahoma"/>
              </a:rPr>
              <a:t> </a:t>
            </a:r>
            <a:r>
              <a:rPr sz="1200" dirty="0">
                <a:solidFill>
                  <a:srgbClr val="538235"/>
                </a:solidFill>
                <a:latin typeface="Tahoma"/>
                <a:cs typeface="Tahoma"/>
              </a:rPr>
              <a:t>by: </a:t>
            </a:r>
            <a:r>
              <a:rPr sz="1200" spc="-360" dirty="0">
                <a:solidFill>
                  <a:srgbClr val="538235"/>
                </a:solidFill>
                <a:latin typeface="Tahoma"/>
                <a:cs typeface="Tahoma"/>
              </a:rPr>
              <a:t> </a:t>
            </a:r>
            <a:r>
              <a:rPr sz="1200" dirty="0">
                <a:solidFill>
                  <a:srgbClr val="538235"/>
                </a:solidFill>
                <a:latin typeface="Tahoma"/>
                <a:cs typeface="Tahoma"/>
              </a:rPr>
              <a:t>x</a:t>
            </a:r>
            <a:r>
              <a:rPr sz="1200" baseline="-20833" dirty="0">
                <a:solidFill>
                  <a:srgbClr val="538235"/>
                </a:solidFill>
                <a:latin typeface="Tahoma"/>
                <a:cs typeface="Tahoma"/>
              </a:rPr>
              <a:t>3</a:t>
            </a:r>
            <a:r>
              <a:rPr sz="1200" spc="187" baseline="-20833" dirty="0">
                <a:solidFill>
                  <a:srgbClr val="538235"/>
                </a:solidFill>
                <a:latin typeface="Tahoma"/>
                <a:cs typeface="Tahoma"/>
              </a:rPr>
              <a:t> </a:t>
            </a:r>
            <a:r>
              <a:rPr sz="1200" spc="10" dirty="0">
                <a:solidFill>
                  <a:srgbClr val="538235"/>
                </a:solidFill>
                <a:latin typeface="Tahoma"/>
                <a:cs typeface="Tahoma"/>
              </a:rPr>
              <a:t>=</a:t>
            </a:r>
            <a:r>
              <a:rPr sz="1200" spc="10" dirty="0">
                <a:solidFill>
                  <a:srgbClr val="538235"/>
                </a:solidFill>
                <a:latin typeface="Cambria Math"/>
                <a:cs typeface="Cambria Math"/>
              </a:rPr>
              <a:t>𝜆</a:t>
            </a:r>
            <a:r>
              <a:rPr sz="1200" spc="15" baseline="24305" dirty="0">
                <a:solidFill>
                  <a:srgbClr val="538235"/>
                </a:solidFill>
                <a:latin typeface="Tahoma"/>
                <a:cs typeface="Tahoma"/>
              </a:rPr>
              <a:t>2</a:t>
            </a:r>
            <a:r>
              <a:rPr sz="1200" spc="202" baseline="24305"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x</a:t>
            </a:r>
            <a:r>
              <a:rPr sz="1200" spc="-7" baseline="-20833" dirty="0">
                <a:solidFill>
                  <a:srgbClr val="538235"/>
                </a:solidFill>
                <a:latin typeface="Tahoma"/>
                <a:cs typeface="Tahoma"/>
              </a:rPr>
              <a:t>1</a:t>
            </a:r>
            <a:r>
              <a:rPr sz="1200" spc="-5"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x</a:t>
            </a:r>
            <a:r>
              <a:rPr sz="1200" baseline="-20833" dirty="0">
                <a:solidFill>
                  <a:srgbClr val="538235"/>
                </a:solidFill>
                <a:latin typeface="Tahoma"/>
                <a:cs typeface="Tahoma"/>
              </a:rPr>
              <a:t>2</a:t>
            </a:r>
            <a:r>
              <a:rPr sz="1200" spc="187" baseline="-20833"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dirty="0">
                <a:solidFill>
                  <a:srgbClr val="538235"/>
                </a:solidFill>
                <a:latin typeface="Tahoma"/>
                <a:cs typeface="Tahoma"/>
              </a:rPr>
              <a:t>p</a:t>
            </a:r>
            <a:endParaRPr sz="1200" dirty="0">
              <a:latin typeface="Tahoma"/>
              <a:cs typeface="Tahoma"/>
            </a:endParaRPr>
          </a:p>
          <a:p>
            <a:pPr>
              <a:lnSpc>
                <a:spcPct val="100000"/>
              </a:lnSpc>
              <a:spcBef>
                <a:spcPts val="5"/>
              </a:spcBef>
            </a:pPr>
            <a:endParaRPr sz="1250" dirty="0">
              <a:latin typeface="Tahoma"/>
              <a:cs typeface="Tahoma"/>
            </a:endParaRPr>
          </a:p>
          <a:p>
            <a:pPr marL="774700">
              <a:lnSpc>
                <a:spcPct val="100000"/>
              </a:lnSpc>
            </a:pPr>
            <a:r>
              <a:rPr sz="1200" spc="-5" dirty="0">
                <a:solidFill>
                  <a:srgbClr val="538235"/>
                </a:solidFill>
                <a:latin typeface="Tahoma"/>
                <a:cs typeface="Tahoma"/>
              </a:rPr>
              <a:t>y</a:t>
            </a:r>
            <a:r>
              <a:rPr sz="1200" spc="-7" baseline="-20833" dirty="0">
                <a:solidFill>
                  <a:srgbClr val="538235"/>
                </a:solidFill>
                <a:latin typeface="Tahoma"/>
                <a:cs typeface="Tahoma"/>
              </a:rPr>
              <a:t>3</a:t>
            </a:r>
            <a:r>
              <a:rPr sz="1200" spc="179" baseline="-20833"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55" dirty="0">
                <a:solidFill>
                  <a:srgbClr val="538235"/>
                </a:solidFill>
                <a:latin typeface="Cambria Math"/>
                <a:cs typeface="Cambria Math"/>
              </a:rPr>
              <a:t>𝜆</a:t>
            </a:r>
            <a:r>
              <a:rPr sz="1200" spc="105" dirty="0">
                <a:solidFill>
                  <a:srgbClr val="538235"/>
                </a:solidFill>
                <a:latin typeface="Cambria Math"/>
                <a:cs typeface="Cambria Math"/>
              </a:rPr>
              <a:t> </a:t>
            </a:r>
            <a:r>
              <a:rPr sz="1200" dirty="0">
                <a:solidFill>
                  <a:srgbClr val="538235"/>
                </a:solidFill>
                <a:latin typeface="Tahoma"/>
                <a:cs typeface="Tahoma"/>
              </a:rPr>
              <a:t>(</a:t>
            </a:r>
            <a:r>
              <a:rPr sz="1200" spc="-30" dirty="0">
                <a:solidFill>
                  <a:srgbClr val="538235"/>
                </a:solidFill>
                <a:latin typeface="Tahoma"/>
                <a:cs typeface="Tahoma"/>
              </a:rPr>
              <a:t> </a:t>
            </a:r>
            <a:r>
              <a:rPr sz="1200" spc="-5" dirty="0">
                <a:solidFill>
                  <a:srgbClr val="538235"/>
                </a:solidFill>
                <a:latin typeface="Tahoma"/>
                <a:cs typeface="Tahoma"/>
              </a:rPr>
              <a:t>x</a:t>
            </a:r>
            <a:r>
              <a:rPr sz="1200" spc="-7" baseline="-20833" dirty="0">
                <a:solidFill>
                  <a:srgbClr val="538235"/>
                </a:solidFill>
                <a:latin typeface="Tahoma"/>
                <a:cs typeface="Tahoma"/>
              </a:rPr>
              <a:t>1</a:t>
            </a:r>
            <a:r>
              <a:rPr sz="1200" spc="-5" dirty="0">
                <a:solidFill>
                  <a:srgbClr val="538235"/>
                </a:solidFill>
                <a:latin typeface="Tahoma"/>
                <a:cs typeface="Tahoma"/>
              </a:rPr>
              <a:t>-</a:t>
            </a:r>
            <a:r>
              <a:rPr sz="1200" spc="20" dirty="0">
                <a:solidFill>
                  <a:srgbClr val="538235"/>
                </a:solidFill>
                <a:latin typeface="Tahoma"/>
                <a:cs typeface="Tahoma"/>
              </a:rPr>
              <a:t> </a:t>
            </a:r>
            <a:r>
              <a:rPr sz="1200" spc="-5" dirty="0">
                <a:solidFill>
                  <a:srgbClr val="538235"/>
                </a:solidFill>
                <a:latin typeface="Tahoma"/>
                <a:cs typeface="Tahoma"/>
              </a:rPr>
              <a:t>x</a:t>
            </a:r>
            <a:r>
              <a:rPr sz="1200" spc="-7" baseline="-20833" dirty="0">
                <a:solidFill>
                  <a:srgbClr val="538235"/>
                </a:solidFill>
                <a:latin typeface="Tahoma"/>
                <a:cs typeface="Tahoma"/>
              </a:rPr>
              <a:t>3</a:t>
            </a:r>
            <a:r>
              <a:rPr sz="1200" spc="-5" dirty="0">
                <a:solidFill>
                  <a:srgbClr val="538235"/>
                </a:solidFill>
                <a:latin typeface="Tahoma"/>
                <a:cs typeface="Tahoma"/>
              </a:rPr>
              <a:t>)</a:t>
            </a:r>
            <a:r>
              <a:rPr sz="1200" dirty="0">
                <a:solidFill>
                  <a:srgbClr val="538235"/>
                </a:solidFill>
                <a:latin typeface="Tahoma"/>
                <a:cs typeface="Tahoma"/>
              </a:rPr>
              <a:t> - </a:t>
            </a:r>
            <a:r>
              <a:rPr sz="1200" spc="-5" dirty="0">
                <a:solidFill>
                  <a:srgbClr val="538235"/>
                </a:solidFill>
                <a:latin typeface="Tahoma"/>
                <a:cs typeface="Tahoma"/>
              </a:rPr>
              <a:t>y</a:t>
            </a:r>
            <a:r>
              <a:rPr sz="1200" spc="-7" baseline="-20833" dirty="0">
                <a:solidFill>
                  <a:srgbClr val="538235"/>
                </a:solidFill>
                <a:latin typeface="Tahoma"/>
                <a:cs typeface="Tahoma"/>
              </a:rPr>
              <a:t>1</a:t>
            </a:r>
            <a:r>
              <a:rPr sz="1200" spc="142" baseline="-20833"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dirty="0">
                <a:solidFill>
                  <a:srgbClr val="538235"/>
                </a:solidFill>
                <a:latin typeface="Tahoma"/>
                <a:cs typeface="Tahoma"/>
              </a:rPr>
              <a:t>p</a:t>
            </a:r>
            <a:endParaRPr sz="1200" dirty="0">
              <a:latin typeface="Tahoma"/>
              <a:cs typeface="Tahoma"/>
            </a:endParaRPr>
          </a:p>
          <a:p>
            <a:pPr>
              <a:lnSpc>
                <a:spcPct val="100000"/>
              </a:lnSpc>
              <a:spcBef>
                <a:spcPts val="25"/>
              </a:spcBef>
            </a:pPr>
            <a:endParaRPr sz="1250" dirty="0">
              <a:latin typeface="Tahoma"/>
              <a:cs typeface="Tahoma"/>
            </a:endParaRPr>
          </a:p>
          <a:p>
            <a:pPr marL="88900">
              <a:lnSpc>
                <a:spcPct val="100000"/>
              </a:lnSpc>
              <a:spcBef>
                <a:spcPts val="5"/>
              </a:spcBef>
            </a:pPr>
            <a:r>
              <a:rPr sz="1200" spc="-5" dirty="0">
                <a:solidFill>
                  <a:srgbClr val="538235"/>
                </a:solidFill>
                <a:latin typeface="Tahoma"/>
                <a:cs typeface="Tahoma"/>
              </a:rPr>
              <a:t>Where</a:t>
            </a:r>
            <a:endParaRPr sz="1200" dirty="0">
              <a:latin typeface="Tahoma"/>
              <a:cs typeface="Tahoma"/>
            </a:endParaRPr>
          </a:p>
        </p:txBody>
      </p:sp>
      <p:pic>
        <p:nvPicPr>
          <p:cNvPr id="6" name="object 6"/>
          <p:cNvPicPr/>
          <p:nvPr/>
        </p:nvPicPr>
        <p:blipFill>
          <a:blip r:embed="rId2" cstate="print"/>
          <a:stretch>
            <a:fillRect/>
          </a:stretch>
        </p:blipFill>
        <p:spPr>
          <a:xfrm>
            <a:off x="990600" y="5262130"/>
            <a:ext cx="2578597" cy="789399"/>
          </a:xfrm>
          <a:prstGeom prst="rect">
            <a:avLst/>
          </a:prstGeom>
        </p:spPr>
      </p:pic>
      <p:sp>
        <p:nvSpPr>
          <p:cNvPr id="9" name="TextBox 8">
            <a:extLst>
              <a:ext uri="{FF2B5EF4-FFF2-40B4-BE49-F238E27FC236}">
                <a16:creationId xmlns:a16="http://schemas.microsoft.com/office/drawing/2014/main" id="{548CEABF-D86C-75BD-0E78-2357015B7868}"/>
              </a:ext>
            </a:extLst>
          </p:cNvPr>
          <p:cNvSpPr txBox="1"/>
          <p:nvPr/>
        </p:nvSpPr>
        <p:spPr>
          <a:xfrm>
            <a:off x="381000" y="6477000"/>
            <a:ext cx="6477000" cy="2575064"/>
          </a:xfrm>
          <a:prstGeom prst="rect">
            <a:avLst/>
          </a:prstGeom>
          <a:noFill/>
        </p:spPr>
        <p:txBody>
          <a:bodyPr wrap="square">
            <a:spAutoFit/>
          </a:bodyPr>
          <a:lstStyle/>
          <a:p>
            <a:pPr marL="220979">
              <a:lnSpc>
                <a:spcPct val="100000"/>
              </a:lnSpc>
              <a:spcBef>
                <a:spcPts val="100"/>
              </a:spcBef>
            </a:pPr>
            <a:r>
              <a:rPr lang="en-US" sz="1200" b="1" dirty="0">
                <a:solidFill>
                  <a:srgbClr val="538235"/>
                </a:solidFill>
                <a:latin typeface="Tahoma"/>
                <a:cs typeface="Tahoma"/>
              </a:rPr>
              <a:t>Subtraction of Two Points</a:t>
            </a:r>
          </a:p>
          <a:p>
            <a:pPr marL="736600">
              <a:lnSpc>
                <a:spcPct val="100000"/>
              </a:lnSpc>
              <a:spcBef>
                <a:spcPts val="1200"/>
              </a:spcBef>
            </a:pPr>
            <a:r>
              <a:rPr lang="en-US" sz="1200" dirty="0">
                <a:solidFill>
                  <a:srgbClr val="538235"/>
                </a:solidFill>
                <a:latin typeface="Tahoma"/>
                <a:cs typeface="Tahoma"/>
              </a:rPr>
              <a:t>Let the points P = (x1, y1) and Q = (x2, y2) be in the elliptic group Ep (a,</a:t>
            </a:r>
          </a:p>
          <a:p>
            <a:pPr marL="123825">
              <a:lnSpc>
                <a:spcPct val="100000"/>
              </a:lnSpc>
              <a:spcBef>
                <a:spcPts val="720"/>
              </a:spcBef>
            </a:pPr>
            <a:r>
              <a:rPr lang="en-US" sz="1200" dirty="0">
                <a:solidFill>
                  <a:srgbClr val="538235"/>
                </a:solidFill>
                <a:latin typeface="Tahoma"/>
                <a:cs typeface="Tahoma"/>
              </a:rPr>
              <a:t>b). The rules for subtraction over the elliptic group Ep (a, b) are:</a:t>
            </a:r>
          </a:p>
          <a:p>
            <a:pPr marL="386080">
              <a:lnSpc>
                <a:spcPct val="100000"/>
              </a:lnSpc>
              <a:spcBef>
                <a:spcPts val="1030"/>
              </a:spcBef>
            </a:pPr>
            <a:r>
              <a:rPr lang="en-US" sz="1200" dirty="0">
                <a:solidFill>
                  <a:srgbClr val="538235"/>
                </a:solidFill>
                <a:latin typeface="Tahoma"/>
                <a:cs typeface="Tahoma"/>
              </a:rPr>
              <a:t>P−Q=P+(−Q)=P+(inverse of Q), so the inverse of Q is Q(x2, y2)= Q(x2, -y2)</a:t>
            </a:r>
          </a:p>
          <a:p>
            <a:pPr marL="745490">
              <a:lnSpc>
                <a:spcPct val="100000"/>
              </a:lnSpc>
              <a:spcBef>
                <a:spcPts val="1010"/>
              </a:spcBef>
            </a:pPr>
            <a:r>
              <a:rPr lang="en-US" sz="1200" dirty="0">
                <a:solidFill>
                  <a:srgbClr val="538235"/>
                </a:solidFill>
                <a:latin typeface="Tahoma"/>
                <a:cs typeface="Tahoma"/>
              </a:rPr>
              <a:t>= Q(x2, p-y2).</a:t>
            </a:r>
          </a:p>
          <a:p>
            <a:pPr marL="220979">
              <a:lnSpc>
                <a:spcPct val="100000"/>
              </a:lnSpc>
              <a:spcBef>
                <a:spcPts val="840"/>
              </a:spcBef>
            </a:pPr>
            <a:r>
              <a:rPr lang="en-US" sz="1200" b="1" dirty="0">
                <a:solidFill>
                  <a:srgbClr val="538235"/>
                </a:solidFill>
                <a:latin typeface="Tahoma"/>
                <a:cs typeface="Tahoma"/>
              </a:rPr>
              <a:t>Multiplication Points by a Constant</a:t>
            </a:r>
          </a:p>
          <a:p>
            <a:pPr marL="386080">
              <a:lnSpc>
                <a:spcPct val="100000"/>
              </a:lnSpc>
              <a:spcBef>
                <a:spcPts val="1010"/>
              </a:spcBef>
            </a:pPr>
            <a:r>
              <a:rPr lang="en-US" sz="1200" dirty="0">
                <a:solidFill>
                  <a:srgbClr val="538235"/>
                </a:solidFill>
                <a:latin typeface="Tahoma"/>
                <a:cs typeface="Tahoma"/>
              </a:rPr>
              <a:t>Let the points P = (x1, y1) and the integer be k in the elliptic group Ep (a, b).</a:t>
            </a:r>
          </a:p>
          <a:p>
            <a:pPr marL="50800">
              <a:lnSpc>
                <a:spcPct val="100000"/>
              </a:lnSpc>
              <a:spcBef>
                <a:spcPts val="720"/>
              </a:spcBef>
            </a:pPr>
            <a:r>
              <a:rPr lang="en-US" sz="1200" dirty="0">
                <a:solidFill>
                  <a:srgbClr val="538235"/>
                </a:solidFill>
                <a:latin typeface="Tahoma"/>
                <a:cs typeface="Tahoma"/>
              </a:rPr>
              <a:t>Then Pk= Add P with k times. e.g., 2P = P+P = (x1, y1) + (x1, y1) = (x3, y3).</a:t>
            </a:r>
          </a:p>
          <a:p>
            <a:pPr>
              <a:lnSpc>
                <a:spcPct val="100000"/>
              </a:lnSpc>
              <a:spcBef>
                <a:spcPts val="5"/>
              </a:spcBef>
            </a:pPr>
            <a:endParaRPr lang="en-US" sz="1200" b="1" dirty="0">
              <a:solidFill>
                <a:srgbClr val="538235"/>
              </a:solidFill>
              <a:latin typeface="Tahoma"/>
              <a:cs typeface="Tahom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object 6"/>
          <p:cNvPicPr/>
          <p:nvPr/>
        </p:nvPicPr>
        <p:blipFill>
          <a:blip r:embed="rId2" cstate="print"/>
          <a:stretch>
            <a:fillRect/>
          </a:stretch>
        </p:blipFill>
        <p:spPr>
          <a:xfrm>
            <a:off x="1447800" y="1914355"/>
            <a:ext cx="3082717" cy="1109447"/>
          </a:xfrm>
          <a:prstGeom prst="rect">
            <a:avLst/>
          </a:prstGeom>
        </p:spPr>
      </p:pic>
      <p:sp>
        <p:nvSpPr>
          <p:cNvPr id="7" name="object 7"/>
          <p:cNvSpPr txBox="1"/>
          <p:nvPr/>
        </p:nvSpPr>
        <p:spPr>
          <a:xfrm>
            <a:off x="821517" y="3191742"/>
            <a:ext cx="5402580" cy="519430"/>
          </a:xfrm>
          <a:prstGeom prst="rect">
            <a:avLst/>
          </a:prstGeom>
        </p:spPr>
        <p:txBody>
          <a:bodyPr vert="horz" wrap="square" lIns="0" tIns="12700" rIns="0" bIns="0" rtlCol="0">
            <a:spAutoFit/>
          </a:bodyPr>
          <a:lstStyle/>
          <a:p>
            <a:pPr marL="50800" marR="17780">
              <a:lnSpc>
                <a:spcPct val="135000"/>
              </a:lnSpc>
              <a:spcBef>
                <a:spcPts val="100"/>
              </a:spcBef>
            </a:pPr>
            <a:r>
              <a:rPr sz="1200" spc="-5" dirty="0">
                <a:solidFill>
                  <a:srgbClr val="538235"/>
                </a:solidFill>
                <a:latin typeface="Tahoma"/>
                <a:cs typeface="Tahoma"/>
              </a:rPr>
              <a:t>Now</a:t>
            </a:r>
            <a:r>
              <a:rPr sz="1200" spc="5" dirty="0">
                <a:solidFill>
                  <a:srgbClr val="538235"/>
                </a:solidFill>
                <a:latin typeface="Tahoma"/>
                <a:cs typeface="Tahoma"/>
              </a:rPr>
              <a:t> </a:t>
            </a:r>
            <a:r>
              <a:rPr sz="1200" spc="-5" dirty="0">
                <a:solidFill>
                  <a:srgbClr val="538235"/>
                </a:solidFill>
                <a:latin typeface="Tahoma"/>
                <a:cs typeface="Tahoma"/>
              </a:rPr>
              <a:t>using</a:t>
            </a:r>
            <a:r>
              <a:rPr sz="1200" spc="15" dirty="0">
                <a:solidFill>
                  <a:srgbClr val="538235"/>
                </a:solidFill>
                <a:latin typeface="Tahoma"/>
                <a:cs typeface="Tahoma"/>
              </a:rPr>
              <a:t> </a:t>
            </a:r>
            <a:r>
              <a:rPr sz="1200" spc="-5" dirty="0">
                <a:solidFill>
                  <a:srgbClr val="538235"/>
                </a:solidFill>
                <a:latin typeface="Tahoma"/>
                <a:cs typeface="Tahoma"/>
              </a:rPr>
              <a:t>extended</a:t>
            </a:r>
            <a:r>
              <a:rPr sz="1200" spc="10" dirty="0">
                <a:solidFill>
                  <a:srgbClr val="538235"/>
                </a:solidFill>
                <a:latin typeface="Tahoma"/>
                <a:cs typeface="Tahoma"/>
              </a:rPr>
              <a:t> </a:t>
            </a:r>
            <a:r>
              <a:rPr sz="1200" spc="-5" dirty="0">
                <a:solidFill>
                  <a:srgbClr val="538235"/>
                </a:solidFill>
                <a:latin typeface="Tahoma"/>
                <a:cs typeface="Tahoma"/>
              </a:rPr>
              <a:t>Euclidean</a:t>
            </a:r>
            <a:r>
              <a:rPr sz="1200" spc="15" dirty="0">
                <a:solidFill>
                  <a:srgbClr val="538235"/>
                </a:solidFill>
                <a:latin typeface="Tahoma"/>
                <a:cs typeface="Tahoma"/>
              </a:rPr>
              <a:t> </a:t>
            </a:r>
            <a:r>
              <a:rPr sz="1200" spc="-5" dirty="0">
                <a:solidFill>
                  <a:srgbClr val="538235"/>
                </a:solidFill>
                <a:latin typeface="Tahoma"/>
                <a:cs typeface="Tahoma"/>
              </a:rPr>
              <a:t>formula:</a:t>
            </a:r>
            <a:r>
              <a:rPr sz="1200" spc="15" dirty="0">
                <a:solidFill>
                  <a:srgbClr val="538235"/>
                </a:solidFill>
                <a:latin typeface="Tahoma"/>
                <a:cs typeface="Tahoma"/>
              </a:rPr>
              <a:t> </a:t>
            </a:r>
            <a:r>
              <a:rPr sz="1200" spc="-5" dirty="0">
                <a:solidFill>
                  <a:srgbClr val="538235"/>
                </a:solidFill>
                <a:latin typeface="Tahoma"/>
                <a:cs typeface="Tahoma"/>
              </a:rPr>
              <a:t>Here,</a:t>
            </a:r>
            <a:r>
              <a:rPr sz="1200" spc="25" dirty="0">
                <a:solidFill>
                  <a:srgbClr val="538235"/>
                </a:solidFill>
                <a:latin typeface="Tahoma"/>
                <a:cs typeface="Tahoma"/>
              </a:rPr>
              <a:t> </a:t>
            </a:r>
            <a:r>
              <a:rPr sz="1200" spc="-5" dirty="0">
                <a:solidFill>
                  <a:srgbClr val="538235"/>
                </a:solidFill>
                <a:latin typeface="Tahoma"/>
                <a:cs typeface="Tahoma"/>
              </a:rPr>
              <a:t>quotient</a:t>
            </a:r>
            <a:r>
              <a:rPr sz="1200" spc="25" dirty="0">
                <a:solidFill>
                  <a:srgbClr val="538235"/>
                </a:solidFill>
                <a:latin typeface="Tahoma"/>
                <a:cs typeface="Tahoma"/>
              </a:rPr>
              <a:t> </a:t>
            </a:r>
            <a:r>
              <a:rPr sz="1200" dirty="0">
                <a:solidFill>
                  <a:srgbClr val="538235"/>
                </a:solidFill>
                <a:latin typeface="Tahoma"/>
                <a:cs typeface="Tahoma"/>
              </a:rPr>
              <a:t>= q,</a:t>
            </a:r>
            <a:r>
              <a:rPr sz="1200" spc="-20" dirty="0">
                <a:solidFill>
                  <a:srgbClr val="538235"/>
                </a:solidFill>
                <a:latin typeface="Tahoma"/>
                <a:cs typeface="Tahoma"/>
              </a:rPr>
              <a:t> </a:t>
            </a:r>
            <a:r>
              <a:rPr sz="1200" spc="-5" dirty="0">
                <a:solidFill>
                  <a:srgbClr val="538235"/>
                </a:solidFill>
                <a:latin typeface="Tahoma"/>
                <a:cs typeface="Tahoma"/>
              </a:rPr>
              <a:t>remainder</a:t>
            </a:r>
            <a:r>
              <a:rPr sz="1200" spc="45" dirty="0">
                <a:solidFill>
                  <a:srgbClr val="538235"/>
                </a:solidFill>
                <a:latin typeface="Tahoma"/>
                <a:cs typeface="Tahoma"/>
              </a:rPr>
              <a:t> </a:t>
            </a:r>
            <a:r>
              <a:rPr sz="1200" dirty="0">
                <a:solidFill>
                  <a:srgbClr val="538235"/>
                </a:solidFill>
                <a:latin typeface="Tahoma"/>
                <a:cs typeface="Tahoma"/>
              </a:rPr>
              <a:t>= r</a:t>
            </a:r>
            <a:r>
              <a:rPr sz="1200" spc="5" dirty="0">
                <a:solidFill>
                  <a:srgbClr val="538235"/>
                </a:solidFill>
                <a:latin typeface="Tahoma"/>
                <a:cs typeface="Tahoma"/>
              </a:rPr>
              <a:t> </a:t>
            </a:r>
            <a:r>
              <a:rPr sz="1200" spc="-5" dirty="0">
                <a:solidFill>
                  <a:srgbClr val="538235"/>
                </a:solidFill>
                <a:latin typeface="Tahoma"/>
                <a:cs typeface="Tahoma"/>
              </a:rPr>
              <a:t>and </a:t>
            </a:r>
            <a:r>
              <a:rPr sz="1200" spc="-360" dirty="0">
                <a:solidFill>
                  <a:srgbClr val="538235"/>
                </a:solidFill>
                <a:latin typeface="Tahoma"/>
                <a:cs typeface="Tahoma"/>
              </a:rPr>
              <a:t> </a:t>
            </a:r>
            <a:r>
              <a:rPr sz="1200" dirty="0">
                <a:solidFill>
                  <a:srgbClr val="538235"/>
                </a:solidFill>
                <a:latin typeface="Tahoma"/>
                <a:cs typeface="Tahoma"/>
              </a:rPr>
              <a:t>t</a:t>
            </a:r>
            <a:r>
              <a:rPr sz="1200" spc="-15" dirty="0">
                <a:solidFill>
                  <a:srgbClr val="538235"/>
                </a:solidFill>
                <a:latin typeface="Tahoma"/>
                <a:cs typeface="Tahoma"/>
              </a:rPr>
              <a:t> </a:t>
            </a:r>
            <a:r>
              <a:rPr sz="1200" dirty="0">
                <a:solidFill>
                  <a:srgbClr val="538235"/>
                </a:solidFill>
                <a:latin typeface="Tahoma"/>
                <a:cs typeface="Tahoma"/>
              </a:rPr>
              <a:t>= t</a:t>
            </a:r>
            <a:r>
              <a:rPr sz="1200" baseline="-20833" dirty="0">
                <a:solidFill>
                  <a:srgbClr val="538235"/>
                </a:solidFill>
                <a:latin typeface="Tahoma"/>
                <a:cs typeface="Tahoma"/>
              </a:rPr>
              <a:t>1</a:t>
            </a:r>
            <a:r>
              <a:rPr sz="1200" spc="195" baseline="-20833" dirty="0">
                <a:solidFill>
                  <a:srgbClr val="538235"/>
                </a:solidFill>
                <a:latin typeface="Tahoma"/>
                <a:cs typeface="Tahoma"/>
              </a:rPr>
              <a:t> </a:t>
            </a:r>
            <a:r>
              <a:rPr sz="1200" dirty="0">
                <a:solidFill>
                  <a:srgbClr val="538235"/>
                </a:solidFill>
                <a:latin typeface="Tahoma"/>
                <a:cs typeface="Tahoma"/>
              </a:rPr>
              <a:t>– qt</a:t>
            </a:r>
            <a:r>
              <a:rPr sz="1200" baseline="-20833" dirty="0">
                <a:solidFill>
                  <a:srgbClr val="538235"/>
                </a:solidFill>
                <a:latin typeface="Tahoma"/>
                <a:cs typeface="Tahoma"/>
              </a:rPr>
              <a:t>2</a:t>
            </a:r>
            <a:endParaRPr sz="1200" baseline="-20833" dirty="0">
              <a:latin typeface="Tahoma"/>
              <a:cs typeface="Tahoma"/>
            </a:endParaRPr>
          </a:p>
        </p:txBody>
      </p:sp>
      <p:sp>
        <p:nvSpPr>
          <p:cNvPr id="8" name="object 8"/>
          <p:cNvSpPr txBox="1"/>
          <p:nvPr/>
        </p:nvSpPr>
        <p:spPr>
          <a:xfrm>
            <a:off x="562574" y="5741153"/>
            <a:ext cx="5924550" cy="1855470"/>
          </a:xfrm>
          <a:prstGeom prst="rect">
            <a:avLst/>
          </a:prstGeom>
        </p:spPr>
        <p:txBody>
          <a:bodyPr vert="horz" wrap="square" lIns="0" tIns="12700" rIns="0" bIns="0" rtlCol="0">
            <a:spAutoFit/>
          </a:bodyPr>
          <a:lstStyle/>
          <a:p>
            <a:pPr marL="952500">
              <a:lnSpc>
                <a:spcPts val="520"/>
              </a:lnSpc>
              <a:spcBef>
                <a:spcPts val="100"/>
              </a:spcBef>
              <a:tabLst>
                <a:tab pos="2812415" algn="l"/>
              </a:tabLst>
            </a:pPr>
            <a:r>
              <a:rPr sz="1200" spc="-5" dirty="0">
                <a:solidFill>
                  <a:srgbClr val="538235"/>
                </a:solidFill>
                <a:latin typeface="Tahoma"/>
                <a:cs typeface="Tahoma"/>
              </a:rPr>
              <a:t>Since,</a:t>
            </a:r>
            <a:r>
              <a:rPr sz="1200" spc="20" dirty="0">
                <a:solidFill>
                  <a:srgbClr val="538235"/>
                </a:solidFill>
                <a:latin typeface="Tahoma"/>
                <a:cs typeface="Tahoma"/>
              </a:rPr>
              <a:t> </a:t>
            </a:r>
            <a:r>
              <a:rPr sz="1200" spc="-5" dirty="0">
                <a:solidFill>
                  <a:srgbClr val="538235"/>
                </a:solidFill>
                <a:latin typeface="Tahoma"/>
                <a:cs typeface="Tahoma"/>
              </a:rPr>
              <a:t>r</a:t>
            </a:r>
            <a:r>
              <a:rPr sz="1200" spc="-7" baseline="-24305" dirty="0">
                <a:solidFill>
                  <a:srgbClr val="538235"/>
                </a:solidFill>
                <a:latin typeface="Tahoma"/>
                <a:cs typeface="Tahoma"/>
              </a:rPr>
              <a:t>1</a:t>
            </a:r>
            <a:r>
              <a:rPr sz="1200" spc="270" baseline="-24305" dirty="0">
                <a:solidFill>
                  <a:srgbClr val="538235"/>
                </a:solidFill>
                <a:latin typeface="Tahoma"/>
                <a:cs typeface="Tahoma"/>
              </a:rPr>
              <a:t> </a:t>
            </a:r>
            <a:r>
              <a:rPr sz="1200" dirty="0">
                <a:solidFill>
                  <a:srgbClr val="538235"/>
                </a:solidFill>
                <a:latin typeface="Tahoma"/>
                <a:cs typeface="Tahoma"/>
              </a:rPr>
              <a:t>=</a:t>
            </a:r>
            <a:r>
              <a:rPr sz="1200" spc="30" dirty="0">
                <a:solidFill>
                  <a:srgbClr val="538235"/>
                </a:solidFill>
                <a:latin typeface="Tahoma"/>
                <a:cs typeface="Tahoma"/>
              </a:rPr>
              <a:t> </a:t>
            </a:r>
            <a:r>
              <a:rPr sz="1200" spc="-5" dirty="0">
                <a:solidFill>
                  <a:srgbClr val="538235"/>
                </a:solidFill>
                <a:latin typeface="Tahoma"/>
                <a:cs typeface="Tahoma"/>
              </a:rPr>
              <a:t>1.</a:t>
            </a:r>
            <a:r>
              <a:rPr sz="1200" spc="25" dirty="0">
                <a:solidFill>
                  <a:srgbClr val="538235"/>
                </a:solidFill>
                <a:latin typeface="Tahoma"/>
                <a:cs typeface="Tahoma"/>
              </a:rPr>
              <a:t> </a:t>
            </a:r>
            <a:r>
              <a:rPr sz="1200" dirty="0">
                <a:solidFill>
                  <a:srgbClr val="538235"/>
                </a:solidFill>
                <a:latin typeface="Tahoma"/>
                <a:cs typeface="Tahoma"/>
              </a:rPr>
              <a:t>So</a:t>
            </a:r>
            <a:r>
              <a:rPr sz="1200" spc="30" dirty="0">
                <a:solidFill>
                  <a:srgbClr val="538235"/>
                </a:solidFill>
                <a:latin typeface="Tahoma"/>
                <a:cs typeface="Tahoma"/>
              </a:rPr>
              <a:t> </a:t>
            </a:r>
            <a:r>
              <a:rPr sz="1200" dirty="0">
                <a:solidFill>
                  <a:srgbClr val="538235"/>
                </a:solidFill>
                <a:latin typeface="Tahoma"/>
                <a:cs typeface="Tahoma"/>
              </a:rPr>
              <a:t>that,</a:t>
            </a:r>
            <a:r>
              <a:rPr sz="1200" spc="30" dirty="0">
                <a:solidFill>
                  <a:srgbClr val="538235"/>
                </a:solidFill>
                <a:latin typeface="Tahoma"/>
                <a:cs typeface="Tahoma"/>
              </a:rPr>
              <a:t> </a:t>
            </a:r>
            <a:r>
              <a:rPr sz="1200" dirty="0">
                <a:solidFill>
                  <a:srgbClr val="538235"/>
                </a:solidFill>
                <a:latin typeface="Tahoma"/>
                <a:cs typeface="Tahoma"/>
              </a:rPr>
              <a:t>M</a:t>
            </a:r>
            <a:r>
              <a:rPr sz="1200" baseline="-24305" dirty="0">
                <a:solidFill>
                  <a:srgbClr val="538235"/>
                </a:solidFill>
                <a:latin typeface="Tahoma"/>
                <a:cs typeface="Tahoma"/>
              </a:rPr>
              <a:t>1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t</a:t>
            </a:r>
            <a:r>
              <a:rPr sz="1200" spc="-7" baseline="-24305" dirty="0">
                <a:solidFill>
                  <a:srgbClr val="538235"/>
                </a:solidFill>
                <a:latin typeface="Tahoma"/>
                <a:cs typeface="Tahoma"/>
              </a:rPr>
              <a:t>1.</a:t>
            </a:r>
            <a:r>
              <a:rPr sz="1200" spc="225" baseline="-24305" dirty="0">
                <a:solidFill>
                  <a:srgbClr val="538235"/>
                </a:solidFill>
                <a:latin typeface="Tahoma"/>
                <a:cs typeface="Tahoma"/>
              </a:rPr>
              <a:t> </a:t>
            </a:r>
            <a:r>
              <a:rPr sz="1200" spc="-5" dirty="0">
                <a:solidFill>
                  <a:srgbClr val="538235"/>
                </a:solidFill>
                <a:latin typeface="Tahoma"/>
                <a:cs typeface="Tahoma"/>
              </a:rPr>
              <a:t>The</a:t>
            </a:r>
            <a:r>
              <a:rPr sz="1200" spc="45" dirty="0">
                <a:solidFill>
                  <a:srgbClr val="538235"/>
                </a:solidFill>
                <a:latin typeface="Tahoma"/>
                <a:cs typeface="Tahoma"/>
              </a:rPr>
              <a:t> </a:t>
            </a:r>
            <a:r>
              <a:rPr sz="1200" dirty="0">
                <a:solidFill>
                  <a:srgbClr val="538235"/>
                </a:solidFill>
                <a:latin typeface="Tahoma"/>
                <a:cs typeface="Tahoma"/>
              </a:rPr>
              <a:t>extended</a:t>
            </a:r>
            <a:r>
              <a:rPr sz="1200" spc="40" dirty="0">
                <a:solidFill>
                  <a:srgbClr val="538235"/>
                </a:solidFill>
                <a:latin typeface="Tahoma"/>
                <a:cs typeface="Tahoma"/>
              </a:rPr>
              <a:t> </a:t>
            </a:r>
            <a:r>
              <a:rPr sz="1200" spc="-5" dirty="0">
                <a:solidFill>
                  <a:srgbClr val="538235"/>
                </a:solidFill>
                <a:latin typeface="Tahoma"/>
                <a:cs typeface="Tahoma"/>
              </a:rPr>
              <a:t>Euclidean</a:t>
            </a:r>
            <a:r>
              <a:rPr sz="1200" spc="30" dirty="0">
                <a:solidFill>
                  <a:srgbClr val="538235"/>
                </a:solidFill>
                <a:latin typeface="Tahoma"/>
                <a:cs typeface="Tahoma"/>
              </a:rPr>
              <a:t> </a:t>
            </a:r>
            <a:r>
              <a:rPr sz="1200" spc="-5" dirty="0">
                <a:solidFill>
                  <a:srgbClr val="538235"/>
                </a:solidFill>
                <a:latin typeface="Tahoma"/>
                <a:cs typeface="Tahoma"/>
              </a:rPr>
              <a:t>Algorithm</a:t>
            </a:r>
            <a:r>
              <a:rPr sz="1200" spc="35" dirty="0">
                <a:solidFill>
                  <a:srgbClr val="538235"/>
                </a:solidFill>
                <a:latin typeface="Tahoma"/>
                <a:cs typeface="Tahoma"/>
              </a:rPr>
              <a:t> </a:t>
            </a:r>
            <a:r>
              <a:rPr sz="1200" dirty="0">
                <a:solidFill>
                  <a:srgbClr val="538235"/>
                </a:solidFill>
                <a:latin typeface="Tahoma"/>
                <a:cs typeface="Tahoma"/>
              </a:rPr>
              <a:t>gives</a:t>
            </a:r>
            <a:endParaRPr sz="1200" dirty="0">
              <a:latin typeface="Tahoma"/>
              <a:cs typeface="Tahoma"/>
            </a:endParaRPr>
          </a:p>
          <a:p>
            <a:pPr marR="485775" algn="ctr">
              <a:lnSpc>
                <a:spcPts val="480"/>
              </a:lnSpc>
            </a:pPr>
            <a:r>
              <a:rPr sz="800" spc="-5" dirty="0">
                <a:solidFill>
                  <a:srgbClr val="538235"/>
                </a:solidFill>
                <a:latin typeface="Tahoma"/>
                <a:cs typeface="Tahoma"/>
              </a:rPr>
              <a:t>-1</a:t>
            </a:r>
            <a:endParaRPr sz="800" dirty="0">
              <a:latin typeface="Tahoma"/>
              <a:cs typeface="Tahoma"/>
            </a:endParaRPr>
          </a:p>
          <a:p>
            <a:pPr marL="38100" marR="1864995">
              <a:lnSpc>
                <a:spcPct val="150200"/>
              </a:lnSpc>
              <a:spcBef>
                <a:spcPts val="434"/>
              </a:spcBef>
            </a:pPr>
            <a:r>
              <a:rPr sz="1200" dirty="0">
                <a:solidFill>
                  <a:srgbClr val="538235"/>
                </a:solidFill>
                <a:latin typeface="Tahoma"/>
                <a:cs typeface="Tahoma"/>
              </a:rPr>
              <a:t>t</a:t>
            </a:r>
            <a:r>
              <a:rPr sz="1200" baseline="-24305" dirty="0">
                <a:solidFill>
                  <a:srgbClr val="538235"/>
                </a:solidFill>
                <a:latin typeface="Tahoma"/>
                <a:cs typeface="Tahoma"/>
              </a:rPr>
              <a:t>1</a:t>
            </a:r>
            <a:r>
              <a:rPr sz="1200" spc="195" baseline="-24305"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6.</a:t>
            </a:r>
            <a:r>
              <a:rPr sz="1200" spc="-20" dirty="0">
                <a:solidFill>
                  <a:srgbClr val="538235"/>
                </a:solidFill>
                <a:latin typeface="Tahoma"/>
                <a:cs typeface="Tahoma"/>
              </a:rPr>
              <a:t> </a:t>
            </a:r>
            <a:r>
              <a:rPr sz="1200" spc="-10" dirty="0">
                <a:solidFill>
                  <a:srgbClr val="538235"/>
                </a:solidFill>
                <a:latin typeface="Tahoma"/>
                <a:cs typeface="Tahoma"/>
              </a:rPr>
              <a:t>So,</a:t>
            </a:r>
            <a:r>
              <a:rPr sz="1200" spc="10"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10" dirty="0">
                <a:solidFill>
                  <a:srgbClr val="538235"/>
                </a:solidFill>
                <a:latin typeface="Tahoma"/>
                <a:cs typeface="Tahoma"/>
              </a:rPr>
              <a:t>multiplicative</a:t>
            </a:r>
            <a:r>
              <a:rPr sz="1200" spc="55" dirty="0">
                <a:solidFill>
                  <a:srgbClr val="538235"/>
                </a:solidFill>
                <a:latin typeface="Tahoma"/>
                <a:cs typeface="Tahoma"/>
              </a:rPr>
              <a:t> </a:t>
            </a:r>
            <a:r>
              <a:rPr sz="1200" spc="-10" dirty="0">
                <a:solidFill>
                  <a:srgbClr val="538235"/>
                </a:solidFill>
                <a:latin typeface="Tahoma"/>
                <a:cs typeface="Tahoma"/>
              </a:rPr>
              <a:t>inverse</a:t>
            </a:r>
            <a:r>
              <a:rPr sz="1200" spc="30"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M</a:t>
            </a:r>
            <a:r>
              <a:rPr sz="1200" baseline="24305" dirty="0">
                <a:solidFill>
                  <a:srgbClr val="538235"/>
                </a:solidFill>
                <a:latin typeface="Tahoma"/>
                <a:cs typeface="Tahoma"/>
              </a:rPr>
              <a:t>-1</a:t>
            </a:r>
            <a:r>
              <a:rPr sz="1200" spc="157" baseline="2430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is</a:t>
            </a:r>
            <a:r>
              <a:rPr sz="1200" dirty="0">
                <a:solidFill>
                  <a:srgbClr val="538235"/>
                </a:solidFill>
                <a:latin typeface="Tahoma"/>
                <a:cs typeface="Tahoma"/>
              </a:rPr>
              <a:t> 6 mod</a:t>
            </a:r>
            <a:r>
              <a:rPr sz="1200" spc="15" dirty="0">
                <a:solidFill>
                  <a:srgbClr val="538235"/>
                </a:solidFill>
                <a:latin typeface="Tahoma"/>
                <a:cs typeface="Tahoma"/>
              </a:rPr>
              <a:t> </a:t>
            </a:r>
            <a:r>
              <a:rPr sz="1200" spc="-5" dirty="0">
                <a:solidFill>
                  <a:srgbClr val="538235"/>
                </a:solidFill>
                <a:latin typeface="Tahoma"/>
                <a:cs typeface="Tahoma"/>
              </a:rPr>
              <a:t>23</a:t>
            </a:r>
            <a:r>
              <a:rPr sz="1200" spc="-25" dirty="0">
                <a:solidFill>
                  <a:srgbClr val="538235"/>
                </a:solidFill>
                <a:latin typeface="Tahoma"/>
                <a:cs typeface="Tahoma"/>
              </a:rPr>
              <a:t> </a:t>
            </a:r>
            <a:r>
              <a:rPr sz="1200" spc="-10" dirty="0">
                <a:solidFill>
                  <a:srgbClr val="538235"/>
                </a:solidFill>
                <a:latin typeface="Tahoma"/>
                <a:cs typeface="Tahoma"/>
              </a:rPr>
              <a:t>=6. </a:t>
            </a:r>
            <a:r>
              <a:rPr sz="1200" spc="-360" dirty="0">
                <a:solidFill>
                  <a:srgbClr val="538235"/>
                </a:solidFill>
                <a:latin typeface="Tahoma"/>
                <a:cs typeface="Tahoma"/>
              </a:rPr>
              <a:t> </a:t>
            </a:r>
            <a:r>
              <a:rPr sz="1200" dirty="0">
                <a:solidFill>
                  <a:srgbClr val="538235"/>
                </a:solidFill>
                <a:latin typeface="Tahoma"/>
                <a:cs typeface="Tahoma"/>
              </a:rPr>
              <a:t>x</a:t>
            </a:r>
            <a:r>
              <a:rPr sz="1200" baseline="-20833" dirty="0">
                <a:solidFill>
                  <a:srgbClr val="538235"/>
                </a:solidFill>
                <a:latin typeface="Tahoma"/>
                <a:cs typeface="Tahoma"/>
              </a:rPr>
              <a:t>3</a:t>
            </a:r>
            <a:r>
              <a:rPr sz="1200" spc="187" baseline="-20833"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7" baseline="24305" dirty="0">
                <a:solidFill>
                  <a:srgbClr val="538235"/>
                </a:solidFill>
                <a:latin typeface="Tahoma"/>
                <a:cs typeface="Tahoma"/>
              </a:rPr>
              <a:t>2</a:t>
            </a:r>
            <a:r>
              <a:rPr sz="1200" spc="195" baseline="24305" dirty="0">
                <a:solidFill>
                  <a:srgbClr val="538235"/>
                </a:solidFill>
                <a:latin typeface="Tahoma"/>
                <a:cs typeface="Tahoma"/>
              </a:rPr>
              <a:t> </a:t>
            </a:r>
            <a:r>
              <a:rPr sz="1200" dirty="0">
                <a:solidFill>
                  <a:srgbClr val="538235"/>
                </a:solidFill>
                <a:latin typeface="Tahoma"/>
                <a:cs typeface="Tahoma"/>
              </a:rPr>
              <a:t>- x</a:t>
            </a:r>
            <a:r>
              <a:rPr sz="1200" baseline="-20833" dirty="0">
                <a:solidFill>
                  <a:srgbClr val="538235"/>
                </a:solidFill>
                <a:latin typeface="Tahoma"/>
                <a:cs typeface="Tahoma"/>
              </a:rPr>
              <a:t>1</a:t>
            </a:r>
            <a:r>
              <a:rPr sz="1200" spc="187" baseline="-20833"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x</a:t>
            </a:r>
            <a:r>
              <a:rPr sz="1200" baseline="-20833" dirty="0">
                <a:solidFill>
                  <a:srgbClr val="538235"/>
                </a:solidFill>
                <a:latin typeface="Tahoma"/>
                <a:cs typeface="Tahoma"/>
              </a:rPr>
              <a:t>2</a:t>
            </a:r>
            <a:r>
              <a:rPr sz="1200" spc="195" baseline="-20833"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6</a:t>
            </a:r>
            <a:r>
              <a:rPr sz="1200" spc="-15" baseline="24305" dirty="0">
                <a:solidFill>
                  <a:srgbClr val="538235"/>
                </a:solidFill>
                <a:latin typeface="Tahoma"/>
                <a:cs typeface="Tahoma"/>
              </a:rPr>
              <a:t>2</a:t>
            </a:r>
            <a:r>
              <a:rPr sz="1200" spc="-10" dirty="0">
                <a:solidFill>
                  <a:srgbClr val="538235"/>
                </a:solidFill>
                <a:latin typeface="Tahoma"/>
                <a:cs typeface="Tahoma"/>
              </a:rPr>
              <a:t>−3−3</a:t>
            </a:r>
            <a:r>
              <a:rPr sz="1200" spc="20"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spc="-5" dirty="0">
                <a:solidFill>
                  <a:srgbClr val="538235"/>
                </a:solidFill>
                <a:latin typeface="Tahoma"/>
                <a:cs typeface="Tahoma"/>
              </a:rPr>
              <a:t>23</a:t>
            </a:r>
            <a:r>
              <a:rPr sz="1200" dirty="0">
                <a:solidFill>
                  <a:srgbClr val="538235"/>
                </a:solidFill>
                <a:latin typeface="Tahoma"/>
                <a:cs typeface="Tahoma"/>
              </a:rPr>
              <a:t> =</a:t>
            </a:r>
            <a:r>
              <a:rPr sz="1200" spc="-5" dirty="0">
                <a:solidFill>
                  <a:srgbClr val="538235"/>
                </a:solidFill>
                <a:latin typeface="Tahoma"/>
                <a:cs typeface="Tahoma"/>
              </a:rPr>
              <a:t> 30</a:t>
            </a:r>
            <a:r>
              <a:rPr sz="1200" spc="-25" dirty="0">
                <a:solidFill>
                  <a:srgbClr val="538235"/>
                </a:solidFill>
                <a:latin typeface="Tahoma"/>
                <a:cs typeface="Tahoma"/>
              </a:rPr>
              <a:t> </a:t>
            </a:r>
            <a:r>
              <a:rPr sz="1200" dirty="0">
                <a:solidFill>
                  <a:srgbClr val="538235"/>
                </a:solidFill>
                <a:latin typeface="Tahoma"/>
                <a:cs typeface="Tahoma"/>
              </a:rPr>
              <a:t>mod23</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7</a:t>
            </a:r>
            <a:endParaRPr sz="1200" dirty="0">
              <a:latin typeface="Tahoma"/>
              <a:cs typeface="Tahoma"/>
            </a:endParaRPr>
          </a:p>
          <a:p>
            <a:pPr marL="38100">
              <a:lnSpc>
                <a:spcPct val="100000"/>
              </a:lnSpc>
              <a:spcBef>
                <a:spcPts val="720"/>
              </a:spcBef>
            </a:pPr>
            <a:r>
              <a:rPr sz="1200" spc="-5" dirty="0">
                <a:solidFill>
                  <a:srgbClr val="538235"/>
                </a:solidFill>
                <a:latin typeface="Tahoma"/>
                <a:cs typeface="Tahoma"/>
              </a:rPr>
              <a:t>y</a:t>
            </a:r>
            <a:r>
              <a:rPr sz="1200" spc="-7" baseline="-20833" dirty="0">
                <a:solidFill>
                  <a:srgbClr val="538235"/>
                </a:solidFill>
                <a:latin typeface="Tahoma"/>
                <a:cs typeface="Tahoma"/>
              </a:rPr>
              <a:t>3</a:t>
            </a:r>
            <a:r>
              <a:rPr sz="1200" spc="187" baseline="-20833"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(x</a:t>
            </a:r>
            <a:r>
              <a:rPr sz="1200" spc="-7" baseline="-20833" dirty="0">
                <a:solidFill>
                  <a:srgbClr val="538235"/>
                </a:solidFill>
                <a:latin typeface="Tahoma"/>
                <a:cs typeface="Tahoma"/>
              </a:rPr>
              <a:t>1</a:t>
            </a:r>
            <a:r>
              <a:rPr sz="1200" spc="195" baseline="-20833" dirty="0">
                <a:solidFill>
                  <a:srgbClr val="538235"/>
                </a:solidFill>
                <a:latin typeface="Tahoma"/>
                <a:cs typeface="Tahoma"/>
              </a:rPr>
              <a:t> </a:t>
            </a:r>
            <a:r>
              <a:rPr sz="1200" dirty="0">
                <a:solidFill>
                  <a:srgbClr val="538235"/>
                </a:solidFill>
                <a:latin typeface="Tahoma"/>
                <a:cs typeface="Tahoma"/>
              </a:rPr>
              <a:t>- x</a:t>
            </a:r>
            <a:r>
              <a:rPr sz="1200" baseline="-20833" dirty="0">
                <a:solidFill>
                  <a:srgbClr val="538235"/>
                </a:solidFill>
                <a:latin typeface="Tahoma"/>
                <a:cs typeface="Tahoma"/>
              </a:rPr>
              <a:t>3</a:t>
            </a:r>
            <a:r>
              <a:rPr sz="1200" spc="195" baseline="-20833"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 </a:t>
            </a:r>
            <a:r>
              <a:rPr sz="1200" spc="-5" dirty="0">
                <a:solidFill>
                  <a:srgbClr val="538235"/>
                </a:solidFill>
                <a:latin typeface="Tahoma"/>
                <a:cs typeface="Tahoma"/>
              </a:rPr>
              <a:t>y</a:t>
            </a:r>
            <a:r>
              <a:rPr sz="1200" spc="-7" baseline="-20833" dirty="0">
                <a:solidFill>
                  <a:srgbClr val="538235"/>
                </a:solidFill>
                <a:latin typeface="Tahoma"/>
                <a:cs typeface="Tahoma"/>
              </a:rPr>
              <a:t>1</a:t>
            </a:r>
            <a:r>
              <a:rPr sz="1200" spc="150" baseline="-20833"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6×(3−7)−10</a:t>
            </a:r>
            <a:r>
              <a:rPr sz="1200" spc="45" dirty="0">
                <a:solidFill>
                  <a:srgbClr val="538235"/>
                </a:solidFill>
                <a:latin typeface="Tahoma"/>
                <a:cs typeface="Tahoma"/>
              </a:rPr>
              <a:t> </a:t>
            </a:r>
            <a:r>
              <a:rPr sz="1200" dirty="0">
                <a:solidFill>
                  <a:srgbClr val="538235"/>
                </a:solidFill>
                <a:latin typeface="Tahoma"/>
                <a:cs typeface="Tahoma"/>
              </a:rPr>
              <a:t>mod</a:t>
            </a:r>
            <a:r>
              <a:rPr sz="1200" spc="5" dirty="0">
                <a:solidFill>
                  <a:srgbClr val="538235"/>
                </a:solidFill>
                <a:latin typeface="Tahoma"/>
                <a:cs typeface="Tahoma"/>
              </a:rPr>
              <a:t> </a:t>
            </a:r>
            <a:r>
              <a:rPr sz="1200" spc="-5" dirty="0">
                <a:solidFill>
                  <a:srgbClr val="538235"/>
                </a:solidFill>
                <a:latin typeface="Tahoma"/>
                <a:cs typeface="Tahoma"/>
              </a:rPr>
              <a:t>23</a:t>
            </a:r>
            <a:r>
              <a:rPr sz="1200" dirty="0">
                <a:solidFill>
                  <a:srgbClr val="538235"/>
                </a:solidFill>
                <a:latin typeface="Tahoma"/>
                <a:cs typeface="Tahoma"/>
              </a:rPr>
              <a:t> </a:t>
            </a:r>
            <a:r>
              <a:rPr sz="1200" spc="-10" dirty="0">
                <a:solidFill>
                  <a:srgbClr val="538235"/>
                </a:solidFill>
                <a:latin typeface="Tahoma"/>
                <a:cs typeface="Tahoma"/>
              </a:rPr>
              <a:t>=−34</a:t>
            </a:r>
            <a:r>
              <a:rPr sz="1200" spc="-5"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spc="-5" dirty="0">
                <a:solidFill>
                  <a:srgbClr val="538235"/>
                </a:solidFill>
                <a:latin typeface="Tahoma"/>
                <a:cs typeface="Tahoma"/>
              </a:rPr>
              <a:t>23 </a:t>
            </a:r>
            <a:r>
              <a:rPr sz="1200" dirty="0">
                <a:solidFill>
                  <a:srgbClr val="538235"/>
                </a:solidFill>
                <a:latin typeface="Tahoma"/>
                <a:cs typeface="Tahoma"/>
              </a:rPr>
              <a:t>= </a:t>
            </a:r>
            <a:r>
              <a:rPr sz="1200" spc="-10" dirty="0">
                <a:solidFill>
                  <a:srgbClr val="538235"/>
                </a:solidFill>
                <a:latin typeface="Tahoma"/>
                <a:cs typeface="Tahoma"/>
              </a:rPr>
              <a:t>12</a:t>
            </a:r>
            <a:endParaRPr sz="1200" dirty="0">
              <a:latin typeface="Tahoma"/>
              <a:cs typeface="Tahoma"/>
            </a:endParaRPr>
          </a:p>
          <a:p>
            <a:pPr marL="38100">
              <a:lnSpc>
                <a:spcPct val="100000"/>
              </a:lnSpc>
              <a:spcBef>
                <a:spcPts val="720"/>
              </a:spcBef>
            </a:pPr>
            <a:r>
              <a:rPr sz="1200" spc="-5" dirty="0">
                <a:solidFill>
                  <a:srgbClr val="538235"/>
                </a:solidFill>
                <a:latin typeface="Tahoma"/>
                <a:cs typeface="Tahoma"/>
              </a:rPr>
              <a:t>Therefore</a:t>
            </a:r>
            <a:r>
              <a:rPr sz="1200" spc="15" dirty="0">
                <a:solidFill>
                  <a:srgbClr val="538235"/>
                </a:solidFill>
                <a:latin typeface="Tahoma"/>
                <a:cs typeface="Tahoma"/>
              </a:rPr>
              <a:t> </a:t>
            </a:r>
            <a:r>
              <a:rPr sz="1200" spc="-5" dirty="0">
                <a:solidFill>
                  <a:srgbClr val="538235"/>
                </a:solidFill>
                <a:latin typeface="Tahoma"/>
                <a:cs typeface="Tahoma"/>
              </a:rPr>
              <a:t>2P</a:t>
            </a:r>
            <a:r>
              <a:rPr sz="1200" spc="1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(x</a:t>
            </a:r>
            <a:r>
              <a:rPr sz="1200" spc="-7" baseline="-20833" dirty="0">
                <a:solidFill>
                  <a:srgbClr val="538235"/>
                </a:solidFill>
                <a:latin typeface="Tahoma"/>
                <a:cs typeface="Tahoma"/>
              </a:rPr>
              <a:t>3</a:t>
            </a:r>
            <a:r>
              <a:rPr sz="1200" spc="-5" dirty="0">
                <a:solidFill>
                  <a:srgbClr val="538235"/>
                </a:solidFill>
                <a:latin typeface="Tahoma"/>
                <a:cs typeface="Tahoma"/>
              </a:rPr>
              <a:t>,</a:t>
            </a:r>
            <a:r>
              <a:rPr sz="1200" dirty="0">
                <a:solidFill>
                  <a:srgbClr val="538235"/>
                </a:solidFill>
                <a:latin typeface="Tahoma"/>
                <a:cs typeface="Tahoma"/>
              </a:rPr>
              <a:t> </a:t>
            </a:r>
            <a:r>
              <a:rPr sz="1200" spc="-5" dirty="0">
                <a:solidFill>
                  <a:srgbClr val="538235"/>
                </a:solidFill>
                <a:latin typeface="Tahoma"/>
                <a:cs typeface="Tahoma"/>
              </a:rPr>
              <a:t>y</a:t>
            </a:r>
            <a:r>
              <a:rPr sz="1200" spc="-7" baseline="-20833" dirty="0">
                <a:solidFill>
                  <a:srgbClr val="538235"/>
                </a:solidFill>
                <a:latin typeface="Tahoma"/>
                <a:cs typeface="Tahoma"/>
              </a:rPr>
              <a:t>3</a:t>
            </a:r>
            <a:r>
              <a:rPr sz="1200" spc="-5" dirty="0">
                <a:solidFill>
                  <a:srgbClr val="538235"/>
                </a:solidFill>
                <a:latin typeface="Tahoma"/>
                <a:cs typeface="Tahoma"/>
              </a:rPr>
              <a:t>)</a:t>
            </a:r>
            <a:r>
              <a:rPr sz="1200" dirty="0">
                <a:solidFill>
                  <a:srgbClr val="538235"/>
                </a:solidFill>
                <a:latin typeface="Tahoma"/>
                <a:cs typeface="Tahoma"/>
              </a:rPr>
              <a:t> =</a:t>
            </a:r>
            <a:r>
              <a:rPr sz="1200" spc="-5" dirty="0">
                <a:solidFill>
                  <a:srgbClr val="538235"/>
                </a:solidFill>
                <a:latin typeface="Tahoma"/>
                <a:cs typeface="Tahoma"/>
              </a:rPr>
              <a:t> </a:t>
            </a:r>
            <a:r>
              <a:rPr sz="1200" spc="-40" dirty="0">
                <a:solidFill>
                  <a:srgbClr val="538235"/>
                </a:solidFill>
                <a:latin typeface="Tahoma"/>
                <a:cs typeface="Tahoma"/>
              </a:rPr>
              <a:t>(7,</a:t>
            </a:r>
            <a:r>
              <a:rPr sz="1200" spc="15" dirty="0">
                <a:solidFill>
                  <a:srgbClr val="538235"/>
                </a:solidFill>
                <a:latin typeface="Tahoma"/>
                <a:cs typeface="Tahoma"/>
              </a:rPr>
              <a:t> </a:t>
            </a:r>
            <a:r>
              <a:rPr sz="1200" spc="-10" dirty="0">
                <a:solidFill>
                  <a:srgbClr val="538235"/>
                </a:solidFill>
                <a:latin typeface="Tahoma"/>
                <a:cs typeface="Tahoma"/>
              </a:rPr>
              <a:t>12).</a:t>
            </a:r>
            <a:endParaRPr sz="1200" dirty="0">
              <a:latin typeface="Tahoma"/>
              <a:cs typeface="Tahoma"/>
            </a:endParaRPr>
          </a:p>
          <a:p>
            <a:pPr marL="38100" marR="30480" indent="914400">
              <a:lnSpc>
                <a:spcPts val="2160"/>
              </a:lnSpc>
              <a:spcBef>
                <a:spcPts val="105"/>
              </a:spcBef>
            </a:pPr>
            <a:r>
              <a:rPr sz="1200" dirty="0">
                <a:solidFill>
                  <a:srgbClr val="538235"/>
                </a:solidFill>
                <a:latin typeface="Tahoma"/>
                <a:cs typeface="Tahoma"/>
              </a:rPr>
              <a:t>The</a:t>
            </a:r>
            <a:r>
              <a:rPr sz="1200" spc="5" dirty="0">
                <a:solidFill>
                  <a:srgbClr val="538235"/>
                </a:solidFill>
                <a:latin typeface="Tahoma"/>
                <a:cs typeface="Tahoma"/>
              </a:rPr>
              <a:t> </a:t>
            </a:r>
            <a:r>
              <a:rPr sz="1200" spc="-5" dirty="0">
                <a:solidFill>
                  <a:srgbClr val="538235"/>
                </a:solidFill>
                <a:latin typeface="Tahoma"/>
                <a:cs typeface="Tahoma"/>
              </a:rPr>
              <a:t>multiplication</a:t>
            </a:r>
            <a:r>
              <a:rPr sz="1200" dirty="0">
                <a:solidFill>
                  <a:srgbClr val="538235"/>
                </a:solidFill>
                <a:latin typeface="Tahoma"/>
                <a:cs typeface="Tahoma"/>
              </a:rPr>
              <a:t> kP</a:t>
            </a:r>
            <a:r>
              <a:rPr sz="1200" spc="5" dirty="0">
                <a:solidFill>
                  <a:srgbClr val="538235"/>
                </a:solidFill>
                <a:latin typeface="Tahoma"/>
                <a:cs typeface="Tahoma"/>
              </a:rPr>
              <a:t> </a:t>
            </a:r>
            <a:r>
              <a:rPr sz="1200" spc="-10" dirty="0">
                <a:solidFill>
                  <a:srgbClr val="538235"/>
                </a:solidFill>
                <a:latin typeface="Tahoma"/>
                <a:cs typeface="Tahoma"/>
              </a:rPr>
              <a:t>is</a:t>
            </a:r>
            <a:r>
              <a:rPr sz="1200" spc="-5" dirty="0">
                <a:solidFill>
                  <a:srgbClr val="538235"/>
                </a:solidFill>
                <a:latin typeface="Tahoma"/>
                <a:cs typeface="Tahoma"/>
              </a:rPr>
              <a:t> </a:t>
            </a:r>
            <a:r>
              <a:rPr sz="1200" spc="-10" dirty="0">
                <a:solidFill>
                  <a:srgbClr val="538235"/>
                </a:solidFill>
                <a:latin typeface="Tahoma"/>
                <a:cs typeface="Tahoma"/>
              </a:rPr>
              <a:t>obtained</a:t>
            </a:r>
            <a:r>
              <a:rPr sz="1200" spc="-5" dirty="0">
                <a:solidFill>
                  <a:srgbClr val="538235"/>
                </a:solidFill>
                <a:latin typeface="Tahoma"/>
                <a:cs typeface="Tahoma"/>
              </a:rPr>
              <a:t> </a:t>
            </a:r>
            <a:r>
              <a:rPr sz="1200" dirty="0">
                <a:solidFill>
                  <a:srgbClr val="538235"/>
                </a:solidFill>
                <a:latin typeface="Tahoma"/>
                <a:cs typeface="Tahoma"/>
              </a:rPr>
              <a:t>by </a:t>
            </a:r>
            <a:r>
              <a:rPr sz="1200" spc="-5" dirty="0">
                <a:solidFill>
                  <a:srgbClr val="538235"/>
                </a:solidFill>
                <a:latin typeface="Tahoma"/>
                <a:cs typeface="Tahoma"/>
              </a:rPr>
              <a:t>doing</a:t>
            </a:r>
            <a:r>
              <a:rPr sz="1200" dirty="0">
                <a:solidFill>
                  <a:srgbClr val="538235"/>
                </a:solidFill>
                <a:latin typeface="Tahoma"/>
                <a:cs typeface="Tahoma"/>
              </a:rPr>
              <a:t> the</a:t>
            </a:r>
            <a:r>
              <a:rPr sz="1200" spc="5" dirty="0">
                <a:solidFill>
                  <a:srgbClr val="538235"/>
                </a:solidFill>
                <a:latin typeface="Tahoma"/>
                <a:cs typeface="Tahoma"/>
              </a:rPr>
              <a:t> </a:t>
            </a:r>
            <a:r>
              <a:rPr sz="1200" spc="-10" dirty="0">
                <a:solidFill>
                  <a:srgbClr val="538235"/>
                </a:solidFill>
                <a:latin typeface="Tahoma"/>
                <a:cs typeface="Tahoma"/>
              </a:rPr>
              <a:t>elliptic</a:t>
            </a:r>
            <a:r>
              <a:rPr sz="1200" spc="-5" dirty="0">
                <a:solidFill>
                  <a:srgbClr val="538235"/>
                </a:solidFill>
                <a:latin typeface="Tahoma"/>
                <a:cs typeface="Tahoma"/>
              </a:rPr>
              <a:t> curve</a:t>
            </a:r>
            <a:r>
              <a:rPr sz="1200" dirty="0">
                <a:solidFill>
                  <a:srgbClr val="538235"/>
                </a:solidFill>
                <a:latin typeface="Tahoma"/>
                <a:cs typeface="Tahoma"/>
              </a:rPr>
              <a:t> </a:t>
            </a:r>
            <a:r>
              <a:rPr sz="1200" spc="-10" dirty="0">
                <a:solidFill>
                  <a:srgbClr val="538235"/>
                </a:solidFill>
                <a:latin typeface="Tahoma"/>
                <a:cs typeface="Tahoma"/>
              </a:rPr>
              <a:t>addition </a:t>
            </a:r>
            <a:r>
              <a:rPr sz="1200" spc="-360" dirty="0">
                <a:solidFill>
                  <a:srgbClr val="538235"/>
                </a:solidFill>
                <a:latin typeface="Tahoma"/>
                <a:cs typeface="Tahoma"/>
              </a:rPr>
              <a:t> </a:t>
            </a:r>
            <a:r>
              <a:rPr sz="1200" spc="-10" dirty="0">
                <a:solidFill>
                  <a:srgbClr val="538235"/>
                </a:solidFill>
                <a:latin typeface="Tahoma"/>
                <a:cs typeface="Tahoma"/>
              </a:rPr>
              <a:t>operation</a:t>
            </a:r>
            <a:r>
              <a:rPr sz="1200" spc="35" dirty="0">
                <a:solidFill>
                  <a:srgbClr val="538235"/>
                </a:solidFill>
                <a:latin typeface="Tahoma"/>
                <a:cs typeface="Tahoma"/>
              </a:rPr>
              <a:t> </a:t>
            </a:r>
            <a:r>
              <a:rPr sz="1200" dirty="0">
                <a:solidFill>
                  <a:srgbClr val="538235"/>
                </a:solidFill>
                <a:latin typeface="Tahoma"/>
                <a:cs typeface="Tahoma"/>
              </a:rPr>
              <a:t>k</a:t>
            </a:r>
            <a:r>
              <a:rPr sz="1200" spc="-15" dirty="0">
                <a:solidFill>
                  <a:srgbClr val="538235"/>
                </a:solidFill>
                <a:latin typeface="Tahoma"/>
                <a:cs typeface="Tahoma"/>
              </a:rPr>
              <a:t> </a:t>
            </a:r>
            <a:r>
              <a:rPr sz="1200" spc="-5" dirty="0">
                <a:solidFill>
                  <a:srgbClr val="538235"/>
                </a:solidFill>
                <a:latin typeface="Tahoma"/>
                <a:cs typeface="Tahoma"/>
              </a:rPr>
              <a:t>times</a:t>
            </a:r>
            <a:r>
              <a:rPr sz="1200" spc="25" dirty="0">
                <a:solidFill>
                  <a:srgbClr val="538235"/>
                </a:solidFill>
                <a:latin typeface="Tahoma"/>
                <a:cs typeface="Tahoma"/>
              </a:rPr>
              <a:t> </a:t>
            </a:r>
            <a:r>
              <a:rPr sz="1200" dirty="0">
                <a:solidFill>
                  <a:srgbClr val="538235"/>
                </a:solidFill>
                <a:latin typeface="Tahoma"/>
                <a:cs typeface="Tahoma"/>
              </a:rPr>
              <a:t>by</a:t>
            </a:r>
            <a:r>
              <a:rPr sz="1200" spc="-15" dirty="0">
                <a:solidFill>
                  <a:srgbClr val="538235"/>
                </a:solidFill>
                <a:latin typeface="Tahoma"/>
                <a:cs typeface="Tahoma"/>
              </a:rPr>
              <a:t> </a:t>
            </a:r>
            <a:r>
              <a:rPr sz="1200" spc="-10" dirty="0">
                <a:solidFill>
                  <a:srgbClr val="538235"/>
                </a:solidFill>
                <a:latin typeface="Tahoma"/>
                <a:cs typeface="Tahoma"/>
              </a:rPr>
              <a:t>following</a:t>
            </a:r>
            <a:r>
              <a:rPr sz="1200" spc="45"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5" dirty="0">
                <a:solidFill>
                  <a:srgbClr val="538235"/>
                </a:solidFill>
                <a:latin typeface="Tahoma"/>
                <a:cs typeface="Tahoma"/>
              </a:rPr>
              <a:t>same</a:t>
            </a:r>
            <a:r>
              <a:rPr sz="1200" spc="25" dirty="0">
                <a:solidFill>
                  <a:srgbClr val="538235"/>
                </a:solidFill>
                <a:latin typeface="Tahoma"/>
                <a:cs typeface="Tahoma"/>
              </a:rPr>
              <a:t> </a:t>
            </a:r>
            <a:r>
              <a:rPr sz="1200" spc="-5" dirty="0">
                <a:solidFill>
                  <a:srgbClr val="538235"/>
                </a:solidFill>
                <a:latin typeface="Tahoma"/>
                <a:cs typeface="Tahoma"/>
              </a:rPr>
              <a:t>additive</a:t>
            </a:r>
            <a:r>
              <a:rPr sz="1200" spc="-15" dirty="0">
                <a:solidFill>
                  <a:srgbClr val="538235"/>
                </a:solidFill>
                <a:latin typeface="Tahoma"/>
                <a:cs typeface="Tahoma"/>
              </a:rPr>
              <a:t> </a:t>
            </a:r>
            <a:r>
              <a:rPr sz="1200" spc="-10" dirty="0">
                <a:solidFill>
                  <a:srgbClr val="538235"/>
                </a:solidFill>
                <a:latin typeface="Tahoma"/>
                <a:cs typeface="Tahoma"/>
              </a:rPr>
              <a:t>rules.</a:t>
            </a:r>
            <a:endParaRPr sz="1200" dirty="0">
              <a:latin typeface="Tahoma"/>
              <a:cs typeface="Tahoma"/>
            </a:endParaRPr>
          </a:p>
        </p:txBody>
      </p:sp>
      <p:graphicFrame>
        <p:nvGraphicFramePr>
          <p:cNvPr id="9" name="object 9"/>
          <p:cNvGraphicFramePr>
            <a:graphicFrameLocks noGrp="1"/>
          </p:cNvGraphicFramePr>
          <p:nvPr>
            <p:extLst>
              <p:ext uri="{D42A27DB-BD31-4B8C-83A1-F6EECF244321}">
                <p14:modId xmlns:p14="http://schemas.microsoft.com/office/powerpoint/2010/main" val="2274127076"/>
              </p:ext>
            </p:extLst>
          </p:nvPr>
        </p:nvGraphicFramePr>
        <p:xfrm>
          <a:off x="1671465" y="3723991"/>
          <a:ext cx="3738735" cy="1665901"/>
        </p:xfrm>
        <a:graphic>
          <a:graphicData uri="http://schemas.openxmlformats.org/drawingml/2006/table">
            <a:tbl>
              <a:tblPr firstRow="1" bandRow="1">
                <a:tableStyleId>{2D5ABB26-0587-4C30-8999-92F81FD0307C}</a:tableStyleId>
              </a:tblPr>
              <a:tblGrid>
                <a:gridCol w="402022">
                  <a:extLst>
                    <a:ext uri="{9D8B030D-6E8A-4147-A177-3AD203B41FA5}">
                      <a16:colId xmlns:a16="http://schemas.microsoft.com/office/drawing/2014/main" val="20000"/>
                    </a:ext>
                  </a:extLst>
                </a:gridCol>
                <a:gridCol w="554622">
                  <a:extLst>
                    <a:ext uri="{9D8B030D-6E8A-4147-A177-3AD203B41FA5}">
                      <a16:colId xmlns:a16="http://schemas.microsoft.com/office/drawing/2014/main" val="20001"/>
                    </a:ext>
                  </a:extLst>
                </a:gridCol>
                <a:gridCol w="529617">
                  <a:extLst>
                    <a:ext uri="{9D8B030D-6E8A-4147-A177-3AD203B41FA5}">
                      <a16:colId xmlns:a16="http://schemas.microsoft.com/office/drawing/2014/main" val="20002"/>
                    </a:ext>
                  </a:extLst>
                </a:gridCol>
                <a:gridCol w="533464">
                  <a:extLst>
                    <a:ext uri="{9D8B030D-6E8A-4147-A177-3AD203B41FA5}">
                      <a16:colId xmlns:a16="http://schemas.microsoft.com/office/drawing/2014/main" val="20003"/>
                    </a:ext>
                  </a:extLst>
                </a:gridCol>
                <a:gridCol w="545647">
                  <a:extLst>
                    <a:ext uri="{9D8B030D-6E8A-4147-A177-3AD203B41FA5}">
                      <a16:colId xmlns:a16="http://schemas.microsoft.com/office/drawing/2014/main" val="20004"/>
                    </a:ext>
                  </a:extLst>
                </a:gridCol>
                <a:gridCol w="587323">
                  <a:extLst>
                    <a:ext uri="{9D8B030D-6E8A-4147-A177-3AD203B41FA5}">
                      <a16:colId xmlns:a16="http://schemas.microsoft.com/office/drawing/2014/main" val="20005"/>
                    </a:ext>
                  </a:extLst>
                </a:gridCol>
                <a:gridCol w="586040">
                  <a:extLst>
                    <a:ext uri="{9D8B030D-6E8A-4147-A177-3AD203B41FA5}">
                      <a16:colId xmlns:a16="http://schemas.microsoft.com/office/drawing/2014/main" val="20006"/>
                    </a:ext>
                  </a:extLst>
                </a:gridCol>
              </a:tblGrid>
              <a:tr h="333180">
                <a:tc>
                  <a:txBody>
                    <a:bodyPr/>
                    <a:lstStyle/>
                    <a:p>
                      <a:pPr marR="92710" algn="r">
                        <a:lnSpc>
                          <a:spcPts val="1410"/>
                        </a:lnSpc>
                      </a:pPr>
                      <a:r>
                        <a:rPr sz="1200" b="1" dirty="0">
                          <a:solidFill>
                            <a:srgbClr val="FFFFFF"/>
                          </a:solidFill>
                          <a:latin typeface="Calibri"/>
                          <a:cs typeface="Calibri"/>
                        </a:rPr>
                        <a:t>Q</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FAC46"/>
                    </a:solidFill>
                  </a:tcPr>
                </a:tc>
                <a:tc>
                  <a:txBody>
                    <a:bodyPr/>
                    <a:lstStyle/>
                    <a:p>
                      <a:pPr marL="223520">
                        <a:lnSpc>
                          <a:spcPts val="1410"/>
                        </a:lnSpc>
                      </a:pPr>
                      <a:r>
                        <a:rPr sz="1200" b="1" dirty="0">
                          <a:solidFill>
                            <a:srgbClr val="FFFFFF"/>
                          </a:solidFill>
                          <a:latin typeface="Calibri"/>
                          <a:cs typeface="Calibri"/>
                        </a:rPr>
                        <a:t>r</a:t>
                      </a:r>
                      <a:r>
                        <a:rPr sz="1200" b="1" baseline="-20833" dirty="0">
                          <a:solidFill>
                            <a:srgbClr val="FFFFFF"/>
                          </a:solidFill>
                          <a:latin typeface="Calibri"/>
                          <a:cs typeface="Calibri"/>
                        </a:rPr>
                        <a:t>1</a:t>
                      </a:r>
                      <a:endParaRPr sz="1200" baseline="-20833">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FAC46"/>
                    </a:solidFill>
                  </a:tcPr>
                </a:tc>
                <a:tc>
                  <a:txBody>
                    <a:bodyPr/>
                    <a:lstStyle/>
                    <a:p>
                      <a:pPr marL="159385">
                        <a:lnSpc>
                          <a:spcPts val="1410"/>
                        </a:lnSpc>
                      </a:pPr>
                      <a:r>
                        <a:rPr sz="1200" b="1" dirty="0">
                          <a:solidFill>
                            <a:srgbClr val="FFFFFF"/>
                          </a:solidFill>
                          <a:latin typeface="Calibri"/>
                          <a:cs typeface="Calibri"/>
                        </a:rPr>
                        <a:t>r</a:t>
                      </a:r>
                      <a:r>
                        <a:rPr sz="1200" b="1" baseline="-20833" dirty="0">
                          <a:solidFill>
                            <a:srgbClr val="FFFFFF"/>
                          </a:solidFill>
                          <a:latin typeface="Calibri"/>
                          <a:cs typeface="Calibri"/>
                        </a:rPr>
                        <a:t>2</a:t>
                      </a:r>
                      <a:endParaRPr sz="1200" baseline="-20833">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FAC46"/>
                    </a:solidFill>
                  </a:tcPr>
                </a:tc>
                <a:tc>
                  <a:txBody>
                    <a:bodyPr/>
                    <a:lstStyle/>
                    <a:p>
                      <a:pPr marL="6985" algn="ctr">
                        <a:lnSpc>
                          <a:spcPts val="1410"/>
                        </a:lnSpc>
                      </a:pPr>
                      <a:r>
                        <a:rPr sz="1200" b="1" dirty="0">
                          <a:solidFill>
                            <a:srgbClr val="FFFFFF"/>
                          </a:solidFill>
                          <a:latin typeface="Calibri"/>
                          <a:cs typeface="Calibri"/>
                        </a:rPr>
                        <a:t>R</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FAC46"/>
                    </a:solidFill>
                  </a:tcPr>
                </a:tc>
                <a:tc>
                  <a:txBody>
                    <a:bodyPr/>
                    <a:lstStyle/>
                    <a:p>
                      <a:pPr marL="169545">
                        <a:lnSpc>
                          <a:spcPts val="1410"/>
                        </a:lnSpc>
                      </a:pPr>
                      <a:r>
                        <a:rPr sz="1200" b="1" spc="-10" dirty="0">
                          <a:solidFill>
                            <a:srgbClr val="FFFFFF"/>
                          </a:solidFill>
                          <a:latin typeface="Calibri"/>
                          <a:cs typeface="Calibri"/>
                        </a:rPr>
                        <a:t>t</a:t>
                      </a:r>
                      <a:r>
                        <a:rPr sz="1200" b="1" spc="-15" baseline="-20833" dirty="0">
                          <a:solidFill>
                            <a:srgbClr val="FFFFFF"/>
                          </a:solidFill>
                          <a:latin typeface="Calibri"/>
                          <a:cs typeface="Calibri"/>
                        </a:rPr>
                        <a:t>1</a:t>
                      </a:r>
                      <a:endParaRPr sz="1200" baseline="-20833">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FAC46"/>
                    </a:solidFill>
                  </a:tcPr>
                </a:tc>
                <a:tc>
                  <a:txBody>
                    <a:bodyPr/>
                    <a:lstStyle/>
                    <a:p>
                      <a:pPr marR="227329" algn="r">
                        <a:lnSpc>
                          <a:spcPts val="1410"/>
                        </a:lnSpc>
                      </a:pPr>
                      <a:r>
                        <a:rPr sz="1200" b="1" spc="-10" dirty="0">
                          <a:solidFill>
                            <a:srgbClr val="FFFFFF"/>
                          </a:solidFill>
                          <a:latin typeface="Calibri"/>
                          <a:cs typeface="Calibri"/>
                        </a:rPr>
                        <a:t>t</a:t>
                      </a:r>
                      <a:r>
                        <a:rPr sz="1200" b="1" spc="-15" baseline="-20833" dirty="0">
                          <a:solidFill>
                            <a:srgbClr val="FFFFFF"/>
                          </a:solidFill>
                          <a:latin typeface="Calibri"/>
                          <a:cs typeface="Calibri"/>
                        </a:rPr>
                        <a:t>2</a:t>
                      </a:r>
                      <a:endParaRPr sz="1200" baseline="-20833">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FAC46"/>
                    </a:solidFill>
                  </a:tcPr>
                </a:tc>
                <a:tc>
                  <a:txBody>
                    <a:bodyPr/>
                    <a:lstStyle/>
                    <a:p>
                      <a:pPr marL="8255" algn="ctr">
                        <a:lnSpc>
                          <a:spcPts val="1410"/>
                        </a:lnSpc>
                      </a:pPr>
                      <a:r>
                        <a:rPr sz="1200" b="1" dirty="0">
                          <a:solidFill>
                            <a:srgbClr val="FFFFFF"/>
                          </a:solidFill>
                          <a:latin typeface="Calibri"/>
                          <a:cs typeface="Calibri"/>
                        </a:rPr>
                        <a:t>t</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FAC46"/>
                    </a:solidFill>
                  </a:tcPr>
                </a:tc>
                <a:extLst>
                  <a:ext uri="{0D108BD9-81ED-4DB2-BD59-A6C34878D82A}">
                    <a16:rowId xmlns:a16="http://schemas.microsoft.com/office/drawing/2014/main" val="10000"/>
                  </a:ext>
                </a:extLst>
              </a:tr>
              <a:tr h="333181">
                <a:tc>
                  <a:txBody>
                    <a:bodyPr/>
                    <a:lstStyle/>
                    <a:p>
                      <a:pPr marR="104775" algn="r">
                        <a:lnSpc>
                          <a:spcPts val="1410"/>
                        </a:lnSpc>
                      </a:pPr>
                      <a:r>
                        <a:rPr sz="1200" b="1" dirty="0">
                          <a:solidFill>
                            <a:srgbClr val="FFFFFF"/>
                          </a:solidFill>
                          <a:latin typeface="Calibri"/>
                          <a:cs typeface="Calibri"/>
                        </a:rPr>
                        <a:t>5</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6FAC46"/>
                    </a:solidFill>
                  </a:tcPr>
                </a:tc>
                <a:tc>
                  <a:txBody>
                    <a:bodyPr/>
                    <a:lstStyle/>
                    <a:p>
                      <a:pPr marL="201930">
                        <a:lnSpc>
                          <a:spcPts val="1410"/>
                        </a:lnSpc>
                      </a:pPr>
                      <a:r>
                        <a:rPr sz="1200" spc="-10" dirty="0">
                          <a:solidFill>
                            <a:srgbClr val="538235"/>
                          </a:solidFill>
                          <a:latin typeface="Calibri"/>
                          <a:cs typeface="Calibri"/>
                        </a:rPr>
                        <a:t>23</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4E2CF"/>
                    </a:solidFill>
                  </a:tcPr>
                </a:tc>
                <a:tc>
                  <a:txBody>
                    <a:bodyPr/>
                    <a:lstStyle/>
                    <a:p>
                      <a:pPr marL="165735">
                        <a:lnSpc>
                          <a:spcPts val="1410"/>
                        </a:lnSpc>
                      </a:pPr>
                      <a:r>
                        <a:rPr sz="1200" dirty="0">
                          <a:solidFill>
                            <a:srgbClr val="538235"/>
                          </a:solidFill>
                          <a:latin typeface="Calibri"/>
                          <a:cs typeface="Calibri"/>
                        </a:rPr>
                        <a:t>4</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4E2CF"/>
                    </a:solidFill>
                  </a:tcPr>
                </a:tc>
                <a:tc>
                  <a:txBody>
                    <a:bodyPr/>
                    <a:lstStyle/>
                    <a:p>
                      <a:pPr marL="10795" algn="ctr">
                        <a:lnSpc>
                          <a:spcPts val="1410"/>
                        </a:lnSpc>
                      </a:pPr>
                      <a:r>
                        <a:rPr sz="1200" dirty="0">
                          <a:solidFill>
                            <a:srgbClr val="538235"/>
                          </a:solidFill>
                          <a:latin typeface="Calibri"/>
                          <a:cs typeface="Calibri"/>
                        </a:rPr>
                        <a:t>3</a:t>
                      </a:r>
                      <a:endParaRPr sz="1200" dirty="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4E2CF"/>
                    </a:solidFill>
                  </a:tcPr>
                </a:tc>
                <a:tc>
                  <a:txBody>
                    <a:bodyPr/>
                    <a:lstStyle/>
                    <a:p>
                      <a:pPr marL="172085">
                        <a:lnSpc>
                          <a:spcPts val="1410"/>
                        </a:lnSpc>
                      </a:pPr>
                      <a:r>
                        <a:rPr sz="1200" dirty="0">
                          <a:solidFill>
                            <a:srgbClr val="538235"/>
                          </a:solidFill>
                          <a:latin typeface="Calibri"/>
                          <a:cs typeface="Calibri"/>
                        </a:rPr>
                        <a:t>0</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4E2CF"/>
                    </a:solidFill>
                  </a:tcPr>
                </a:tc>
                <a:tc>
                  <a:txBody>
                    <a:bodyPr/>
                    <a:lstStyle/>
                    <a:p>
                      <a:pPr marR="240665" algn="r">
                        <a:lnSpc>
                          <a:spcPts val="1410"/>
                        </a:lnSpc>
                      </a:pPr>
                      <a:r>
                        <a:rPr sz="1200" dirty="0">
                          <a:solidFill>
                            <a:srgbClr val="538235"/>
                          </a:solidFill>
                          <a:latin typeface="Calibri"/>
                          <a:cs typeface="Calibri"/>
                        </a:rPr>
                        <a:t>1</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4E2CF"/>
                    </a:solidFill>
                  </a:tcPr>
                </a:tc>
                <a:tc>
                  <a:txBody>
                    <a:bodyPr/>
                    <a:lstStyle/>
                    <a:p>
                      <a:pPr marR="217804" algn="r">
                        <a:lnSpc>
                          <a:spcPts val="1410"/>
                        </a:lnSpc>
                      </a:pPr>
                      <a:r>
                        <a:rPr sz="1200" b="1" spc="-5" dirty="0">
                          <a:solidFill>
                            <a:srgbClr val="FFFFFF"/>
                          </a:solidFill>
                          <a:latin typeface="Calibri"/>
                          <a:cs typeface="Calibri"/>
                        </a:rPr>
                        <a:t>-5</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6FAC46"/>
                    </a:solidFill>
                  </a:tcPr>
                </a:tc>
                <a:extLst>
                  <a:ext uri="{0D108BD9-81ED-4DB2-BD59-A6C34878D82A}">
                    <a16:rowId xmlns:a16="http://schemas.microsoft.com/office/drawing/2014/main" val="10001"/>
                  </a:ext>
                </a:extLst>
              </a:tr>
              <a:tr h="333180">
                <a:tc>
                  <a:txBody>
                    <a:bodyPr/>
                    <a:lstStyle/>
                    <a:p>
                      <a:pPr marR="104775" algn="r">
                        <a:lnSpc>
                          <a:spcPts val="1410"/>
                        </a:lnSpc>
                      </a:pPr>
                      <a:r>
                        <a:rPr sz="1200" b="1" dirty="0">
                          <a:solidFill>
                            <a:srgbClr val="FFFFFF"/>
                          </a:solidFill>
                          <a:latin typeface="Calibri"/>
                          <a:cs typeface="Calibri"/>
                        </a:rPr>
                        <a:t>1</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6FAC46"/>
                    </a:solidFill>
                  </a:tcPr>
                </a:tc>
                <a:tc>
                  <a:txBody>
                    <a:bodyPr/>
                    <a:lstStyle/>
                    <a:p>
                      <a:pPr marL="238760">
                        <a:lnSpc>
                          <a:spcPts val="1410"/>
                        </a:lnSpc>
                      </a:pPr>
                      <a:r>
                        <a:rPr sz="1200" dirty="0">
                          <a:solidFill>
                            <a:srgbClr val="538235"/>
                          </a:solidFill>
                          <a:latin typeface="Calibri"/>
                          <a:cs typeface="Calibri"/>
                        </a:rPr>
                        <a:t>4</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4E2CF"/>
                    </a:solidFill>
                  </a:tcPr>
                </a:tc>
                <a:tc>
                  <a:txBody>
                    <a:bodyPr/>
                    <a:lstStyle/>
                    <a:p>
                      <a:pPr marL="165735">
                        <a:lnSpc>
                          <a:spcPts val="1410"/>
                        </a:lnSpc>
                      </a:pPr>
                      <a:r>
                        <a:rPr sz="1200" dirty="0">
                          <a:solidFill>
                            <a:srgbClr val="538235"/>
                          </a:solidFill>
                          <a:latin typeface="Calibri"/>
                          <a:cs typeface="Calibri"/>
                        </a:rPr>
                        <a:t>3</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F0E9"/>
                    </a:solidFill>
                  </a:tcPr>
                </a:tc>
                <a:tc>
                  <a:txBody>
                    <a:bodyPr/>
                    <a:lstStyle/>
                    <a:p>
                      <a:pPr marL="10795" algn="ctr">
                        <a:lnSpc>
                          <a:spcPts val="1410"/>
                        </a:lnSpc>
                      </a:pPr>
                      <a:r>
                        <a:rPr sz="1200" dirty="0">
                          <a:solidFill>
                            <a:srgbClr val="538235"/>
                          </a:solidFill>
                          <a:latin typeface="Calibri"/>
                          <a:cs typeface="Calibri"/>
                        </a:rPr>
                        <a:t>1</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4E2CF"/>
                    </a:solidFill>
                  </a:tcPr>
                </a:tc>
                <a:tc>
                  <a:txBody>
                    <a:bodyPr/>
                    <a:lstStyle/>
                    <a:p>
                      <a:pPr marL="172085">
                        <a:lnSpc>
                          <a:spcPts val="1410"/>
                        </a:lnSpc>
                      </a:pPr>
                      <a:r>
                        <a:rPr sz="1200" dirty="0">
                          <a:solidFill>
                            <a:srgbClr val="538235"/>
                          </a:solidFill>
                          <a:latin typeface="Calibri"/>
                          <a:cs typeface="Calibri"/>
                        </a:rPr>
                        <a:t>1</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BF0E9"/>
                    </a:solidFill>
                  </a:tcPr>
                </a:tc>
                <a:tc>
                  <a:txBody>
                    <a:bodyPr/>
                    <a:lstStyle/>
                    <a:p>
                      <a:pPr marR="216535" algn="r">
                        <a:lnSpc>
                          <a:spcPts val="1410"/>
                        </a:lnSpc>
                      </a:pPr>
                      <a:r>
                        <a:rPr sz="1200" spc="-5" dirty="0">
                          <a:solidFill>
                            <a:srgbClr val="538235"/>
                          </a:solidFill>
                          <a:latin typeface="Calibri"/>
                          <a:cs typeface="Calibri"/>
                        </a:rPr>
                        <a:t>-5</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4E2CF"/>
                    </a:solidFill>
                  </a:tcPr>
                </a:tc>
                <a:tc>
                  <a:txBody>
                    <a:bodyPr/>
                    <a:lstStyle/>
                    <a:p>
                      <a:pPr marL="8255" algn="ctr">
                        <a:lnSpc>
                          <a:spcPts val="1410"/>
                        </a:lnSpc>
                      </a:pPr>
                      <a:r>
                        <a:rPr sz="1200" b="1" dirty="0">
                          <a:solidFill>
                            <a:srgbClr val="FFFFFF"/>
                          </a:solidFill>
                          <a:latin typeface="Calibri"/>
                          <a:cs typeface="Calibri"/>
                        </a:rPr>
                        <a:t>6</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6FAC46"/>
                    </a:solidFill>
                  </a:tcPr>
                </a:tc>
                <a:extLst>
                  <a:ext uri="{0D108BD9-81ED-4DB2-BD59-A6C34878D82A}">
                    <a16:rowId xmlns:a16="http://schemas.microsoft.com/office/drawing/2014/main" val="10002"/>
                  </a:ext>
                </a:extLst>
              </a:tr>
              <a:tr h="333180">
                <a:tc>
                  <a:txBody>
                    <a:bodyPr/>
                    <a:lstStyle/>
                    <a:p>
                      <a:pPr marR="104775" algn="r">
                        <a:lnSpc>
                          <a:spcPts val="1410"/>
                        </a:lnSpc>
                      </a:pPr>
                      <a:r>
                        <a:rPr sz="1200" b="1" dirty="0">
                          <a:solidFill>
                            <a:srgbClr val="FFFFFF"/>
                          </a:solidFill>
                          <a:latin typeface="Calibri"/>
                          <a:cs typeface="Calibri"/>
                        </a:rPr>
                        <a:t>3</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FAC46"/>
                    </a:solidFill>
                  </a:tcPr>
                </a:tc>
                <a:tc>
                  <a:txBody>
                    <a:bodyPr/>
                    <a:lstStyle/>
                    <a:p>
                      <a:pPr marL="238760">
                        <a:lnSpc>
                          <a:spcPts val="1410"/>
                        </a:lnSpc>
                      </a:pPr>
                      <a:r>
                        <a:rPr sz="1200" dirty="0">
                          <a:solidFill>
                            <a:srgbClr val="538235"/>
                          </a:solidFill>
                          <a:latin typeface="Calibri"/>
                          <a:cs typeface="Calibri"/>
                        </a:rPr>
                        <a:t>3</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D4E2CF"/>
                    </a:solidFill>
                  </a:tcPr>
                </a:tc>
                <a:tc>
                  <a:txBody>
                    <a:bodyPr/>
                    <a:lstStyle/>
                    <a:p>
                      <a:pPr marL="165735">
                        <a:lnSpc>
                          <a:spcPts val="1410"/>
                        </a:lnSpc>
                      </a:pPr>
                      <a:r>
                        <a:rPr sz="1200" dirty="0">
                          <a:solidFill>
                            <a:srgbClr val="538235"/>
                          </a:solidFill>
                          <a:latin typeface="Calibri"/>
                          <a:cs typeface="Calibri"/>
                        </a:rPr>
                        <a:t>1</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D4E2CF"/>
                    </a:solidFill>
                  </a:tcPr>
                </a:tc>
                <a:tc>
                  <a:txBody>
                    <a:bodyPr/>
                    <a:lstStyle/>
                    <a:p>
                      <a:pPr marL="10795" algn="ctr">
                        <a:lnSpc>
                          <a:spcPts val="1410"/>
                        </a:lnSpc>
                      </a:pPr>
                      <a:r>
                        <a:rPr sz="1200" dirty="0">
                          <a:solidFill>
                            <a:srgbClr val="538235"/>
                          </a:solidFill>
                          <a:latin typeface="Calibri"/>
                          <a:cs typeface="Calibri"/>
                        </a:rPr>
                        <a:t>0</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D4E2CF"/>
                    </a:solidFill>
                  </a:tcPr>
                </a:tc>
                <a:tc>
                  <a:txBody>
                    <a:bodyPr/>
                    <a:lstStyle/>
                    <a:p>
                      <a:pPr marL="156845">
                        <a:lnSpc>
                          <a:spcPts val="1410"/>
                        </a:lnSpc>
                      </a:pPr>
                      <a:r>
                        <a:rPr sz="1200" spc="-5" dirty="0">
                          <a:solidFill>
                            <a:srgbClr val="538235"/>
                          </a:solidFill>
                          <a:latin typeface="Calibri"/>
                          <a:cs typeface="Calibri"/>
                        </a:rPr>
                        <a:t>-5</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D4E2CF"/>
                    </a:solidFill>
                  </a:tcPr>
                </a:tc>
                <a:tc>
                  <a:txBody>
                    <a:bodyPr/>
                    <a:lstStyle/>
                    <a:p>
                      <a:pPr marR="240665" algn="r">
                        <a:lnSpc>
                          <a:spcPts val="1410"/>
                        </a:lnSpc>
                      </a:pPr>
                      <a:r>
                        <a:rPr sz="1200" dirty="0">
                          <a:solidFill>
                            <a:srgbClr val="538235"/>
                          </a:solidFill>
                          <a:latin typeface="Calibri"/>
                          <a:cs typeface="Calibri"/>
                        </a:rPr>
                        <a:t>6</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D4E2CF"/>
                    </a:solidFill>
                  </a:tcPr>
                </a:tc>
                <a:tc>
                  <a:txBody>
                    <a:bodyPr/>
                    <a:lstStyle/>
                    <a:p>
                      <a:pPr marR="179705" algn="r">
                        <a:lnSpc>
                          <a:spcPts val="1410"/>
                        </a:lnSpc>
                      </a:pPr>
                      <a:r>
                        <a:rPr sz="1200" b="1" spc="-10" dirty="0">
                          <a:solidFill>
                            <a:srgbClr val="FFFFFF"/>
                          </a:solidFill>
                          <a:latin typeface="Calibri"/>
                          <a:cs typeface="Calibri"/>
                        </a:rPr>
                        <a:t>-23</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6FAC46"/>
                    </a:solidFill>
                  </a:tcPr>
                </a:tc>
                <a:extLst>
                  <a:ext uri="{0D108BD9-81ED-4DB2-BD59-A6C34878D82A}">
                    <a16:rowId xmlns:a16="http://schemas.microsoft.com/office/drawing/2014/main" val="10003"/>
                  </a:ext>
                </a:extLst>
              </a:tr>
              <a:tr h="333180">
                <a:tc>
                  <a:txBody>
                    <a:bodyPr/>
                    <a:lstStyle/>
                    <a:p>
                      <a:pPr>
                        <a:lnSpc>
                          <a:spcPct val="100000"/>
                        </a:lnSpc>
                      </a:pPr>
                      <a:endParaRPr sz="11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6FAC46"/>
                    </a:solidFill>
                  </a:tcPr>
                </a:tc>
                <a:tc>
                  <a:txBody>
                    <a:bodyPr/>
                    <a:lstStyle/>
                    <a:p>
                      <a:pPr marL="238760">
                        <a:lnSpc>
                          <a:spcPts val="1410"/>
                        </a:lnSpc>
                      </a:pPr>
                      <a:r>
                        <a:rPr sz="1200" b="1" dirty="0">
                          <a:solidFill>
                            <a:srgbClr val="FFFFFF"/>
                          </a:solidFill>
                          <a:latin typeface="Calibri"/>
                          <a:cs typeface="Calibri"/>
                        </a:rPr>
                        <a:t>1</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6FAC46"/>
                    </a:solidFill>
                  </a:tcPr>
                </a:tc>
                <a:tc>
                  <a:txBody>
                    <a:bodyPr/>
                    <a:lstStyle/>
                    <a:p>
                      <a:pPr marL="165735">
                        <a:lnSpc>
                          <a:spcPts val="1410"/>
                        </a:lnSpc>
                      </a:pPr>
                      <a:r>
                        <a:rPr sz="1200" b="1" dirty="0">
                          <a:solidFill>
                            <a:srgbClr val="FFFFFF"/>
                          </a:solidFill>
                          <a:latin typeface="Calibri"/>
                          <a:cs typeface="Calibri"/>
                        </a:rPr>
                        <a:t>0</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6FAC46"/>
                    </a:solidFill>
                  </a:tcPr>
                </a:tc>
                <a:tc>
                  <a:txBody>
                    <a:bodyPr/>
                    <a:lstStyle/>
                    <a:p>
                      <a:pPr>
                        <a:lnSpc>
                          <a:spcPct val="100000"/>
                        </a:lnSpc>
                      </a:pPr>
                      <a:endParaRPr sz="110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6FAC46"/>
                    </a:solidFill>
                  </a:tcPr>
                </a:tc>
                <a:tc>
                  <a:txBody>
                    <a:bodyPr/>
                    <a:lstStyle/>
                    <a:p>
                      <a:pPr marL="172085">
                        <a:lnSpc>
                          <a:spcPts val="1410"/>
                        </a:lnSpc>
                      </a:pPr>
                      <a:r>
                        <a:rPr sz="1200" b="1" dirty="0">
                          <a:solidFill>
                            <a:srgbClr val="FFFFFF"/>
                          </a:solidFill>
                          <a:latin typeface="Calibri"/>
                          <a:cs typeface="Calibri"/>
                        </a:rPr>
                        <a:t>6</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6FAC46"/>
                    </a:solidFill>
                  </a:tcPr>
                </a:tc>
                <a:tc>
                  <a:txBody>
                    <a:bodyPr/>
                    <a:lstStyle/>
                    <a:p>
                      <a:pPr marR="177800" algn="r">
                        <a:lnSpc>
                          <a:spcPts val="1410"/>
                        </a:lnSpc>
                      </a:pPr>
                      <a:r>
                        <a:rPr sz="1200" b="1" spc="-10" dirty="0">
                          <a:solidFill>
                            <a:srgbClr val="FFFFFF"/>
                          </a:solidFill>
                          <a:latin typeface="Calibri"/>
                          <a:cs typeface="Calibri"/>
                        </a:rPr>
                        <a:t>-23</a:t>
                      </a:r>
                      <a:endParaRPr sz="1200">
                        <a:latin typeface="Calibri"/>
                        <a:cs typeface="Calibri"/>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6FAC46"/>
                    </a:solidFill>
                  </a:tcPr>
                </a:tc>
                <a:tc>
                  <a:txBody>
                    <a:bodyPr/>
                    <a:lstStyle/>
                    <a:p>
                      <a:pPr>
                        <a:lnSpc>
                          <a:spcPct val="100000"/>
                        </a:lnSpc>
                      </a:pPr>
                      <a:endParaRPr sz="1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6FAC46"/>
                    </a:solidFill>
                  </a:tcPr>
                </a:tc>
                <a:extLst>
                  <a:ext uri="{0D108BD9-81ED-4DB2-BD59-A6C34878D82A}">
                    <a16:rowId xmlns:a16="http://schemas.microsoft.com/office/drawing/2014/main" val="10004"/>
                  </a:ext>
                </a:extLst>
              </a:tr>
            </a:tbl>
          </a:graphicData>
        </a:graphic>
      </p:graphicFrame>
      <p:sp>
        <p:nvSpPr>
          <p:cNvPr id="10" name="object 10"/>
          <p:cNvSpPr txBox="1"/>
          <p:nvPr/>
        </p:nvSpPr>
        <p:spPr>
          <a:xfrm>
            <a:off x="4647057" y="670687"/>
            <a:ext cx="70485" cy="132080"/>
          </a:xfrm>
          <a:prstGeom prst="rect">
            <a:avLst/>
          </a:prstGeom>
        </p:spPr>
        <p:txBody>
          <a:bodyPr vert="horz" wrap="square" lIns="0" tIns="12065" rIns="0" bIns="0" rtlCol="0">
            <a:spAutoFit/>
          </a:bodyPr>
          <a:lstStyle/>
          <a:p>
            <a:pPr marL="12700">
              <a:lnSpc>
                <a:spcPct val="100000"/>
              </a:lnSpc>
              <a:spcBef>
                <a:spcPts val="95"/>
              </a:spcBef>
            </a:pPr>
            <a:r>
              <a:rPr sz="700" spc="-5" dirty="0">
                <a:latin typeface="Calibri"/>
                <a:cs typeface="Calibri"/>
              </a:rPr>
              <a:t>1</a:t>
            </a:r>
            <a:endParaRPr sz="700">
              <a:latin typeface="Calibri"/>
              <a:cs typeface="Calibri"/>
            </a:endParaRPr>
          </a:p>
        </p:txBody>
      </p:sp>
      <p:sp>
        <p:nvSpPr>
          <p:cNvPr id="12" name="TextBox 11">
            <a:extLst>
              <a:ext uri="{FF2B5EF4-FFF2-40B4-BE49-F238E27FC236}">
                <a16:creationId xmlns:a16="http://schemas.microsoft.com/office/drawing/2014/main" id="{F513D519-D5D5-6F2B-BD10-F383FEC4381A}"/>
              </a:ext>
            </a:extLst>
          </p:cNvPr>
          <p:cNvSpPr txBox="1"/>
          <p:nvPr/>
        </p:nvSpPr>
        <p:spPr>
          <a:xfrm>
            <a:off x="639101" y="681191"/>
            <a:ext cx="5767413" cy="831831"/>
          </a:xfrm>
          <a:prstGeom prst="rect">
            <a:avLst/>
          </a:prstGeom>
          <a:noFill/>
        </p:spPr>
        <p:txBody>
          <a:bodyPr wrap="square">
            <a:spAutoFit/>
          </a:bodyPr>
          <a:lstStyle/>
          <a:p>
            <a:pPr marL="220979">
              <a:lnSpc>
                <a:spcPct val="100000"/>
              </a:lnSpc>
            </a:pPr>
            <a:r>
              <a:rPr lang="en-US" sz="1200" b="1" spc="-20" dirty="0">
                <a:solidFill>
                  <a:srgbClr val="538235"/>
                </a:solidFill>
                <a:latin typeface="Tahoma"/>
                <a:cs typeface="Tahoma"/>
              </a:rPr>
              <a:t>Point generation on Elliptic Curve</a:t>
            </a:r>
          </a:p>
          <a:p>
            <a:pPr marL="50800" marR="51435">
              <a:lnSpc>
                <a:spcPct val="150000"/>
              </a:lnSpc>
              <a:spcBef>
                <a:spcPts val="290"/>
              </a:spcBef>
            </a:pPr>
            <a:r>
              <a:rPr lang="en-US" sz="1200" spc="-20" dirty="0">
                <a:solidFill>
                  <a:srgbClr val="538235"/>
                </a:solidFill>
                <a:latin typeface="Tahoma"/>
                <a:cs typeface="Tahoma"/>
              </a:rPr>
              <a:t>Let P = (3,10) ∈E23(1,1). Then 2P = (x3, y3) is equal to: 2P = P + P = (x1, y1) +  (x1, y1) Since P=Q and x2 = x1, the values of λ, x3 and y3 are given by:</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18007" y="8604504"/>
            <a:ext cx="100584" cy="106680"/>
          </a:xfrm>
          <a:prstGeom prst="rect">
            <a:avLst/>
          </a:prstGeom>
        </p:spPr>
      </p:pic>
      <p:pic>
        <p:nvPicPr>
          <p:cNvPr id="3" name="object 3"/>
          <p:cNvPicPr/>
          <p:nvPr/>
        </p:nvPicPr>
        <p:blipFill>
          <a:blip r:embed="rId2" cstate="print"/>
          <a:stretch>
            <a:fillRect/>
          </a:stretch>
        </p:blipFill>
        <p:spPr>
          <a:xfrm>
            <a:off x="418007" y="8979407"/>
            <a:ext cx="100584" cy="106680"/>
          </a:xfrm>
          <a:prstGeom prst="rect">
            <a:avLst/>
          </a:prstGeom>
        </p:spPr>
      </p:pic>
      <p:pic>
        <p:nvPicPr>
          <p:cNvPr id="4" name="object 4"/>
          <p:cNvPicPr/>
          <p:nvPr/>
        </p:nvPicPr>
        <p:blipFill>
          <a:blip r:embed="rId2" cstate="print"/>
          <a:stretch>
            <a:fillRect/>
          </a:stretch>
        </p:blipFill>
        <p:spPr>
          <a:xfrm>
            <a:off x="418007" y="9354311"/>
            <a:ext cx="100584" cy="106679"/>
          </a:xfrm>
          <a:prstGeom prst="rect">
            <a:avLst/>
          </a:prstGeom>
        </p:spPr>
      </p:pic>
      <p:sp>
        <p:nvSpPr>
          <p:cNvPr id="5" name="object 5"/>
          <p:cNvSpPr txBox="1"/>
          <p:nvPr/>
        </p:nvSpPr>
        <p:spPr>
          <a:xfrm>
            <a:off x="291185" y="416509"/>
            <a:ext cx="6503034" cy="9097010"/>
          </a:xfrm>
          <a:prstGeom prst="rect">
            <a:avLst/>
          </a:prstGeom>
        </p:spPr>
        <p:txBody>
          <a:bodyPr vert="horz" wrap="square" lIns="0" tIns="12065" rIns="0" bIns="0" rtlCol="0">
            <a:spAutoFit/>
          </a:bodyPr>
          <a:lstStyle/>
          <a:p>
            <a:pPr marL="271780" algn="just">
              <a:lnSpc>
                <a:spcPct val="100000"/>
              </a:lnSpc>
              <a:spcBef>
                <a:spcPts val="95"/>
              </a:spcBef>
            </a:pPr>
            <a:r>
              <a:rPr sz="1400" b="1" spc="-5" dirty="0">
                <a:solidFill>
                  <a:srgbClr val="538235"/>
                </a:solidFill>
                <a:latin typeface="Tahoma"/>
                <a:cs typeface="Tahoma"/>
              </a:rPr>
              <a:t>ECC</a:t>
            </a:r>
            <a:r>
              <a:rPr sz="1400" b="1" spc="-40" dirty="0">
                <a:solidFill>
                  <a:srgbClr val="538235"/>
                </a:solidFill>
                <a:latin typeface="Tahoma"/>
                <a:cs typeface="Tahoma"/>
              </a:rPr>
              <a:t> </a:t>
            </a:r>
            <a:r>
              <a:rPr sz="1400" b="1" spc="-5" dirty="0">
                <a:solidFill>
                  <a:srgbClr val="538235"/>
                </a:solidFill>
                <a:latin typeface="Tahoma"/>
                <a:cs typeface="Tahoma"/>
              </a:rPr>
              <a:t>Diffie-Hellman</a:t>
            </a:r>
            <a:endParaRPr sz="1400">
              <a:latin typeface="Tahoma"/>
              <a:cs typeface="Tahoma"/>
            </a:endParaRPr>
          </a:p>
          <a:p>
            <a:pPr marL="127000" marR="116839" indent="685800" algn="just">
              <a:lnSpc>
                <a:spcPct val="150100"/>
              </a:lnSpc>
              <a:spcBef>
                <a:spcPts val="655"/>
              </a:spcBef>
            </a:pPr>
            <a:r>
              <a:rPr sz="1200" spc="-5" dirty="0">
                <a:solidFill>
                  <a:srgbClr val="538235"/>
                </a:solidFill>
                <a:latin typeface="Tahoma"/>
                <a:cs typeface="Tahoma"/>
              </a:rPr>
              <a:t>The elliptic curve analog of Diffie-Hellman </a:t>
            </a:r>
            <a:r>
              <a:rPr sz="1200" dirty="0">
                <a:solidFill>
                  <a:srgbClr val="538235"/>
                </a:solidFill>
                <a:latin typeface="Tahoma"/>
                <a:cs typeface="Tahoma"/>
              </a:rPr>
              <a:t>key </a:t>
            </a:r>
            <a:r>
              <a:rPr sz="1200" spc="-5" dirty="0">
                <a:solidFill>
                  <a:srgbClr val="538235"/>
                </a:solidFill>
                <a:latin typeface="Tahoma"/>
                <a:cs typeface="Tahoma"/>
              </a:rPr>
              <a:t>exchange, </a:t>
            </a:r>
            <a:r>
              <a:rPr sz="1200" spc="-10" dirty="0">
                <a:solidFill>
                  <a:srgbClr val="538235"/>
                </a:solidFill>
                <a:latin typeface="Tahoma"/>
                <a:cs typeface="Tahoma"/>
              </a:rPr>
              <a:t>which is </a:t>
            </a:r>
            <a:r>
              <a:rPr sz="1200" dirty="0">
                <a:solidFill>
                  <a:srgbClr val="538235"/>
                </a:solidFill>
                <a:latin typeface="Tahoma"/>
                <a:cs typeface="Tahoma"/>
              </a:rPr>
              <a:t>a </a:t>
            </a:r>
            <a:r>
              <a:rPr sz="1200" spc="-10" dirty="0">
                <a:solidFill>
                  <a:srgbClr val="538235"/>
                </a:solidFill>
                <a:latin typeface="Tahoma"/>
                <a:cs typeface="Tahoma"/>
              </a:rPr>
              <a:t>close </a:t>
            </a:r>
            <a:r>
              <a:rPr sz="1200" spc="-5" dirty="0">
                <a:solidFill>
                  <a:srgbClr val="538235"/>
                </a:solidFill>
                <a:latin typeface="Tahoma"/>
                <a:cs typeface="Tahoma"/>
              </a:rPr>
              <a:t>analogy </a:t>
            </a:r>
            <a:r>
              <a:rPr sz="1200" dirty="0">
                <a:solidFill>
                  <a:srgbClr val="538235"/>
                </a:solidFill>
                <a:latin typeface="Tahoma"/>
                <a:cs typeface="Tahoma"/>
              </a:rPr>
              <a:t> </a:t>
            </a:r>
            <a:r>
              <a:rPr sz="1200" spc="-5" dirty="0">
                <a:solidFill>
                  <a:srgbClr val="538235"/>
                </a:solidFill>
                <a:latin typeface="Tahoma"/>
                <a:cs typeface="Tahoma"/>
              </a:rPr>
              <a:t>given elliptic curve multiplication </a:t>
            </a:r>
            <a:r>
              <a:rPr sz="1200" dirty="0">
                <a:solidFill>
                  <a:srgbClr val="538235"/>
                </a:solidFill>
                <a:latin typeface="Tahoma"/>
                <a:cs typeface="Tahoma"/>
              </a:rPr>
              <a:t>equates to </a:t>
            </a:r>
            <a:r>
              <a:rPr sz="1200" spc="-5" dirty="0">
                <a:solidFill>
                  <a:srgbClr val="538235"/>
                </a:solidFill>
                <a:latin typeface="Tahoma"/>
                <a:cs typeface="Tahoma"/>
              </a:rPr>
              <a:t>modulo exponentiation. </a:t>
            </a:r>
            <a:r>
              <a:rPr sz="1200" spc="-15" dirty="0">
                <a:solidFill>
                  <a:srgbClr val="538235"/>
                </a:solidFill>
                <a:latin typeface="Tahoma"/>
                <a:cs typeface="Tahoma"/>
              </a:rPr>
              <a:t>Key </a:t>
            </a:r>
            <a:r>
              <a:rPr sz="1200" spc="-5" dirty="0">
                <a:solidFill>
                  <a:srgbClr val="538235"/>
                </a:solidFill>
                <a:latin typeface="Tahoma"/>
                <a:cs typeface="Tahoma"/>
              </a:rPr>
              <a:t>exchange </a:t>
            </a:r>
            <a:r>
              <a:rPr sz="1200" spc="5" dirty="0">
                <a:solidFill>
                  <a:srgbClr val="538235"/>
                </a:solidFill>
                <a:latin typeface="Tahoma"/>
                <a:cs typeface="Tahoma"/>
              </a:rPr>
              <a:t>using </a:t>
            </a:r>
            <a:r>
              <a:rPr sz="1200" spc="10" dirty="0">
                <a:solidFill>
                  <a:srgbClr val="538235"/>
                </a:solidFill>
                <a:latin typeface="Tahoma"/>
                <a:cs typeface="Tahoma"/>
              </a:rPr>
              <a:t> </a:t>
            </a:r>
            <a:r>
              <a:rPr sz="1200" spc="-10" dirty="0">
                <a:solidFill>
                  <a:srgbClr val="538235"/>
                </a:solidFill>
                <a:latin typeface="Tahoma"/>
                <a:cs typeface="Tahoma"/>
              </a:rPr>
              <a:t>elliptic</a:t>
            </a:r>
            <a:r>
              <a:rPr sz="1200" spc="30" dirty="0">
                <a:solidFill>
                  <a:srgbClr val="538235"/>
                </a:solidFill>
                <a:latin typeface="Tahoma"/>
                <a:cs typeface="Tahoma"/>
              </a:rPr>
              <a:t> </a:t>
            </a:r>
            <a:r>
              <a:rPr sz="1200" spc="-5" dirty="0">
                <a:solidFill>
                  <a:srgbClr val="538235"/>
                </a:solidFill>
                <a:latin typeface="Tahoma"/>
                <a:cs typeface="Tahoma"/>
              </a:rPr>
              <a:t>curves</a:t>
            </a:r>
            <a:r>
              <a:rPr sz="1200" spc="25" dirty="0">
                <a:solidFill>
                  <a:srgbClr val="538235"/>
                </a:solidFill>
                <a:latin typeface="Tahoma"/>
                <a:cs typeface="Tahoma"/>
              </a:rPr>
              <a:t> </a:t>
            </a:r>
            <a:r>
              <a:rPr sz="1200" spc="-5" dirty="0">
                <a:solidFill>
                  <a:srgbClr val="538235"/>
                </a:solidFill>
                <a:latin typeface="Tahoma"/>
                <a:cs typeface="Tahoma"/>
              </a:rPr>
              <a:t>can</a:t>
            </a:r>
            <a:r>
              <a:rPr sz="1200" spc="10" dirty="0">
                <a:solidFill>
                  <a:srgbClr val="538235"/>
                </a:solidFill>
                <a:latin typeface="Tahoma"/>
                <a:cs typeface="Tahoma"/>
              </a:rPr>
              <a:t> </a:t>
            </a:r>
            <a:r>
              <a:rPr sz="1200" dirty="0">
                <a:solidFill>
                  <a:srgbClr val="538235"/>
                </a:solidFill>
                <a:latin typeface="Tahoma"/>
                <a:cs typeface="Tahoma"/>
              </a:rPr>
              <a:t>be</a:t>
            </a:r>
            <a:r>
              <a:rPr sz="1200" spc="-25" dirty="0">
                <a:solidFill>
                  <a:srgbClr val="538235"/>
                </a:solidFill>
                <a:latin typeface="Tahoma"/>
                <a:cs typeface="Tahoma"/>
              </a:rPr>
              <a:t> </a:t>
            </a:r>
            <a:r>
              <a:rPr sz="1200" dirty="0">
                <a:solidFill>
                  <a:srgbClr val="538235"/>
                </a:solidFill>
                <a:latin typeface="Tahoma"/>
                <a:cs typeface="Tahoma"/>
              </a:rPr>
              <a:t>done </a:t>
            </a:r>
            <a:r>
              <a:rPr sz="1200" spc="-10" dirty="0">
                <a:solidFill>
                  <a:srgbClr val="538235"/>
                </a:solidFill>
                <a:latin typeface="Tahoma"/>
                <a:cs typeface="Tahoma"/>
              </a:rPr>
              <a:t>in</a:t>
            </a:r>
            <a:r>
              <a:rPr sz="1200" spc="35"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10" dirty="0">
                <a:solidFill>
                  <a:srgbClr val="538235"/>
                </a:solidFill>
                <a:latin typeface="Tahoma"/>
                <a:cs typeface="Tahoma"/>
              </a:rPr>
              <a:t>following</a:t>
            </a:r>
            <a:r>
              <a:rPr sz="1200" spc="20" dirty="0">
                <a:solidFill>
                  <a:srgbClr val="538235"/>
                </a:solidFill>
                <a:latin typeface="Tahoma"/>
                <a:cs typeface="Tahoma"/>
              </a:rPr>
              <a:t> </a:t>
            </a:r>
            <a:r>
              <a:rPr sz="1200" spc="-30" dirty="0">
                <a:solidFill>
                  <a:srgbClr val="538235"/>
                </a:solidFill>
                <a:latin typeface="Tahoma"/>
                <a:cs typeface="Tahoma"/>
              </a:rPr>
              <a:t>manner.</a:t>
            </a:r>
            <a:endParaRPr sz="1200">
              <a:latin typeface="Tahoma"/>
              <a:cs typeface="Tahoma"/>
            </a:endParaRPr>
          </a:p>
          <a:p>
            <a:pPr marL="127000" marR="119380" indent="685800" algn="just">
              <a:lnSpc>
                <a:spcPct val="147300"/>
              </a:lnSpc>
              <a:spcBef>
                <a:spcPts val="755"/>
              </a:spcBef>
            </a:pPr>
            <a:r>
              <a:rPr sz="1200" spc="-10" dirty="0">
                <a:solidFill>
                  <a:srgbClr val="538235"/>
                </a:solidFill>
                <a:latin typeface="Tahoma"/>
                <a:cs typeface="Tahoma"/>
              </a:rPr>
              <a:t>First </a:t>
            </a:r>
            <a:r>
              <a:rPr sz="1200" spc="-5" dirty="0">
                <a:solidFill>
                  <a:srgbClr val="538235"/>
                </a:solidFill>
                <a:latin typeface="Tahoma"/>
                <a:cs typeface="Tahoma"/>
              </a:rPr>
              <a:t>pick </a:t>
            </a:r>
            <a:r>
              <a:rPr sz="1200" dirty="0">
                <a:solidFill>
                  <a:srgbClr val="538235"/>
                </a:solidFill>
                <a:latin typeface="Tahoma"/>
                <a:cs typeface="Tahoma"/>
              </a:rPr>
              <a:t>a </a:t>
            </a:r>
            <a:r>
              <a:rPr sz="1200" spc="-5" dirty="0">
                <a:solidFill>
                  <a:srgbClr val="538235"/>
                </a:solidFill>
                <a:latin typeface="Tahoma"/>
                <a:cs typeface="Tahoma"/>
              </a:rPr>
              <a:t>large integer </a:t>
            </a:r>
            <a:r>
              <a:rPr sz="1250" spc="-15" dirty="0">
                <a:solidFill>
                  <a:srgbClr val="538235"/>
                </a:solidFill>
                <a:latin typeface="Tahoma"/>
                <a:cs typeface="Tahoma"/>
              </a:rPr>
              <a:t>q</a:t>
            </a:r>
            <a:r>
              <a:rPr sz="1200" spc="-15" dirty="0">
                <a:solidFill>
                  <a:srgbClr val="538235"/>
                </a:solidFill>
                <a:latin typeface="Tahoma"/>
                <a:cs typeface="Tahoma"/>
              </a:rPr>
              <a:t>, </a:t>
            </a:r>
            <a:r>
              <a:rPr sz="1200" spc="-10" dirty="0">
                <a:solidFill>
                  <a:srgbClr val="538235"/>
                </a:solidFill>
                <a:latin typeface="Tahoma"/>
                <a:cs typeface="Tahoma"/>
              </a:rPr>
              <a:t>which </a:t>
            </a:r>
            <a:r>
              <a:rPr sz="1200" spc="5" dirty="0">
                <a:solidFill>
                  <a:srgbClr val="538235"/>
                </a:solidFill>
                <a:latin typeface="Tahoma"/>
                <a:cs typeface="Tahoma"/>
              </a:rPr>
              <a:t>is </a:t>
            </a:r>
            <a:r>
              <a:rPr sz="1200" spc="-5" dirty="0">
                <a:solidFill>
                  <a:srgbClr val="538235"/>
                </a:solidFill>
                <a:latin typeface="Tahoma"/>
                <a:cs typeface="Tahoma"/>
              </a:rPr>
              <a:t>either </a:t>
            </a:r>
            <a:r>
              <a:rPr sz="1200" dirty="0">
                <a:solidFill>
                  <a:srgbClr val="538235"/>
                </a:solidFill>
                <a:latin typeface="Tahoma"/>
                <a:cs typeface="Tahoma"/>
              </a:rPr>
              <a:t>a </a:t>
            </a:r>
            <a:r>
              <a:rPr sz="1200" spc="-5" dirty="0">
                <a:solidFill>
                  <a:srgbClr val="538235"/>
                </a:solidFill>
                <a:latin typeface="Tahoma"/>
                <a:cs typeface="Tahoma"/>
              </a:rPr>
              <a:t>prime </a:t>
            </a:r>
            <a:r>
              <a:rPr sz="1200" dirty="0">
                <a:solidFill>
                  <a:srgbClr val="538235"/>
                </a:solidFill>
                <a:latin typeface="Tahoma"/>
                <a:cs typeface="Tahoma"/>
              </a:rPr>
              <a:t>number p </a:t>
            </a:r>
            <a:r>
              <a:rPr sz="1200" spc="-5" dirty="0">
                <a:solidFill>
                  <a:srgbClr val="538235"/>
                </a:solidFill>
                <a:latin typeface="Tahoma"/>
                <a:cs typeface="Tahoma"/>
              </a:rPr>
              <a:t>or an integer of </a:t>
            </a:r>
            <a:r>
              <a:rPr sz="1200" dirty="0">
                <a:solidFill>
                  <a:srgbClr val="538235"/>
                </a:solidFill>
                <a:latin typeface="Tahoma"/>
                <a:cs typeface="Tahoma"/>
              </a:rPr>
              <a:t>the </a:t>
            </a:r>
            <a:r>
              <a:rPr sz="1200" spc="5" dirty="0">
                <a:solidFill>
                  <a:srgbClr val="538235"/>
                </a:solidFill>
                <a:latin typeface="Tahoma"/>
                <a:cs typeface="Tahoma"/>
              </a:rPr>
              <a:t> </a:t>
            </a:r>
            <a:r>
              <a:rPr sz="1200" spc="-5" dirty="0">
                <a:solidFill>
                  <a:srgbClr val="538235"/>
                </a:solidFill>
                <a:latin typeface="Tahoma"/>
                <a:cs typeface="Tahoma"/>
              </a:rPr>
              <a:t>form</a:t>
            </a:r>
            <a:r>
              <a:rPr sz="1200" spc="10" dirty="0">
                <a:solidFill>
                  <a:srgbClr val="538235"/>
                </a:solidFill>
                <a:latin typeface="Tahoma"/>
                <a:cs typeface="Tahoma"/>
              </a:rPr>
              <a:t> </a:t>
            </a:r>
            <a:r>
              <a:rPr sz="1200" spc="-10" dirty="0">
                <a:solidFill>
                  <a:srgbClr val="538235"/>
                </a:solidFill>
                <a:latin typeface="Tahoma"/>
                <a:cs typeface="Tahoma"/>
              </a:rPr>
              <a:t>2</a:t>
            </a:r>
            <a:r>
              <a:rPr sz="1200" spc="-15" baseline="24305" dirty="0">
                <a:solidFill>
                  <a:srgbClr val="538235"/>
                </a:solidFill>
                <a:latin typeface="Tahoma"/>
                <a:cs typeface="Tahoma"/>
              </a:rPr>
              <a:t>m</a:t>
            </a:r>
            <a:r>
              <a:rPr sz="1200" spc="209" baseline="24305" dirty="0">
                <a:solidFill>
                  <a:srgbClr val="538235"/>
                </a:solidFill>
                <a:latin typeface="Tahoma"/>
                <a:cs typeface="Tahoma"/>
              </a:rPr>
              <a:t> </a:t>
            </a:r>
            <a:r>
              <a:rPr sz="1200" spc="-5" dirty="0">
                <a:solidFill>
                  <a:srgbClr val="538235"/>
                </a:solidFill>
                <a:latin typeface="Tahoma"/>
                <a:cs typeface="Tahoma"/>
              </a:rPr>
              <a:t>and </a:t>
            </a:r>
            <a:r>
              <a:rPr sz="1200" spc="-10" dirty="0">
                <a:solidFill>
                  <a:srgbClr val="538235"/>
                </a:solidFill>
                <a:latin typeface="Tahoma"/>
                <a:cs typeface="Tahoma"/>
              </a:rPr>
              <a:t>elliptic</a:t>
            </a:r>
            <a:r>
              <a:rPr sz="1200" spc="30" dirty="0">
                <a:solidFill>
                  <a:srgbClr val="538235"/>
                </a:solidFill>
                <a:latin typeface="Tahoma"/>
                <a:cs typeface="Tahoma"/>
              </a:rPr>
              <a:t> </a:t>
            </a:r>
            <a:r>
              <a:rPr sz="1200" spc="-5" dirty="0">
                <a:solidFill>
                  <a:srgbClr val="538235"/>
                </a:solidFill>
                <a:latin typeface="Tahoma"/>
                <a:cs typeface="Tahoma"/>
              </a:rPr>
              <a:t>curve</a:t>
            </a:r>
            <a:r>
              <a:rPr sz="1200" spc="5" dirty="0">
                <a:solidFill>
                  <a:srgbClr val="538235"/>
                </a:solidFill>
                <a:latin typeface="Tahoma"/>
                <a:cs typeface="Tahoma"/>
              </a:rPr>
              <a:t> </a:t>
            </a:r>
            <a:r>
              <a:rPr sz="1200" spc="-10" dirty="0">
                <a:solidFill>
                  <a:srgbClr val="538235"/>
                </a:solidFill>
                <a:latin typeface="Tahoma"/>
                <a:cs typeface="Tahoma"/>
              </a:rPr>
              <a:t>parameters</a:t>
            </a:r>
            <a:r>
              <a:rPr sz="1200" spc="50" dirty="0">
                <a:solidFill>
                  <a:srgbClr val="538235"/>
                </a:solidFill>
                <a:latin typeface="Tahoma"/>
                <a:cs typeface="Tahoma"/>
              </a:rPr>
              <a:t> </a:t>
            </a:r>
            <a:r>
              <a:rPr sz="1200" dirty="0">
                <a:solidFill>
                  <a:srgbClr val="538235"/>
                </a:solidFill>
                <a:latin typeface="Tahoma"/>
                <a:cs typeface="Tahoma"/>
              </a:rPr>
              <a:t>a</a:t>
            </a:r>
            <a:r>
              <a:rPr sz="1200" spc="-25" dirty="0">
                <a:solidFill>
                  <a:srgbClr val="538235"/>
                </a:solidFill>
                <a:latin typeface="Tahoma"/>
                <a:cs typeface="Tahoma"/>
              </a:rPr>
              <a:t> </a:t>
            </a:r>
            <a:r>
              <a:rPr sz="1200" spc="-5" dirty="0">
                <a:solidFill>
                  <a:srgbClr val="538235"/>
                </a:solidFill>
                <a:latin typeface="Tahoma"/>
                <a:cs typeface="Tahoma"/>
              </a:rPr>
              <a:t>and</a:t>
            </a:r>
            <a:r>
              <a:rPr sz="1200" spc="20" dirty="0">
                <a:solidFill>
                  <a:srgbClr val="538235"/>
                </a:solidFill>
                <a:latin typeface="Tahoma"/>
                <a:cs typeface="Tahoma"/>
              </a:rPr>
              <a:t> </a:t>
            </a:r>
            <a:r>
              <a:rPr sz="1200" dirty="0">
                <a:solidFill>
                  <a:srgbClr val="538235"/>
                </a:solidFill>
                <a:latin typeface="Tahoma"/>
                <a:cs typeface="Tahoma"/>
              </a:rPr>
              <a:t>b</a:t>
            </a:r>
            <a:r>
              <a:rPr sz="1200" spc="-10" dirty="0">
                <a:solidFill>
                  <a:srgbClr val="538235"/>
                </a:solidFill>
                <a:latin typeface="Tahoma"/>
                <a:cs typeface="Tahoma"/>
              </a:rPr>
              <a:t> </a:t>
            </a:r>
            <a:r>
              <a:rPr sz="1200" spc="-5" dirty="0">
                <a:solidFill>
                  <a:srgbClr val="538235"/>
                </a:solidFill>
                <a:latin typeface="Tahoma"/>
                <a:cs typeface="Tahoma"/>
              </a:rPr>
              <a:t>for</a:t>
            </a:r>
            <a:r>
              <a:rPr sz="1200" spc="5" dirty="0">
                <a:solidFill>
                  <a:srgbClr val="538235"/>
                </a:solidFill>
                <a:latin typeface="Tahoma"/>
                <a:cs typeface="Tahoma"/>
              </a:rPr>
              <a:t> </a:t>
            </a:r>
            <a:r>
              <a:rPr sz="1200" spc="-5" dirty="0">
                <a:solidFill>
                  <a:srgbClr val="538235"/>
                </a:solidFill>
                <a:latin typeface="Tahoma"/>
                <a:cs typeface="Tahoma"/>
              </a:rPr>
              <a:t>Equation</a:t>
            </a:r>
            <a:endParaRPr sz="1200">
              <a:latin typeface="Tahoma"/>
              <a:cs typeface="Tahoma"/>
            </a:endParaRPr>
          </a:p>
          <a:p>
            <a:pPr>
              <a:lnSpc>
                <a:spcPct val="100000"/>
              </a:lnSpc>
              <a:spcBef>
                <a:spcPts val="15"/>
              </a:spcBef>
            </a:pPr>
            <a:endParaRPr sz="1200">
              <a:latin typeface="Tahoma"/>
              <a:cs typeface="Tahoma"/>
            </a:endParaRPr>
          </a:p>
          <a:p>
            <a:pPr marL="1499235" algn="just">
              <a:lnSpc>
                <a:spcPct val="100000"/>
              </a:lnSpc>
            </a:pPr>
            <a:r>
              <a:rPr sz="1250" spc="-10" dirty="0">
                <a:solidFill>
                  <a:srgbClr val="538235"/>
                </a:solidFill>
                <a:latin typeface="Tahoma"/>
                <a:cs typeface="Tahoma"/>
              </a:rPr>
              <a:t>y</a:t>
            </a:r>
            <a:r>
              <a:rPr sz="1200" spc="-15" baseline="24305" dirty="0">
                <a:solidFill>
                  <a:srgbClr val="538235"/>
                </a:solidFill>
                <a:latin typeface="Tahoma"/>
                <a:cs typeface="Tahoma"/>
              </a:rPr>
              <a:t>2</a:t>
            </a:r>
            <a:r>
              <a:rPr sz="1200" spc="-10" dirty="0">
                <a:solidFill>
                  <a:srgbClr val="538235"/>
                </a:solidFill>
                <a:latin typeface="Tahoma"/>
                <a:cs typeface="Tahoma"/>
              </a:rPr>
              <a:t>mod</a:t>
            </a:r>
            <a:r>
              <a:rPr sz="1200" spc="5" dirty="0">
                <a:solidFill>
                  <a:srgbClr val="538235"/>
                </a:solidFill>
                <a:latin typeface="Tahoma"/>
                <a:cs typeface="Tahoma"/>
              </a:rPr>
              <a:t> </a:t>
            </a:r>
            <a:r>
              <a:rPr sz="1250" spc="-30" dirty="0">
                <a:solidFill>
                  <a:srgbClr val="538235"/>
                </a:solidFill>
                <a:latin typeface="Tahoma"/>
                <a:cs typeface="Tahoma"/>
              </a:rPr>
              <a:t>p </a:t>
            </a:r>
            <a:r>
              <a:rPr sz="1200" dirty="0">
                <a:solidFill>
                  <a:srgbClr val="538235"/>
                </a:solidFill>
                <a:latin typeface="Tahoma"/>
                <a:cs typeface="Tahoma"/>
              </a:rPr>
              <a:t>=</a:t>
            </a:r>
            <a:r>
              <a:rPr sz="1200" spc="-10" dirty="0">
                <a:solidFill>
                  <a:srgbClr val="538235"/>
                </a:solidFill>
                <a:latin typeface="Tahoma"/>
                <a:cs typeface="Tahoma"/>
              </a:rPr>
              <a:t> (</a:t>
            </a:r>
            <a:r>
              <a:rPr sz="1250" spc="-10" dirty="0">
                <a:solidFill>
                  <a:srgbClr val="538235"/>
                </a:solidFill>
                <a:latin typeface="Tahoma"/>
                <a:cs typeface="Tahoma"/>
              </a:rPr>
              <a:t>x</a:t>
            </a:r>
            <a:r>
              <a:rPr sz="1200" spc="-15" baseline="24305" dirty="0">
                <a:solidFill>
                  <a:srgbClr val="538235"/>
                </a:solidFill>
                <a:latin typeface="Tahoma"/>
                <a:cs typeface="Tahoma"/>
              </a:rPr>
              <a:t>3</a:t>
            </a:r>
            <a:r>
              <a:rPr sz="1200" spc="187" baseline="24305"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50" spc="-35" dirty="0">
                <a:solidFill>
                  <a:srgbClr val="538235"/>
                </a:solidFill>
                <a:latin typeface="Tahoma"/>
                <a:cs typeface="Tahoma"/>
              </a:rPr>
              <a:t>ax</a:t>
            </a:r>
            <a:r>
              <a:rPr sz="1250" spc="-1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50" spc="-10" dirty="0">
                <a:solidFill>
                  <a:srgbClr val="538235"/>
                </a:solidFill>
                <a:latin typeface="Tahoma"/>
                <a:cs typeface="Tahoma"/>
              </a:rPr>
              <a:t>b</a:t>
            </a:r>
            <a:r>
              <a:rPr sz="1200" spc="-10" dirty="0">
                <a:solidFill>
                  <a:srgbClr val="538235"/>
                </a:solidFill>
                <a:latin typeface="Tahoma"/>
                <a:cs typeface="Tahoma"/>
              </a:rPr>
              <a:t>)</a:t>
            </a:r>
            <a:r>
              <a:rPr sz="1200" dirty="0">
                <a:solidFill>
                  <a:srgbClr val="538235"/>
                </a:solidFill>
                <a:latin typeface="Tahoma"/>
                <a:cs typeface="Tahoma"/>
              </a:rPr>
              <a:t> mod</a:t>
            </a:r>
            <a:r>
              <a:rPr sz="1200" spc="-15" dirty="0">
                <a:solidFill>
                  <a:srgbClr val="538235"/>
                </a:solidFill>
                <a:latin typeface="Tahoma"/>
                <a:cs typeface="Tahoma"/>
              </a:rPr>
              <a:t> </a:t>
            </a:r>
            <a:r>
              <a:rPr sz="1250" spc="-30" dirty="0">
                <a:solidFill>
                  <a:srgbClr val="538235"/>
                </a:solidFill>
                <a:latin typeface="Tahoma"/>
                <a:cs typeface="Tahoma"/>
              </a:rPr>
              <a:t>p</a:t>
            </a:r>
            <a:endParaRPr sz="1250">
              <a:latin typeface="Tahoma"/>
              <a:cs typeface="Tahoma"/>
            </a:endParaRPr>
          </a:p>
          <a:p>
            <a:pPr marL="127000" marR="113664" indent="685800" algn="just">
              <a:lnSpc>
                <a:spcPct val="169300"/>
              </a:lnSpc>
              <a:spcBef>
                <a:spcPts val="745"/>
              </a:spcBef>
            </a:pPr>
            <a:r>
              <a:rPr sz="1200" spc="-5" dirty="0">
                <a:solidFill>
                  <a:srgbClr val="538235"/>
                </a:solidFill>
                <a:latin typeface="Tahoma"/>
                <a:cs typeface="Tahoma"/>
              </a:rPr>
              <a:t>This</a:t>
            </a:r>
            <a:r>
              <a:rPr sz="1200" spc="75" dirty="0">
                <a:solidFill>
                  <a:srgbClr val="538235"/>
                </a:solidFill>
                <a:latin typeface="Tahoma"/>
                <a:cs typeface="Tahoma"/>
              </a:rPr>
              <a:t> </a:t>
            </a:r>
            <a:r>
              <a:rPr sz="1200" dirty="0">
                <a:solidFill>
                  <a:srgbClr val="538235"/>
                </a:solidFill>
                <a:latin typeface="Tahoma"/>
                <a:cs typeface="Tahoma"/>
              </a:rPr>
              <a:t>defines</a:t>
            </a:r>
            <a:r>
              <a:rPr sz="1200" spc="80" dirty="0">
                <a:solidFill>
                  <a:srgbClr val="538235"/>
                </a:solidFill>
                <a:latin typeface="Tahoma"/>
                <a:cs typeface="Tahoma"/>
              </a:rPr>
              <a:t> </a:t>
            </a:r>
            <a:r>
              <a:rPr sz="1200" dirty="0">
                <a:solidFill>
                  <a:srgbClr val="538235"/>
                </a:solidFill>
                <a:latin typeface="Tahoma"/>
                <a:cs typeface="Tahoma"/>
              </a:rPr>
              <a:t>the</a:t>
            </a:r>
            <a:r>
              <a:rPr sz="1200" spc="75" dirty="0">
                <a:solidFill>
                  <a:srgbClr val="538235"/>
                </a:solidFill>
                <a:latin typeface="Tahoma"/>
                <a:cs typeface="Tahoma"/>
              </a:rPr>
              <a:t> </a:t>
            </a:r>
            <a:r>
              <a:rPr sz="1200" spc="-5" dirty="0">
                <a:solidFill>
                  <a:srgbClr val="538235"/>
                </a:solidFill>
                <a:latin typeface="Tahoma"/>
                <a:cs typeface="Tahoma"/>
              </a:rPr>
              <a:t>elliptic</a:t>
            </a:r>
            <a:r>
              <a:rPr sz="1200" spc="85" dirty="0">
                <a:solidFill>
                  <a:srgbClr val="538235"/>
                </a:solidFill>
                <a:latin typeface="Tahoma"/>
                <a:cs typeface="Tahoma"/>
              </a:rPr>
              <a:t> </a:t>
            </a:r>
            <a:r>
              <a:rPr sz="1200" spc="-5" dirty="0">
                <a:solidFill>
                  <a:srgbClr val="538235"/>
                </a:solidFill>
                <a:latin typeface="Tahoma"/>
                <a:cs typeface="Tahoma"/>
              </a:rPr>
              <a:t>group</a:t>
            </a:r>
            <a:r>
              <a:rPr sz="1200" spc="95" dirty="0">
                <a:solidFill>
                  <a:srgbClr val="538235"/>
                </a:solidFill>
                <a:latin typeface="Tahoma"/>
                <a:cs typeface="Tahoma"/>
              </a:rPr>
              <a:t> </a:t>
            </a:r>
            <a:r>
              <a:rPr sz="1200" spc="-5" dirty="0">
                <a:solidFill>
                  <a:srgbClr val="538235"/>
                </a:solidFill>
                <a:latin typeface="Tahoma"/>
                <a:cs typeface="Tahoma"/>
              </a:rPr>
              <a:t>of</a:t>
            </a:r>
            <a:r>
              <a:rPr sz="1200" spc="90" dirty="0">
                <a:solidFill>
                  <a:srgbClr val="538235"/>
                </a:solidFill>
                <a:latin typeface="Tahoma"/>
                <a:cs typeface="Tahoma"/>
              </a:rPr>
              <a:t> </a:t>
            </a:r>
            <a:r>
              <a:rPr sz="1200" spc="-5" dirty="0">
                <a:solidFill>
                  <a:srgbClr val="538235"/>
                </a:solidFill>
                <a:latin typeface="Tahoma"/>
                <a:cs typeface="Tahoma"/>
              </a:rPr>
              <a:t>points</a:t>
            </a:r>
            <a:r>
              <a:rPr sz="1200" spc="75" dirty="0">
                <a:solidFill>
                  <a:srgbClr val="538235"/>
                </a:solidFill>
                <a:latin typeface="Tahoma"/>
                <a:cs typeface="Tahoma"/>
              </a:rPr>
              <a:t> </a:t>
            </a:r>
            <a:r>
              <a:rPr sz="1200" spc="-5" dirty="0">
                <a:solidFill>
                  <a:srgbClr val="538235"/>
                </a:solidFill>
                <a:latin typeface="Tahoma"/>
                <a:cs typeface="Tahoma"/>
              </a:rPr>
              <a:t>E</a:t>
            </a:r>
            <a:r>
              <a:rPr sz="1200" spc="-7" baseline="-20833" dirty="0">
                <a:solidFill>
                  <a:srgbClr val="538235"/>
                </a:solidFill>
                <a:latin typeface="Tahoma"/>
                <a:cs typeface="Tahoma"/>
              </a:rPr>
              <a:t>q</a:t>
            </a:r>
            <a:r>
              <a:rPr sz="1200" spc="-5" dirty="0">
                <a:solidFill>
                  <a:srgbClr val="538235"/>
                </a:solidFill>
                <a:latin typeface="Tahoma"/>
                <a:cs typeface="Tahoma"/>
              </a:rPr>
              <a:t>(a,</a:t>
            </a:r>
            <a:r>
              <a:rPr sz="1200" spc="80" dirty="0">
                <a:solidFill>
                  <a:srgbClr val="538235"/>
                </a:solidFill>
                <a:latin typeface="Tahoma"/>
                <a:cs typeface="Tahoma"/>
              </a:rPr>
              <a:t> </a:t>
            </a:r>
            <a:r>
              <a:rPr sz="1200" dirty="0">
                <a:solidFill>
                  <a:srgbClr val="538235"/>
                </a:solidFill>
                <a:latin typeface="Tahoma"/>
                <a:cs typeface="Tahoma"/>
              </a:rPr>
              <a:t>b).</a:t>
            </a:r>
            <a:r>
              <a:rPr sz="1200" spc="80" dirty="0">
                <a:solidFill>
                  <a:srgbClr val="538235"/>
                </a:solidFill>
                <a:latin typeface="Tahoma"/>
                <a:cs typeface="Tahoma"/>
              </a:rPr>
              <a:t> </a:t>
            </a:r>
            <a:r>
              <a:rPr sz="1200" spc="-5" dirty="0">
                <a:solidFill>
                  <a:srgbClr val="538235"/>
                </a:solidFill>
                <a:latin typeface="Tahoma"/>
                <a:cs typeface="Tahoma"/>
              </a:rPr>
              <a:t>Next,</a:t>
            </a:r>
            <a:r>
              <a:rPr sz="1200" spc="80" dirty="0">
                <a:solidFill>
                  <a:srgbClr val="538235"/>
                </a:solidFill>
                <a:latin typeface="Tahoma"/>
                <a:cs typeface="Tahoma"/>
              </a:rPr>
              <a:t> </a:t>
            </a:r>
            <a:r>
              <a:rPr sz="1200" spc="-5" dirty="0">
                <a:solidFill>
                  <a:srgbClr val="538235"/>
                </a:solidFill>
                <a:latin typeface="Tahoma"/>
                <a:cs typeface="Tahoma"/>
              </a:rPr>
              <a:t>pick</a:t>
            </a:r>
            <a:r>
              <a:rPr sz="1200" spc="85" dirty="0">
                <a:solidFill>
                  <a:srgbClr val="538235"/>
                </a:solidFill>
                <a:latin typeface="Tahoma"/>
                <a:cs typeface="Tahoma"/>
              </a:rPr>
              <a:t> </a:t>
            </a:r>
            <a:r>
              <a:rPr sz="1200" dirty="0">
                <a:solidFill>
                  <a:srgbClr val="538235"/>
                </a:solidFill>
                <a:latin typeface="Tahoma"/>
                <a:cs typeface="Tahoma"/>
              </a:rPr>
              <a:t>a</a:t>
            </a:r>
            <a:r>
              <a:rPr sz="1200" spc="80" dirty="0">
                <a:solidFill>
                  <a:srgbClr val="538235"/>
                </a:solidFill>
                <a:latin typeface="Tahoma"/>
                <a:cs typeface="Tahoma"/>
              </a:rPr>
              <a:t> </a:t>
            </a:r>
            <a:r>
              <a:rPr sz="1200" spc="-5" dirty="0">
                <a:solidFill>
                  <a:srgbClr val="538235"/>
                </a:solidFill>
                <a:latin typeface="Tahoma"/>
                <a:cs typeface="Tahoma"/>
              </a:rPr>
              <a:t>base</a:t>
            </a:r>
            <a:r>
              <a:rPr sz="1200" spc="70" dirty="0">
                <a:solidFill>
                  <a:srgbClr val="538235"/>
                </a:solidFill>
                <a:latin typeface="Tahoma"/>
                <a:cs typeface="Tahoma"/>
              </a:rPr>
              <a:t> </a:t>
            </a:r>
            <a:r>
              <a:rPr sz="1200" spc="-5" dirty="0">
                <a:solidFill>
                  <a:srgbClr val="538235"/>
                </a:solidFill>
                <a:latin typeface="Tahoma"/>
                <a:cs typeface="Tahoma"/>
              </a:rPr>
              <a:t>point</a:t>
            </a:r>
            <a:r>
              <a:rPr sz="1200" spc="95" dirty="0">
                <a:solidFill>
                  <a:srgbClr val="538235"/>
                </a:solidFill>
                <a:latin typeface="Tahoma"/>
                <a:cs typeface="Tahoma"/>
              </a:rPr>
              <a:t> </a:t>
            </a:r>
            <a:r>
              <a:rPr sz="1200" dirty="0">
                <a:solidFill>
                  <a:srgbClr val="538235"/>
                </a:solidFill>
                <a:latin typeface="Tahoma"/>
                <a:cs typeface="Tahoma"/>
              </a:rPr>
              <a:t>G</a:t>
            </a:r>
            <a:r>
              <a:rPr sz="1200" spc="75" dirty="0">
                <a:solidFill>
                  <a:srgbClr val="538235"/>
                </a:solidFill>
                <a:latin typeface="Tahoma"/>
                <a:cs typeface="Tahoma"/>
              </a:rPr>
              <a:t> </a:t>
            </a:r>
            <a:r>
              <a:rPr sz="1200" dirty="0">
                <a:solidFill>
                  <a:srgbClr val="538235"/>
                </a:solidFill>
                <a:latin typeface="Tahoma"/>
                <a:cs typeface="Tahoma"/>
              </a:rPr>
              <a:t>=</a:t>
            </a:r>
            <a:r>
              <a:rPr sz="1200" spc="70" dirty="0">
                <a:solidFill>
                  <a:srgbClr val="538235"/>
                </a:solidFill>
                <a:latin typeface="Tahoma"/>
                <a:cs typeface="Tahoma"/>
              </a:rPr>
              <a:t> </a:t>
            </a:r>
            <a:r>
              <a:rPr sz="1200" spc="-5" dirty="0">
                <a:solidFill>
                  <a:srgbClr val="538235"/>
                </a:solidFill>
                <a:latin typeface="Tahoma"/>
                <a:cs typeface="Tahoma"/>
              </a:rPr>
              <a:t>(x</a:t>
            </a:r>
            <a:r>
              <a:rPr sz="1200" spc="-7" baseline="-20833" dirty="0">
                <a:solidFill>
                  <a:srgbClr val="538235"/>
                </a:solidFill>
                <a:latin typeface="Tahoma"/>
                <a:cs typeface="Tahoma"/>
              </a:rPr>
              <a:t>1</a:t>
            </a:r>
            <a:r>
              <a:rPr sz="1200" spc="-5" dirty="0">
                <a:solidFill>
                  <a:srgbClr val="538235"/>
                </a:solidFill>
                <a:latin typeface="Tahoma"/>
                <a:cs typeface="Tahoma"/>
              </a:rPr>
              <a:t>, </a:t>
            </a:r>
            <a:r>
              <a:rPr sz="1200" spc="-360" dirty="0">
                <a:solidFill>
                  <a:srgbClr val="538235"/>
                </a:solidFill>
                <a:latin typeface="Tahoma"/>
                <a:cs typeface="Tahoma"/>
              </a:rPr>
              <a:t> </a:t>
            </a:r>
            <a:r>
              <a:rPr sz="1200" spc="-5" dirty="0">
                <a:solidFill>
                  <a:srgbClr val="538235"/>
                </a:solidFill>
                <a:latin typeface="Tahoma"/>
                <a:cs typeface="Tahoma"/>
              </a:rPr>
              <a:t>y</a:t>
            </a:r>
            <a:r>
              <a:rPr sz="1200" spc="-7" baseline="-20833" dirty="0">
                <a:solidFill>
                  <a:srgbClr val="538235"/>
                </a:solidFill>
                <a:latin typeface="Tahoma"/>
                <a:cs typeface="Tahoma"/>
              </a:rPr>
              <a:t>1</a:t>
            </a:r>
            <a:r>
              <a:rPr sz="1200" spc="-5" dirty="0">
                <a:solidFill>
                  <a:srgbClr val="538235"/>
                </a:solidFill>
                <a:latin typeface="Tahoma"/>
                <a:cs typeface="Tahoma"/>
              </a:rPr>
              <a:t>) in E</a:t>
            </a:r>
            <a:r>
              <a:rPr sz="1200" spc="-7" baseline="-20833" dirty="0">
                <a:solidFill>
                  <a:srgbClr val="538235"/>
                </a:solidFill>
                <a:latin typeface="Tahoma"/>
                <a:cs typeface="Tahoma"/>
              </a:rPr>
              <a:t>q</a:t>
            </a:r>
            <a:r>
              <a:rPr sz="1200" spc="-5" dirty="0">
                <a:solidFill>
                  <a:srgbClr val="538235"/>
                </a:solidFill>
                <a:latin typeface="Tahoma"/>
                <a:cs typeface="Tahoma"/>
              </a:rPr>
              <a:t>(a, </a:t>
            </a:r>
            <a:r>
              <a:rPr sz="1200" dirty="0">
                <a:solidFill>
                  <a:srgbClr val="538235"/>
                </a:solidFill>
                <a:latin typeface="Tahoma"/>
                <a:cs typeface="Tahoma"/>
              </a:rPr>
              <a:t>b) whose </a:t>
            </a:r>
            <a:r>
              <a:rPr sz="1200" spc="-5" dirty="0">
                <a:solidFill>
                  <a:srgbClr val="538235"/>
                </a:solidFill>
                <a:latin typeface="Tahoma"/>
                <a:cs typeface="Tahoma"/>
              </a:rPr>
              <a:t>order </a:t>
            </a:r>
            <a:r>
              <a:rPr sz="1200" spc="-10" dirty="0">
                <a:solidFill>
                  <a:srgbClr val="538235"/>
                </a:solidFill>
                <a:latin typeface="Tahoma"/>
                <a:cs typeface="Tahoma"/>
              </a:rPr>
              <a:t>is </a:t>
            </a:r>
            <a:r>
              <a:rPr sz="1200" dirty="0">
                <a:solidFill>
                  <a:srgbClr val="538235"/>
                </a:solidFill>
                <a:latin typeface="Tahoma"/>
                <a:cs typeface="Tahoma"/>
              </a:rPr>
              <a:t>a very </a:t>
            </a:r>
            <a:r>
              <a:rPr sz="1200" spc="-5" dirty="0">
                <a:solidFill>
                  <a:srgbClr val="538235"/>
                </a:solidFill>
                <a:latin typeface="Tahoma"/>
                <a:cs typeface="Tahoma"/>
              </a:rPr>
              <a:t>large value </a:t>
            </a:r>
            <a:r>
              <a:rPr sz="1200" dirty="0">
                <a:solidFill>
                  <a:srgbClr val="538235"/>
                </a:solidFill>
                <a:latin typeface="Tahoma"/>
                <a:cs typeface="Tahoma"/>
              </a:rPr>
              <a:t>n. </a:t>
            </a:r>
            <a:r>
              <a:rPr sz="1200" spc="-5" dirty="0">
                <a:solidFill>
                  <a:srgbClr val="538235"/>
                </a:solidFill>
                <a:latin typeface="Tahoma"/>
                <a:cs typeface="Tahoma"/>
              </a:rPr>
              <a:t>The </a:t>
            </a:r>
            <a:r>
              <a:rPr sz="1200" dirty="0">
                <a:solidFill>
                  <a:srgbClr val="538235"/>
                </a:solidFill>
                <a:latin typeface="Tahoma"/>
                <a:cs typeface="Tahoma"/>
              </a:rPr>
              <a:t>order n </a:t>
            </a:r>
            <a:r>
              <a:rPr sz="1200" spc="-5" dirty="0">
                <a:solidFill>
                  <a:srgbClr val="538235"/>
                </a:solidFill>
                <a:latin typeface="Tahoma"/>
                <a:cs typeface="Tahoma"/>
              </a:rPr>
              <a:t>of </a:t>
            </a:r>
            <a:r>
              <a:rPr sz="1200" dirty="0">
                <a:solidFill>
                  <a:srgbClr val="538235"/>
                </a:solidFill>
                <a:latin typeface="Tahoma"/>
                <a:cs typeface="Tahoma"/>
              </a:rPr>
              <a:t>a </a:t>
            </a:r>
            <a:r>
              <a:rPr sz="1200" spc="-5" dirty="0">
                <a:solidFill>
                  <a:srgbClr val="538235"/>
                </a:solidFill>
                <a:latin typeface="Tahoma"/>
                <a:cs typeface="Tahoma"/>
              </a:rPr>
              <a:t>point </a:t>
            </a:r>
            <a:r>
              <a:rPr sz="1200" dirty="0">
                <a:solidFill>
                  <a:srgbClr val="538235"/>
                </a:solidFill>
                <a:latin typeface="Tahoma"/>
                <a:cs typeface="Tahoma"/>
              </a:rPr>
              <a:t>G </a:t>
            </a:r>
            <a:r>
              <a:rPr sz="1200" spc="-5" dirty="0">
                <a:solidFill>
                  <a:srgbClr val="538235"/>
                </a:solidFill>
                <a:latin typeface="Tahoma"/>
                <a:cs typeface="Tahoma"/>
              </a:rPr>
              <a:t>on an elliptic </a:t>
            </a:r>
            <a:r>
              <a:rPr sz="1200" dirty="0">
                <a:solidFill>
                  <a:srgbClr val="538235"/>
                </a:solidFill>
                <a:latin typeface="Tahoma"/>
                <a:cs typeface="Tahoma"/>
              </a:rPr>
              <a:t> </a:t>
            </a:r>
            <a:r>
              <a:rPr sz="1200" spc="-5" dirty="0">
                <a:solidFill>
                  <a:srgbClr val="538235"/>
                </a:solidFill>
                <a:latin typeface="Tahoma"/>
                <a:cs typeface="Tahoma"/>
              </a:rPr>
              <a:t>curve</a:t>
            </a:r>
            <a:r>
              <a:rPr sz="1200" spc="50" dirty="0">
                <a:solidFill>
                  <a:srgbClr val="538235"/>
                </a:solidFill>
                <a:latin typeface="Tahoma"/>
                <a:cs typeface="Tahoma"/>
              </a:rPr>
              <a:t> </a:t>
            </a:r>
            <a:r>
              <a:rPr sz="1200" spc="-10" dirty="0">
                <a:solidFill>
                  <a:srgbClr val="538235"/>
                </a:solidFill>
                <a:latin typeface="Tahoma"/>
                <a:cs typeface="Tahoma"/>
              </a:rPr>
              <a:t>is</a:t>
            </a:r>
            <a:r>
              <a:rPr sz="1200" spc="45" dirty="0">
                <a:solidFill>
                  <a:srgbClr val="538235"/>
                </a:solidFill>
                <a:latin typeface="Tahoma"/>
                <a:cs typeface="Tahoma"/>
              </a:rPr>
              <a:t> </a:t>
            </a:r>
            <a:r>
              <a:rPr sz="1200" dirty="0">
                <a:solidFill>
                  <a:srgbClr val="538235"/>
                </a:solidFill>
                <a:latin typeface="Tahoma"/>
                <a:cs typeface="Tahoma"/>
              </a:rPr>
              <a:t>the</a:t>
            </a:r>
            <a:r>
              <a:rPr sz="1200" spc="50" dirty="0">
                <a:solidFill>
                  <a:srgbClr val="538235"/>
                </a:solidFill>
                <a:latin typeface="Tahoma"/>
                <a:cs typeface="Tahoma"/>
              </a:rPr>
              <a:t> </a:t>
            </a:r>
            <a:r>
              <a:rPr sz="1200" spc="-5" dirty="0">
                <a:solidFill>
                  <a:srgbClr val="538235"/>
                </a:solidFill>
                <a:latin typeface="Tahoma"/>
                <a:cs typeface="Tahoma"/>
              </a:rPr>
              <a:t>smallest</a:t>
            </a:r>
            <a:r>
              <a:rPr sz="1200" spc="50" dirty="0">
                <a:solidFill>
                  <a:srgbClr val="538235"/>
                </a:solidFill>
                <a:latin typeface="Tahoma"/>
                <a:cs typeface="Tahoma"/>
              </a:rPr>
              <a:t> </a:t>
            </a:r>
            <a:r>
              <a:rPr sz="1200" spc="-5" dirty="0">
                <a:solidFill>
                  <a:srgbClr val="538235"/>
                </a:solidFill>
                <a:latin typeface="Tahoma"/>
                <a:cs typeface="Tahoma"/>
              </a:rPr>
              <a:t>positive</a:t>
            </a:r>
            <a:r>
              <a:rPr sz="1200" spc="55" dirty="0">
                <a:solidFill>
                  <a:srgbClr val="538235"/>
                </a:solidFill>
                <a:latin typeface="Tahoma"/>
                <a:cs typeface="Tahoma"/>
              </a:rPr>
              <a:t> </a:t>
            </a:r>
            <a:r>
              <a:rPr sz="1200" dirty="0">
                <a:solidFill>
                  <a:srgbClr val="538235"/>
                </a:solidFill>
                <a:latin typeface="Tahoma"/>
                <a:cs typeface="Tahoma"/>
              </a:rPr>
              <a:t>integer</a:t>
            </a:r>
            <a:r>
              <a:rPr sz="1200" spc="60" dirty="0">
                <a:solidFill>
                  <a:srgbClr val="538235"/>
                </a:solidFill>
                <a:latin typeface="Tahoma"/>
                <a:cs typeface="Tahoma"/>
              </a:rPr>
              <a:t> </a:t>
            </a:r>
            <a:r>
              <a:rPr sz="1200" dirty="0">
                <a:solidFill>
                  <a:srgbClr val="538235"/>
                </a:solidFill>
                <a:latin typeface="Tahoma"/>
                <a:cs typeface="Tahoma"/>
              </a:rPr>
              <a:t>n</a:t>
            </a:r>
            <a:r>
              <a:rPr sz="1200" spc="55" dirty="0">
                <a:solidFill>
                  <a:srgbClr val="538235"/>
                </a:solidFill>
                <a:latin typeface="Tahoma"/>
                <a:cs typeface="Tahoma"/>
              </a:rPr>
              <a:t> </a:t>
            </a:r>
            <a:r>
              <a:rPr sz="1200" spc="-5" dirty="0">
                <a:solidFill>
                  <a:srgbClr val="538235"/>
                </a:solidFill>
                <a:latin typeface="Tahoma"/>
                <a:cs typeface="Tahoma"/>
              </a:rPr>
              <a:t>such</a:t>
            </a:r>
            <a:r>
              <a:rPr sz="1200" spc="55" dirty="0">
                <a:solidFill>
                  <a:srgbClr val="538235"/>
                </a:solidFill>
                <a:latin typeface="Tahoma"/>
                <a:cs typeface="Tahoma"/>
              </a:rPr>
              <a:t> </a:t>
            </a:r>
            <a:r>
              <a:rPr sz="1200" dirty="0">
                <a:solidFill>
                  <a:srgbClr val="538235"/>
                </a:solidFill>
                <a:latin typeface="Tahoma"/>
                <a:cs typeface="Tahoma"/>
              </a:rPr>
              <a:t>that</a:t>
            </a:r>
            <a:r>
              <a:rPr sz="1200" spc="60" dirty="0">
                <a:solidFill>
                  <a:srgbClr val="538235"/>
                </a:solidFill>
                <a:latin typeface="Tahoma"/>
                <a:cs typeface="Tahoma"/>
              </a:rPr>
              <a:t> </a:t>
            </a:r>
            <a:r>
              <a:rPr sz="1200" dirty="0">
                <a:solidFill>
                  <a:srgbClr val="538235"/>
                </a:solidFill>
                <a:latin typeface="Tahoma"/>
                <a:cs typeface="Tahoma"/>
              </a:rPr>
              <a:t>nG</a:t>
            </a:r>
            <a:r>
              <a:rPr sz="1200" spc="50" dirty="0">
                <a:solidFill>
                  <a:srgbClr val="538235"/>
                </a:solidFill>
                <a:latin typeface="Tahoma"/>
                <a:cs typeface="Tahoma"/>
              </a:rPr>
              <a:t> </a:t>
            </a:r>
            <a:r>
              <a:rPr sz="1200" dirty="0">
                <a:solidFill>
                  <a:srgbClr val="538235"/>
                </a:solidFill>
                <a:latin typeface="Tahoma"/>
                <a:cs typeface="Tahoma"/>
              </a:rPr>
              <a:t>=</a:t>
            </a:r>
            <a:r>
              <a:rPr sz="1200" spc="45" dirty="0">
                <a:solidFill>
                  <a:srgbClr val="538235"/>
                </a:solidFill>
                <a:latin typeface="Tahoma"/>
                <a:cs typeface="Tahoma"/>
              </a:rPr>
              <a:t> </a:t>
            </a:r>
            <a:r>
              <a:rPr sz="1200" spc="-20" dirty="0">
                <a:solidFill>
                  <a:srgbClr val="538235"/>
                </a:solidFill>
                <a:latin typeface="Tahoma"/>
                <a:cs typeface="Tahoma"/>
              </a:rPr>
              <a:t>O.</a:t>
            </a:r>
            <a:r>
              <a:rPr sz="1200" spc="45" dirty="0">
                <a:solidFill>
                  <a:srgbClr val="538235"/>
                </a:solidFill>
                <a:latin typeface="Tahoma"/>
                <a:cs typeface="Tahoma"/>
              </a:rPr>
              <a:t> </a:t>
            </a:r>
            <a:r>
              <a:rPr sz="1200" dirty="0">
                <a:solidFill>
                  <a:srgbClr val="538235"/>
                </a:solidFill>
                <a:latin typeface="Tahoma"/>
                <a:cs typeface="Tahoma"/>
              </a:rPr>
              <a:t>So</a:t>
            </a:r>
            <a:r>
              <a:rPr sz="1200" spc="25" dirty="0">
                <a:solidFill>
                  <a:srgbClr val="538235"/>
                </a:solidFill>
                <a:latin typeface="Tahoma"/>
                <a:cs typeface="Tahoma"/>
              </a:rPr>
              <a:t> </a:t>
            </a:r>
            <a:r>
              <a:rPr sz="1200" spc="-5" dirty="0">
                <a:solidFill>
                  <a:srgbClr val="538235"/>
                </a:solidFill>
                <a:latin typeface="Tahoma"/>
                <a:cs typeface="Tahoma"/>
              </a:rPr>
              <a:t>E</a:t>
            </a:r>
            <a:r>
              <a:rPr sz="1200" spc="-7" baseline="-20833" dirty="0">
                <a:solidFill>
                  <a:srgbClr val="538235"/>
                </a:solidFill>
                <a:latin typeface="Tahoma"/>
                <a:cs typeface="Tahoma"/>
              </a:rPr>
              <a:t>q</a:t>
            </a:r>
            <a:r>
              <a:rPr sz="1200" spc="-5" dirty="0">
                <a:solidFill>
                  <a:srgbClr val="538235"/>
                </a:solidFill>
                <a:latin typeface="Tahoma"/>
                <a:cs typeface="Tahoma"/>
              </a:rPr>
              <a:t>(a,</a:t>
            </a:r>
            <a:r>
              <a:rPr sz="1200" spc="50" dirty="0">
                <a:solidFill>
                  <a:srgbClr val="538235"/>
                </a:solidFill>
                <a:latin typeface="Tahoma"/>
                <a:cs typeface="Tahoma"/>
              </a:rPr>
              <a:t> </a:t>
            </a:r>
            <a:r>
              <a:rPr sz="1200" dirty="0">
                <a:solidFill>
                  <a:srgbClr val="538235"/>
                </a:solidFill>
                <a:latin typeface="Tahoma"/>
                <a:cs typeface="Tahoma"/>
              </a:rPr>
              <a:t>b)</a:t>
            </a:r>
            <a:r>
              <a:rPr sz="1200" spc="50" dirty="0">
                <a:solidFill>
                  <a:srgbClr val="538235"/>
                </a:solidFill>
                <a:latin typeface="Tahoma"/>
                <a:cs typeface="Tahoma"/>
              </a:rPr>
              <a:t> </a:t>
            </a:r>
            <a:r>
              <a:rPr sz="1200" spc="-5" dirty="0">
                <a:solidFill>
                  <a:srgbClr val="538235"/>
                </a:solidFill>
                <a:latin typeface="Tahoma"/>
                <a:cs typeface="Tahoma"/>
              </a:rPr>
              <a:t>and</a:t>
            </a:r>
            <a:r>
              <a:rPr sz="1200" spc="40" dirty="0">
                <a:solidFill>
                  <a:srgbClr val="538235"/>
                </a:solidFill>
                <a:latin typeface="Tahoma"/>
                <a:cs typeface="Tahoma"/>
              </a:rPr>
              <a:t> </a:t>
            </a:r>
            <a:r>
              <a:rPr sz="1200" dirty="0">
                <a:solidFill>
                  <a:srgbClr val="538235"/>
                </a:solidFill>
                <a:latin typeface="Tahoma"/>
                <a:cs typeface="Tahoma"/>
              </a:rPr>
              <a:t>G</a:t>
            </a:r>
            <a:r>
              <a:rPr sz="1200" spc="45" dirty="0">
                <a:solidFill>
                  <a:srgbClr val="538235"/>
                </a:solidFill>
                <a:latin typeface="Tahoma"/>
                <a:cs typeface="Tahoma"/>
              </a:rPr>
              <a:t> </a:t>
            </a:r>
            <a:r>
              <a:rPr sz="1200" spc="-5" dirty="0">
                <a:solidFill>
                  <a:srgbClr val="538235"/>
                </a:solidFill>
                <a:latin typeface="Tahoma"/>
                <a:cs typeface="Tahoma"/>
              </a:rPr>
              <a:t>are</a:t>
            </a:r>
            <a:r>
              <a:rPr sz="1200" spc="25" dirty="0">
                <a:solidFill>
                  <a:srgbClr val="538235"/>
                </a:solidFill>
                <a:latin typeface="Tahoma"/>
                <a:cs typeface="Tahoma"/>
              </a:rPr>
              <a:t> </a:t>
            </a:r>
            <a:r>
              <a:rPr sz="1200" spc="-5" dirty="0">
                <a:solidFill>
                  <a:srgbClr val="538235"/>
                </a:solidFill>
                <a:latin typeface="Tahoma"/>
                <a:cs typeface="Tahoma"/>
              </a:rPr>
              <a:t>parameters </a:t>
            </a:r>
            <a:r>
              <a:rPr sz="1200" spc="-365" dirty="0">
                <a:solidFill>
                  <a:srgbClr val="538235"/>
                </a:solidFill>
                <a:latin typeface="Tahoma"/>
                <a:cs typeface="Tahoma"/>
              </a:rPr>
              <a:t> </a:t>
            </a:r>
            <a:r>
              <a:rPr sz="1200" spc="-5" dirty="0">
                <a:solidFill>
                  <a:srgbClr val="538235"/>
                </a:solidFill>
                <a:latin typeface="Tahoma"/>
                <a:cs typeface="Tahoma"/>
              </a:rPr>
              <a:t>of </a:t>
            </a:r>
            <a:r>
              <a:rPr sz="1200" dirty="0">
                <a:solidFill>
                  <a:srgbClr val="538235"/>
                </a:solidFill>
                <a:latin typeface="Tahoma"/>
                <a:cs typeface="Tahoma"/>
              </a:rPr>
              <a:t>the </a:t>
            </a:r>
            <a:r>
              <a:rPr sz="1200" spc="-5" dirty="0">
                <a:solidFill>
                  <a:srgbClr val="538235"/>
                </a:solidFill>
                <a:latin typeface="Tahoma"/>
                <a:cs typeface="Tahoma"/>
              </a:rPr>
              <a:t>cryptosystem known </a:t>
            </a:r>
            <a:r>
              <a:rPr sz="1200" dirty="0">
                <a:solidFill>
                  <a:srgbClr val="538235"/>
                </a:solidFill>
                <a:latin typeface="Tahoma"/>
                <a:cs typeface="Tahoma"/>
              </a:rPr>
              <a:t>to </a:t>
            </a:r>
            <a:r>
              <a:rPr sz="1200" spc="-10" dirty="0">
                <a:solidFill>
                  <a:srgbClr val="538235"/>
                </a:solidFill>
                <a:latin typeface="Tahoma"/>
                <a:cs typeface="Tahoma"/>
              </a:rPr>
              <a:t>all </a:t>
            </a:r>
            <a:r>
              <a:rPr sz="1200" spc="-5" dirty="0">
                <a:solidFill>
                  <a:srgbClr val="538235"/>
                </a:solidFill>
                <a:latin typeface="Tahoma"/>
                <a:cs typeface="Tahoma"/>
              </a:rPr>
              <a:t>participants. </a:t>
            </a:r>
            <a:r>
              <a:rPr sz="1200" dirty="0">
                <a:solidFill>
                  <a:srgbClr val="538235"/>
                </a:solidFill>
                <a:latin typeface="Tahoma"/>
                <a:cs typeface="Tahoma"/>
              </a:rPr>
              <a:t>A </a:t>
            </a:r>
            <a:r>
              <a:rPr sz="1200" spc="-5" dirty="0">
                <a:solidFill>
                  <a:srgbClr val="538235"/>
                </a:solidFill>
                <a:latin typeface="Tahoma"/>
                <a:cs typeface="Tahoma"/>
              </a:rPr>
              <a:t>key exchange between </a:t>
            </a:r>
            <a:r>
              <a:rPr sz="1200" dirty="0">
                <a:solidFill>
                  <a:srgbClr val="538235"/>
                </a:solidFill>
                <a:latin typeface="Tahoma"/>
                <a:cs typeface="Tahoma"/>
              </a:rPr>
              <a:t>users A </a:t>
            </a:r>
            <a:r>
              <a:rPr sz="1200" spc="-5" dirty="0">
                <a:solidFill>
                  <a:srgbClr val="538235"/>
                </a:solidFill>
                <a:latin typeface="Tahoma"/>
                <a:cs typeface="Tahoma"/>
              </a:rPr>
              <a:t>and </a:t>
            </a:r>
            <a:r>
              <a:rPr sz="1200" dirty="0">
                <a:solidFill>
                  <a:srgbClr val="538235"/>
                </a:solidFill>
                <a:latin typeface="Tahoma"/>
                <a:cs typeface="Tahoma"/>
              </a:rPr>
              <a:t>B </a:t>
            </a:r>
            <a:r>
              <a:rPr sz="1200" spc="-15" dirty="0">
                <a:solidFill>
                  <a:srgbClr val="538235"/>
                </a:solidFill>
                <a:latin typeface="Tahoma"/>
                <a:cs typeface="Tahoma"/>
              </a:rPr>
              <a:t>can </a:t>
            </a:r>
            <a:r>
              <a:rPr sz="1200" spc="-10" dirty="0">
                <a:solidFill>
                  <a:srgbClr val="538235"/>
                </a:solidFill>
                <a:latin typeface="Tahoma"/>
                <a:cs typeface="Tahoma"/>
              </a:rPr>
              <a:t> </a:t>
            </a:r>
            <a:r>
              <a:rPr sz="1200" dirty="0">
                <a:solidFill>
                  <a:srgbClr val="538235"/>
                </a:solidFill>
                <a:latin typeface="Tahoma"/>
                <a:cs typeface="Tahoma"/>
              </a:rPr>
              <a:t>then be </a:t>
            </a:r>
            <a:r>
              <a:rPr sz="1200" spc="-5" dirty="0">
                <a:solidFill>
                  <a:srgbClr val="538235"/>
                </a:solidFill>
                <a:latin typeface="Tahoma"/>
                <a:cs typeface="Tahoma"/>
              </a:rPr>
              <a:t>accomplished as shown. </a:t>
            </a:r>
            <a:r>
              <a:rPr sz="1200" spc="-65" dirty="0">
                <a:solidFill>
                  <a:srgbClr val="538235"/>
                </a:solidFill>
                <a:latin typeface="Tahoma"/>
                <a:cs typeface="Tahoma"/>
              </a:rPr>
              <a:t>To </a:t>
            </a:r>
            <a:r>
              <a:rPr sz="1200" spc="-5" dirty="0">
                <a:solidFill>
                  <a:srgbClr val="538235"/>
                </a:solidFill>
                <a:latin typeface="Tahoma"/>
                <a:cs typeface="Tahoma"/>
              </a:rPr>
              <a:t>break this scheme, an attacker would need </a:t>
            </a:r>
            <a:r>
              <a:rPr sz="1200" dirty="0">
                <a:solidFill>
                  <a:srgbClr val="538235"/>
                </a:solidFill>
                <a:latin typeface="Tahoma"/>
                <a:cs typeface="Tahoma"/>
              </a:rPr>
              <a:t>to be </a:t>
            </a:r>
            <a:r>
              <a:rPr sz="1200" spc="-5" dirty="0">
                <a:solidFill>
                  <a:srgbClr val="538235"/>
                </a:solidFill>
                <a:latin typeface="Tahoma"/>
                <a:cs typeface="Tahoma"/>
              </a:rPr>
              <a:t>able </a:t>
            </a:r>
            <a:r>
              <a:rPr sz="1200" spc="5" dirty="0">
                <a:solidFill>
                  <a:srgbClr val="538235"/>
                </a:solidFill>
                <a:latin typeface="Tahoma"/>
                <a:cs typeface="Tahoma"/>
              </a:rPr>
              <a:t>to </a:t>
            </a:r>
            <a:r>
              <a:rPr sz="1200" spc="10" dirty="0">
                <a:solidFill>
                  <a:srgbClr val="538235"/>
                </a:solidFill>
                <a:latin typeface="Tahoma"/>
                <a:cs typeface="Tahoma"/>
              </a:rPr>
              <a:t> </a:t>
            </a:r>
            <a:r>
              <a:rPr sz="1200" spc="-5" dirty="0">
                <a:solidFill>
                  <a:srgbClr val="538235"/>
                </a:solidFill>
                <a:latin typeface="Tahoma"/>
                <a:cs typeface="Tahoma"/>
              </a:rPr>
              <a:t>compute</a:t>
            </a:r>
            <a:r>
              <a:rPr sz="1200" dirty="0">
                <a:solidFill>
                  <a:srgbClr val="538235"/>
                </a:solidFill>
                <a:latin typeface="Tahoma"/>
                <a:cs typeface="Tahoma"/>
              </a:rPr>
              <a:t> </a:t>
            </a:r>
            <a:r>
              <a:rPr sz="1250" spc="-25" dirty="0">
                <a:solidFill>
                  <a:srgbClr val="538235"/>
                </a:solidFill>
                <a:latin typeface="Tahoma"/>
                <a:cs typeface="Tahoma"/>
              </a:rPr>
              <a:t>k</a:t>
            </a:r>
            <a:r>
              <a:rPr sz="1250" spc="-30" dirty="0">
                <a:solidFill>
                  <a:srgbClr val="538235"/>
                </a:solidFill>
                <a:latin typeface="Tahoma"/>
                <a:cs typeface="Tahoma"/>
              </a:rPr>
              <a:t> </a:t>
            </a:r>
            <a:r>
              <a:rPr sz="1200" spc="-5" dirty="0">
                <a:solidFill>
                  <a:srgbClr val="538235"/>
                </a:solidFill>
                <a:latin typeface="Tahoma"/>
                <a:cs typeface="Tahoma"/>
              </a:rPr>
              <a:t>given</a:t>
            </a:r>
            <a:r>
              <a:rPr sz="1200" spc="10" dirty="0">
                <a:solidFill>
                  <a:srgbClr val="538235"/>
                </a:solidFill>
                <a:latin typeface="Tahoma"/>
                <a:cs typeface="Tahoma"/>
              </a:rPr>
              <a:t> </a:t>
            </a:r>
            <a:r>
              <a:rPr sz="1250" spc="-35" dirty="0">
                <a:solidFill>
                  <a:srgbClr val="538235"/>
                </a:solidFill>
                <a:latin typeface="Tahoma"/>
                <a:cs typeface="Tahoma"/>
              </a:rPr>
              <a:t>G</a:t>
            </a:r>
            <a:r>
              <a:rPr sz="1250" spc="-20" dirty="0">
                <a:solidFill>
                  <a:srgbClr val="538235"/>
                </a:solidFill>
                <a:latin typeface="Tahoma"/>
                <a:cs typeface="Tahoma"/>
              </a:rPr>
              <a:t> </a:t>
            </a:r>
            <a:r>
              <a:rPr sz="1200" spc="-5" dirty="0">
                <a:solidFill>
                  <a:srgbClr val="538235"/>
                </a:solidFill>
                <a:latin typeface="Tahoma"/>
                <a:cs typeface="Tahoma"/>
              </a:rPr>
              <a:t>and</a:t>
            </a:r>
            <a:r>
              <a:rPr sz="1200" spc="15" dirty="0">
                <a:solidFill>
                  <a:srgbClr val="538235"/>
                </a:solidFill>
                <a:latin typeface="Tahoma"/>
                <a:cs typeface="Tahoma"/>
              </a:rPr>
              <a:t> </a:t>
            </a:r>
            <a:r>
              <a:rPr sz="1250" spc="-30" dirty="0">
                <a:solidFill>
                  <a:srgbClr val="538235"/>
                </a:solidFill>
                <a:latin typeface="Tahoma"/>
                <a:cs typeface="Tahoma"/>
              </a:rPr>
              <a:t>kG,</a:t>
            </a:r>
            <a:r>
              <a:rPr sz="1250" spc="-15" dirty="0">
                <a:solidFill>
                  <a:srgbClr val="538235"/>
                </a:solidFill>
                <a:latin typeface="Tahoma"/>
                <a:cs typeface="Tahoma"/>
              </a:rPr>
              <a:t> </a:t>
            </a:r>
            <a:r>
              <a:rPr sz="1200" spc="-5" dirty="0">
                <a:solidFill>
                  <a:srgbClr val="538235"/>
                </a:solidFill>
                <a:latin typeface="Tahoma"/>
                <a:cs typeface="Tahoma"/>
              </a:rPr>
              <a:t>which</a:t>
            </a:r>
            <a:r>
              <a:rPr sz="1200" spc="10" dirty="0">
                <a:solidFill>
                  <a:srgbClr val="538235"/>
                </a:solidFill>
                <a:latin typeface="Tahoma"/>
                <a:cs typeface="Tahoma"/>
              </a:rPr>
              <a:t> </a:t>
            </a:r>
            <a:r>
              <a:rPr sz="1200" spc="-10" dirty="0">
                <a:solidFill>
                  <a:srgbClr val="538235"/>
                </a:solidFill>
                <a:latin typeface="Tahoma"/>
                <a:cs typeface="Tahoma"/>
              </a:rPr>
              <a:t>is</a:t>
            </a:r>
            <a:r>
              <a:rPr sz="1200" spc="20" dirty="0">
                <a:solidFill>
                  <a:srgbClr val="538235"/>
                </a:solidFill>
                <a:latin typeface="Tahoma"/>
                <a:cs typeface="Tahoma"/>
              </a:rPr>
              <a:t> </a:t>
            </a:r>
            <a:r>
              <a:rPr sz="1200" spc="-5" dirty="0">
                <a:solidFill>
                  <a:srgbClr val="538235"/>
                </a:solidFill>
                <a:latin typeface="Tahoma"/>
                <a:cs typeface="Tahoma"/>
              </a:rPr>
              <a:t>assumed</a:t>
            </a:r>
            <a:r>
              <a:rPr sz="1200" spc="15" dirty="0">
                <a:solidFill>
                  <a:srgbClr val="538235"/>
                </a:solidFill>
                <a:latin typeface="Tahoma"/>
                <a:cs typeface="Tahoma"/>
              </a:rPr>
              <a:t> </a:t>
            </a:r>
            <a:r>
              <a:rPr sz="1200" spc="-5" dirty="0">
                <a:solidFill>
                  <a:srgbClr val="538235"/>
                </a:solidFill>
                <a:latin typeface="Tahoma"/>
                <a:cs typeface="Tahoma"/>
              </a:rPr>
              <a:t>hard.</a:t>
            </a:r>
            <a:endParaRPr sz="1200">
              <a:latin typeface="Tahoma"/>
              <a:cs typeface="Tahoma"/>
            </a:endParaRPr>
          </a:p>
          <a:p>
            <a:pPr>
              <a:lnSpc>
                <a:spcPct val="100000"/>
              </a:lnSpc>
              <a:spcBef>
                <a:spcPts val="5"/>
              </a:spcBef>
            </a:pPr>
            <a:endParaRPr sz="1300">
              <a:latin typeface="Tahoma"/>
              <a:cs typeface="Tahoma"/>
            </a:endParaRPr>
          </a:p>
          <a:p>
            <a:pPr marL="127000">
              <a:lnSpc>
                <a:spcPct val="100000"/>
              </a:lnSpc>
            </a:pPr>
            <a:r>
              <a:rPr sz="1200" dirty="0">
                <a:solidFill>
                  <a:srgbClr val="538235"/>
                </a:solidFill>
                <a:latin typeface="Tahoma"/>
                <a:cs typeface="Tahoma"/>
              </a:rPr>
              <a:t>A</a:t>
            </a:r>
            <a:r>
              <a:rPr sz="1200" spc="5" dirty="0">
                <a:solidFill>
                  <a:srgbClr val="538235"/>
                </a:solidFill>
                <a:latin typeface="Tahoma"/>
                <a:cs typeface="Tahoma"/>
              </a:rPr>
              <a:t> </a:t>
            </a:r>
            <a:r>
              <a:rPr sz="1200" spc="-5" dirty="0">
                <a:solidFill>
                  <a:srgbClr val="538235"/>
                </a:solidFill>
                <a:latin typeface="Tahoma"/>
                <a:cs typeface="Tahoma"/>
              </a:rPr>
              <a:t>key</a:t>
            </a:r>
            <a:r>
              <a:rPr sz="1200" spc="10" dirty="0">
                <a:solidFill>
                  <a:srgbClr val="538235"/>
                </a:solidFill>
                <a:latin typeface="Tahoma"/>
                <a:cs typeface="Tahoma"/>
              </a:rPr>
              <a:t> </a:t>
            </a:r>
            <a:r>
              <a:rPr sz="1200" spc="-5" dirty="0">
                <a:solidFill>
                  <a:srgbClr val="538235"/>
                </a:solidFill>
                <a:latin typeface="Tahoma"/>
                <a:cs typeface="Tahoma"/>
              </a:rPr>
              <a:t>exchange</a:t>
            </a:r>
            <a:r>
              <a:rPr sz="1200" spc="10" dirty="0">
                <a:solidFill>
                  <a:srgbClr val="538235"/>
                </a:solidFill>
                <a:latin typeface="Tahoma"/>
                <a:cs typeface="Tahoma"/>
              </a:rPr>
              <a:t> </a:t>
            </a:r>
            <a:r>
              <a:rPr sz="1200" spc="-5" dirty="0">
                <a:solidFill>
                  <a:srgbClr val="538235"/>
                </a:solidFill>
                <a:latin typeface="Tahoma"/>
                <a:cs typeface="Tahoma"/>
              </a:rPr>
              <a:t>between</a:t>
            </a:r>
            <a:r>
              <a:rPr sz="1200" spc="15" dirty="0">
                <a:solidFill>
                  <a:srgbClr val="538235"/>
                </a:solidFill>
                <a:latin typeface="Tahoma"/>
                <a:cs typeface="Tahoma"/>
              </a:rPr>
              <a:t> </a:t>
            </a:r>
            <a:r>
              <a:rPr sz="1200" spc="-5" dirty="0">
                <a:solidFill>
                  <a:srgbClr val="538235"/>
                </a:solidFill>
                <a:latin typeface="Tahoma"/>
                <a:cs typeface="Tahoma"/>
              </a:rPr>
              <a:t>users</a:t>
            </a:r>
            <a:r>
              <a:rPr sz="1200" spc="45" dirty="0">
                <a:solidFill>
                  <a:srgbClr val="538235"/>
                </a:solidFill>
                <a:latin typeface="Tahoma"/>
                <a:cs typeface="Tahoma"/>
              </a:rPr>
              <a:t> </a:t>
            </a:r>
            <a:r>
              <a:rPr sz="1200" dirty="0">
                <a:solidFill>
                  <a:srgbClr val="538235"/>
                </a:solidFill>
                <a:latin typeface="Tahoma"/>
                <a:cs typeface="Tahoma"/>
              </a:rPr>
              <a:t>A</a:t>
            </a:r>
            <a:r>
              <a:rPr sz="1200" spc="15" dirty="0">
                <a:solidFill>
                  <a:srgbClr val="538235"/>
                </a:solidFill>
                <a:latin typeface="Tahoma"/>
                <a:cs typeface="Tahoma"/>
              </a:rPr>
              <a:t> </a:t>
            </a:r>
            <a:r>
              <a:rPr sz="1200" spc="-5" dirty="0">
                <a:solidFill>
                  <a:srgbClr val="538235"/>
                </a:solidFill>
                <a:latin typeface="Tahoma"/>
                <a:cs typeface="Tahoma"/>
              </a:rPr>
              <a:t>and </a:t>
            </a:r>
            <a:r>
              <a:rPr sz="1200" dirty="0">
                <a:solidFill>
                  <a:srgbClr val="538235"/>
                </a:solidFill>
                <a:latin typeface="Tahoma"/>
                <a:cs typeface="Tahoma"/>
              </a:rPr>
              <a:t>B </a:t>
            </a:r>
            <a:r>
              <a:rPr sz="1200" spc="-5" dirty="0">
                <a:solidFill>
                  <a:srgbClr val="538235"/>
                </a:solidFill>
                <a:latin typeface="Tahoma"/>
                <a:cs typeface="Tahoma"/>
              </a:rPr>
              <a:t>can</a:t>
            </a:r>
            <a:r>
              <a:rPr sz="1200" spc="15" dirty="0">
                <a:solidFill>
                  <a:srgbClr val="538235"/>
                </a:solidFill>
                <a:latin typeface="Tahoma"/>
                <a:cs typeface="Tahoma"/>
              </a:rPr>
              <a:t> </a:t>
            </a:r>
            <a:r>
              <a:rPr sz="1200" dirty="0">
                <a:solidFill>
                  <a:srgbClr val="538235"/>
                </a:solidFill>
                <a:latin typeface="Tahoma"/>
                <a:cs typeface="Tahoma"/>
              </a:rPr>
              <a:t>be </a:t>
            </a:r>
            <a:r>
              <a:rPr sz="1200" spc="-10" dirty="0">
                <a:solidFill>
                  <a:srgbClr val="538235"/>
                </a:solidFill>
                <a:latin typeface="Tahoma"/>
                <a:cs typeface="Tahoma"/>
              </a:rPr>
              <a:t>accomplished</a:t>
            </a:r>
            <a:r>
              <a:rPr sz="1200" spc="45" dirty="0">
                <a:solidFill>
                  <a:srgbClr val="538235"/>
                </a:solidFill>
                <a:latin typeface="Tahoma"/>
                <a:cs typeface="Tahoma"/>
              </a:rPr>
              <a:t> </a:t>
            </a:r>
            <a:r>
              <a:rPr sz="1200" spc="-5" dirty="0">
                <a:solidFill>
                  <a:srgbClr val="538235"/>
                </a:solidFill>
                <a:latin typeface="Tahoma"/>
                <a:cs typeface="Tahoma"/>
              </a:rPr>
              <a:t>as</a:t>
            </a:r>
            <a:r>
              <a:rPr sz="1200" dirty="0">
                <a:solidFill>
                  <a:srgbClr val="538235"/>
                </a:solidFill>
                <a:latin typeface="Tahoma"/>
                <a:cs typeface="Tahoma"/>
              </a:rPr>
              <a:t> </a:t>
            </a:r>
            <a:r>
              <a:rPr sz="1200" spc="-10" dirty="0">
                <a:solidFill>
                  <a:srgbClr val="538235"/>
                </a:solidFill>
                <a:latin typeface="Tahoma"/>
                <a:cs typeface="Tahoma"/>
              </a:rPr>
              <a:t>follows</a:t>
            </a:r>
            <a:endParaRPr sz="1200">
              <a:latin typeface="Tahoma"/>
              <a:cs typeface="Tahoma"/>
            </a:endParaRPr>
          </a:p>
          <a:p>
            <a:pPr>
              <a:lnSpc>
                <a:spcPct val="100000"/>
              </a:lnSpc>
              <a:spcBef>
                <a:spcPts val="5"/>
              </a:spcBef>
            </a:pPr>
            <a:endParaRPr sz="1250">
              <a:latin typeface="Tahoma"/>
              <a:cs typeface="Tahoma"/>
            </a:endParaRPr>
          </a:p>
          <a:p>
            <a:pPr marL="327660" indent="-201295">
              <a:lnSpc>
                <a:spcPct val="100000"/>
              </a:lnSpc>
              <a:buFont typeface="Tahoma"/>
              <a:buAutoNum type="arabicPeriod"/>
              <a:tabLst>
                <a:tab pos="328295" algn="l"/>
              </a:tabLst>
            </a:pPr>
            <a:r>
              <a:rPr sz="1200" dirty="0">
                <a:solidFill>
                  <a:srgbClr val="538235"/>
                </a:solidFill>
                <a:latin typeface="Tahoma"/>
                <a:cs typeface="Tahoma"/>
              </a:rPr>
              <a:t>A</a:t>
            </a:r>
            <a:r>
              <a:rPr sz="1200" spc="35" dirty="0">
                <a:solidFill>
                  <a:srgbClr val="538235"/>
                </a:solidFill>
                <a:latin typeface="Tahoma"/>
                <a:cs typeface="Tahoma"/>
              </a:rPr>
              <a:t> </a:t>
            </a:r>
            <a:r>
              <a:rPr sz="1200" spc="-10" dirty="0">
                <a:solidFill>
                  <a:srgbClr val="538235"/>
                </a:solidFill>
                <a:latin typeface="Tahoma"/>
                <a:cs typeface="Tahoma"/>
              </a:rPr>
              <a:t>selects</a:t>
            </a:r>
            <a:r>
              <a:rPr sz="1200" spc="50" dirty="0">
                <a:solidFill>
                  <a:srgbClr val="538235"/>
                </a:solidFill>
                <a:latin typeface="Tahoma"/>
                <a:cs typeface="Tahoma"/>
              </a:rPr>
              <a:t> </a:t>
            </a:r>
            <a:r>
              <a:rPr sz="1200" spc="-5" dirty="0">
                <a:solidFill>
                  <a:srgbClr val="538235"/>
                </a:solidFill>
                <a:latin typeface="Tahoma"/>
                <a:cs typeface="Tahoma"/>
              </a:rPr>
              <a:t>an</a:t>
            </a:r>
            <a:r>
              <a:rPr sz="1200" spc="65" dirty="0">
                <a:solidFill>
                  <a:srgbClr val="538235"/>
                </a:solidFill>
                <a:latin typeface="Tahoma"/>
                <a:cs typeface="Tahoma"/>
              </a:rPr>
              <a:t> </a:t>
            </a:r>
            <a:r>
              <a:rPr sz="1200" dirty="0">
                <a:solidFill>
                  <a:srgbClr val="538235"/>
                </a:solidFill>
                <a:latin typeface="Tahoma"/>
                <a:cs typeface="Tahoma"/>
              </a:rPr>
              <a:t>integer</a:t>
            </a:r>
            <a:r>
              <a:rPr sz="1200" spc="60" dirty="0">
                <a:solidFill>
                  <a:srgbClr val="538235"/>
                </a:solidFill>
                <a:latin typeface="Tahoma"/>
                <a:cs typeface="Tahoma"/>
              </a:rPr>
              <a:t> </a:t>
            </a:r>
            <a:r>
              <a:rPr sz="1200" dirty="0">
                <a:solidFill>
                  <a:srgbClr val="538235"/>
                </a:solidFill>
                <a:latin typeface="Tahoma"/>
                <a:cs typeface="Tahoma"/>
              </a:rPr>
              <a:t>nA</a:t>
            </a:r>
            <a:r>
              <a:rPr sz="1200" spc="60" dirty="0">
                <a:solidFill>
                  <a:srgbClr val="538235"/>
                </a:solidFill>
                <a:latin typeface="Tahoma"/>
                <a:cs typeface="Tahoma"/>
              </a:rPr>
              <a:t> </a:t>
            </a:r>
            <a:r>
              <a:rPr sz="1200" spc="-10" dirty="0">
                <a:solidFill>
                  <a:srgbClr val="538235"/>
                </a:solidFill>
                <a:latin typeface="Tahoma"/>
                <a:cs typeface="Tahoma"/>
              </a:rPr>
              <a:t>less</a:t>
            </a:r>
            <a:r>
              <a:rPr sz="1200" spc="45" dirty="0">
                <a:solidFill>
                  <a:srgbClr val="538235"/>
                </a:solidFill>
                <a:latin typeface="Tahoma"/>
                <a:cs typeface="Tahoma"/>
              </a:rPr>
              <a:t> </a:t>
            </a:r>
            <a:r>
              <a:rPr sz="1200" dirty="0">
                <a:solidFill>
                  <a:srgbClr val="538235"/>
                </a:solidFill>
                <a:latin typeface="Tahoma"/>
                <a:cs typeface="Tahoma"/>
              </a:rPr>
              <a:t>than</a:t>
            </a:r>
            <a:r>
              <a:rPr sz="1200" spc="65" dirty="0">
                <a:solidFill>
                  <a:srgbClr val="538235"/>
                </a:solidFill>
                <a:latin typeface="Tahoma"/>
                <a:cs typeface="Tahoma"/>
              </a:rPr>
              <a:t> </a:t>
            </a:r>
            <a:r>
              <a:rPr sz="1200" dirty="0">
                <a:solidFill>
                  <a:srgbClr val="538235"/>
                </a:solidFill>
                <a:latin typeface="Tahoma"/>
                <a:cs typeface="Tahoma"/>
              </a:rPr>
              <a:t>n.</a:t>
            </a:r>
            <a:r>
              <a:rPr sz="1200" spc="50" dirty="0">
                <a:solidFill>
                  <a:srgbClr val="538235"/>
                </a:solidFill>
                <a:latin typeface="Tahoma"/>
                <a:cs typeface="Tahoma"/>
              </a:rPr>
              <a:t> </a:t>
            </a:r>
            <a:r>
              <a:rPr sz="1200" spc="-5" dirty="0">
                <a:solidFill>
                  <a:srgbClr val="538235"/>
                </a:solidFill>
                <a:latin typeface="Tahoma"/>
                <a:cs typeface="Tahoma"/>
              </a:rPr>
              <a:t>This</a:t>
            </a:r>
            <a:r>
              <a:rPr sz="1200" spc="55" dirty="0">
                <a:solidFill>
                  <a:srgbClr val="538235"/>
                </a:solidFill>
                <a:latin typeface="Tahoma"/>
                <a:cs typeface="Tahoma"/>
              </a:rPr>
              <a:t> </a:t>
            </a:r>
            <a:r>
              <a:rPr sz="1200" spc="-10" dirty="0">
                <a:solidFill>
                  <a:srgbClr val="538235"/>
                </a:solidFill>
                <a:latin typeface="Tahoma"/>
                <a:cs typeface="Tahoma"/>
              </a:rPr>
              <a:t>is</a:t>
            </a:r>
            <a:r>
              <a:rPr sz="1200" spc="70" dirty="0">
                <a:solidFill>
                  <a:srgbClr val="538235"/>
                </a:solidFill>
                <a:latin typeface="Tahoma"/>
                <a:cs typeface="Tahoma"/>
              </a:rPr>
              <a:t> </a:t>
            </a:r>
            <a:r>
              <a:rPr sz="1200" spc="-40" dirty="0">
                <a:solidFill>
                  <a:srgbClr val="538235"/>
                </a:solidFill>
                <a:latin typeface="Tahoma"/>
                <a:cs typeface="Tahoma"/>
              </a:rPr>
              <a:t>A’s</a:t>
            </a:r>
            <a:r>
              <a:rPr sz="1200" spc="50" dirty="0">
                <a:solidFill>
                  <a:srgbClr val="538235"/>
                </a:solidFill>
                <a:latin typeface="Tahoma"/>
                <a:cs typeface="Tahoma"/>
              </a:rPr>
              <a:t> </a:t>
            </a:r>
            <a:r>
              <a:rPr sz="1200" spc="-10" dirty="0">
                <a:solidFill>
                  <a:srgbClr val="538235"/>
                </a:solidFill>
                <a:latin typeface="Tahoma"/>
                <a:cs typeface="Tahoma"/>
              </a:rPr>
              <a:t>private</a:t>
            </a:r>
            <a:r>
              <a:rPr sz="1200" spc="50" dirty="0">
                <a:solidFill>
                  <a:srgbClr val="538235"/>
                </a:solidFill>
                <a:latin typeface="Tahoma"/>
                <a:cs typeface="Tahoma"/>
              </a:rPr>
              <a:t> </a:t>
            </a:r>
            <a:r>
              <a:rPr sz="1200" spc="-30" dirty="0">
                <a:solidFill>
                  <a:srgbClr val="538235"/>
                </a:solidFill>
                <a:latin typeface="Tahoma"/>
                <a:cs typeface="Tahoma"/>
              </a:rPr>
              <a:t>key.</a:t>
            </a:r>
            <a:r>
              <a:rPr sz="1200" spc="60" dirty="0">
                <a:solidFill>
                  <a:srgbClr val="538235"/>
                </a:solidFill>
                <a:latin typeface="Tahoma"/>
                <a:cs typeface="Tahoma"/>
              </a:rPr>
              <a:t> </a:t>
            </a:r>
            <a:r>
              <a:rPr sz="1200" dirty="0">
                <a:solidFill>
                  <a:srgbClr val="538235"/>
                </a:solidFill>
                <a:latin typeface="Tahoma"/>
                <a:cs typeface="Tahoma"/>
              </a:rPr>
              <a:t>A</a:t>
            </a:r>
            <a:r>
              <a:rPr sz="1200" spc="30" dirty="0">
                <a:solidFill>
                  <a:srgbClr val="538235"/>
                </a:solidFill>
                <a:latin typeface="Tahoma"/>
                <a:cs typeface="Tahoma"/>
              </a:rPr>
              <a:t> </a:t>
            </a:r>
            <a:r>
              <a:rPr sz="1200" dirty="0">
                <a:solidFill>
                  <a:srgbClr val="538235"/>
                </a:solidFill>
                <a:latin typeface="Tahoma"/>
                <a:cs typeface="Tahoma"/>
              </a:rPr>
              <a:t>then</a:t>
            </a:r>
            <a:r>
              <a:rPr sz="1200" spc="65" dirty="0">
                <a:solidFill>
                  <a:srgbClr val="538235"/>
                </a:solidFill>
                <a:latin typeface="Tahoma"/>
                <a:cs typeface="Tahoma"/>
              </a:rPr>
              <a:t> </a:t>
            </a:r>
            <a:r>
              <a:rPr sz="1200" spc="-10" dirty="0">
                <a:solidFill>
                  <a:srgbClr val="538235"/>
                </a:solidFill>
                <a:latin typeface="Tahoma"/>
                <a:cs typeface="Tahoma"/>
              </a:rPr>
              <a:t>generates</a:t>
            </a:r>
            <a:r>
              <a:rPr sz="1200" spc="50" dirty="0">
                <a:solidFill>
                  <a:srgbClr val="538235"/>
                </a:solidFill>
                <a:latin typeface="Tahoma"/>
                <a:cs typeface="Tahoma"/>
              </a:rPr>
              <a:t> </a:t>
            </a:r>
            <a:r>
              <a:rPr sz="1200" dirty="0">
                <a:solidFill>
                  <a:srgbClr val="538235"/>
                </a:solidFill>
                <a:latin typeface="Tahoma"/>
                <a:cs typeface="Tahoma"/>
              </a:rPr>
              <a:t>a</a:t>
            </a:r>
            <a:r>
              <a:rPr sz="1200" spc="55" dirty="0">
                <a:solidFill>
                  <a:srgbClr val="538235"/>
                </a:solidFill>
                <a:latin typeface="Tahoma"/>
                <a:cs typeface="Tahoma"/>
              </a:rPr>
              <a:t> </a:t>
            </a:r>
            <a:r>
              <a:rPr sz="1200" spc="-5" dirty="0">
                <a:solidFill>
                  <a:srgbClr val="538235"/>
                </a:solidFill>
                <a:latin typeface="Tahoma"/>
                <a:cs typeface="Tahoma"/>
              </a:rPr>
              <a:t>public</a:t>
            </a:r>
            <a:r>
              <a:rPr sz="1200" spc="55" dirty="0">
                <a:solidFill>
                  <a:srgbClr val="538235"/>
                </a:solidFill>
                <a:latin typeface="Tahoma"/>
                <a:cs typeface="Tahoma"/>
              </a:rPr>
              <a:t> </a:t>
            </a:r>
            <a:r>
              <a:rPr sz="1200" spc="-5" dirty="0">
                <a:solidFill>
                  <a:srgbClr val="538235"/>
                </a:solidFill>
                <a:latin typeface="Tahoma"/>
                <a:cs typeface="Tahoma"/>
              </a:rPr>
              <a:t>key</a:t>
            </a:r>
            <a:endParaRPr sz="1200">
              <a:latin typeface="Tahoma"/>
              <a:cs typeface="Tahoma"/>
            </a:endParaRPr>
          </a:p>
          <a:p>
            <a:pPr marL="127000">
              <a:lnSpc>
                <a:spcPct val="100000"/>
              </a:lnSpc>
              <a:spcBef>
                <a:spcPts val="720"/>
              </a:spcBef>
            </a:pPr>
            <a:r>
              <a:rPr sz="1200" spc="-10" dirty="0">
                <a:solidFill>
                  <a:srgbClr val="538235"/>
                </a:solidFill>
                <a:latin typeface="Tahoma"/>
                <a:cs typeface="Tahoma"/>
              </a:rPr>
              <a:t>P</a:t>
            </a:r>
            <a:r>
              <a:rPr sz="1200" spc="-15" baseline="-20833" dirty="0">
                <a:solidFill>
                  <a:srgbClr val="538235"/>
                </a:solidFill>
                <a:latin typeface="Tahoma"/>
                <a:cs typeface="Tahoma"/>
              </a:rPr>
              <a:t>A</a:t>
            </a:r>
            <a:r>
              <a:rPr sz="1200" spc="172" baseline="-20833"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n</a:t>
            </a:r>
            <a:r>
              <a:rPr sz="1200" spc="-7" baseline="-20833" dirty="0">
                <a:solidFill>
                  <a:srgbClr val="538235"/>
                </a:solidFill>
                <a:latin typeface="Tahoma"/>
                <a:cs typeface="Tahoma"/>
              </a:rPr>
              <a:t>A</a:t>
            </a:r>
            <a:r>
              <a:rPr sz="1200" spc="202" baseline="-20833" dirty="0">
                <a:solidFill>
                  <a:srgbClr val="538235"/>
                </a:solidFill>
                <a:latin typeface="Tahoma"/>
                <a:cs typeface="Tahoma"/>
              </a:rPr>
              <a:t> </a:t>
            </a:r>
            <a:r>
              <a:rPr sz="1200" dirty="0">
                <a:solidFill>
                  <a:srgbClr val="538235"/>
                </a:solidFill>
                <a:latin typeface="Tahoma"/>
                <a:cs typeface="Tahoma"/>
              </a:rPr>
              <a:t>*</a:t>
            </a:r>
            <a:r>
              <a:rPr sz="1200" spc="-25" dirty="0">
                <a:solidFill>
                  <a:srgbClr val="538235"/>
                </a:solidFill>
                <a:latin typeface="Tahoma"/>
                <a:cs typeface="Tahoma"/>
              </a:rPr>
              <a:t> </a:t>
            </a:r>
            <a:r>
              <a:rPr sz="1200" spc="-10" dirty="0">
                <a:solidFill>
                  <a:srgbClr val="538235"/>
                </a:solidFill>
                <a:latin typeface="Tahoma"/>
                <a:cs typeface="Tahoma"/>
              </a:rPr>
              <a:t>G;</a:t>
            </a:r>
            <a:r>
              <a:rPr sz="1200" spc="15"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5" dirty="0">
                <a:solidFill>
                  <a:srgbClr val="538235"/>
                </a:solidFill>
                <a:latin typeface="Tahoma"/>
                <a:cs typeface="Tahoma"/>
              </a:rPr>
              <a:t>public</a:t>
            </a:r>
            <a:r>
              <a:rPr sz="1200" spc="5" dirty="0">
                <a:solidFill>
                  <a:srgbClr val="538235"/>
                </a:solidFill>
                <a:latin typeface="Tahoma"/>
                <a:cs typeface="Tahoma"/>
              </a:rPr>
              <a:t> </a:t>
            </a:r>
            <a:r>
              <a:rPr sz="1200" spc="-5" dirty="0">
                <a:solidFill>
                  <a:srgbClr val="538235"/>
                </a:solidFill>
                <a:latin typeface="Tahoma"/>
                <a:cs typeface="Tahoma"/>
              </a:rPr>
              <a:t>key</a:t>
            </a:r>
            <a:r>
              <a:rPr sz="1200" spc="-20" dirty="0">
                <a:solidFill>
                  <a:srgbClr val="538235"/>
                </a:solidFill>
                <a:latin typeface="Tahoma"/>
                <a:cs typeface="Tahoma"/>
              </a:rPr>
              <a:t> </a:t>
            </a:r>
            <a:r>
              <a:rPr sz="1200" spc="-10" dirty="0">
                <a:solidFill>
                  <a:srgbClr val="538235"/>
                </a:solidFill>
                <a:latin typeface="Tahoma"/>
                <a:cs typeface="Tahoma"/>
              </a:rPr>
              <a:t>is</a:t>
            </a:r>
            <a:r>
              <a:rPr sz="1200" spc="20" dirty="0">
                <a:solidFill>
                  <a:srgbClr val="538235"/>
                </a:solidFill>
                <a:latin typeface="Tahoma"/>
                <a:cs typeface="Tahoma"/>
              </a:rPr>
              <a:t> </a:t>
            </a:r>
            <a:r>
              <a:rPr sz="1200" dirty="0">
                <a:solidFill>
                  <a:srgbClr val="538235"/>
                </a:solidFill>
                <a:latin typeface="Tahoma"/>
                <a:cs typeface="Tahoma"/>
              </a:rPr>
              <a:t>a </a:t>
            </a:r>
            <a:r>
              <a:rPr sz="1200" spc="-5" dirty="0">
                <a:solidFill>
                  <a:srgbClr val="538235"/>
                </a:solidFill>
                <a:latin typeface="Tahoma"/>
                <a:cs typeface="Tahoma"/>
              </a:rPr>
              <a:t>point</a:t>
            </a:r>
            <a:r>
              <a:rPr sz="1200" spc="-10" dirty="0">
                <a:solidFill>
                  <a:srgbClr val="538235"/>
                </a:solidFill>
                <a:latin typeface="Tahoma"/>
                <a:cs typeface="Tahoma"/>
              </a:rPr>
              <a:t> in</a:t>
            </a:r>
            <a:r>
              <a:rPr sz="1200" spc="10" dirty="0">
                <a:solidFill>
                  <a:srgbClr val="538235"/>
                </a:solidFill>
                <a:latin typeface="Tahoma"/>
                <a:cs typeface="Tahoma"/>
              </a:rPr>
              <a:t> </a:t>
            </a:r>
            <a:r>
              <a:rPr sz="1200" spc="-5" dirty="0">
                <a:solidFill>
                  <a:srgbClr val="538235"/>
                </a:solidFill>
                <a:latin typeface="Tahoma"/>
                <a:cs typeface="Tahoma"/>
              </a:rPr>
              <a:t>Eq(a,</a:t>
            </a:r>
            <a:r>
              <a:rPr sz="1200" dirty="0">
                <a:solidFill>
                  <a:srgbClr val="538235"/>
                </a:solidFill>
                <a:latin typeface="Tahoma"/>
                <a:cs typeface="Tahoma"/>
              </a:rPr>
              <a:t> b).</a:t>
            </a:r>
            <a:endParaRPr sz="1200">
              <a:latin typeface="Tahoma"/>
              <a:cs typeface="Tahoma"/>
            </a:endParaRPr>
          </a:p>
          <a:p>
            <a:pPr>
              <a:lnSpc>
                <a:spcPct val="100000"/>
              </a:lnSpc>
              <a:spcBef>
                <a:spcPts val="25"/>
              </a:spcBef>
            </a:pPr>
            <a:endParaRPr sz="1250">
              <a:latin typeface="Tahoma"/>
              <a:cs typeface="Tahoma"/>
            </a:endParaRPr>
          </a:p>
          <a:p>
            <a:pPr marL="315595" indent="-189230">
              <a:lnSpc>
                <a:spcPct val="100000"/>
              </a:lnSpc>
              <a:spcBef>
                <a:spcPts val="5"/>
              </a:spcBef>
              <a:buFont typeface="Tahoma"/>
              <a:buAutoNum type="arabicPeriod" startAt="2"/>
              <a:tabLst>
                <a:tab pos="316230" algn="l"/>
              </a:tabLst>
            </a:pPr>
            <a:r>
              <a:rPr sz="1200" dirty="0">
                <a:solidFill>
                  <a:srgbClr val="538235"/>
                </a:solidFill>
                <a:latin typeface="Tahoma"/>
                <a:cs typeface="Tahoma"/>
              </a:rPr>
              <a:t>B </a:t>
            </a:r>
            <a:r>
              <a:rPr sz="1200" spc="-10" dirty="0">
                <a:solidFill>
                  <a:srgbClr val="538235"/>
                </a:solidFill>
                <a:latin typeface="Tahoma"/>
                <a:cs typeface="Tahoma"/>
              </a:rPr>
              <a:t>similarly</a:t>
            </a:r>
            <a:r>
              <a:rPr sz="1200" spc="80" dirty="0">
                <a:solidFill>
                  <a:srgbClr val="538235"/>
                </a:solidFill>
                <a:latin typeface="Tahoma"/>
                <a:cs typeface="Tahoma"/>
              </a:rPr>
              <a:t> </a:t>
            </a:r>
            <a:r>
              <a:rPr sz="1200" spc="-10" dirty="0">
                <a:solidFill>
                  <a:srgbClr val="538235"/>
                </a:solidFill>
                <a:latin typeface="Tahoma"/>
                <a:cs typeface="Tahoma"/>
              </a:rPr>
              <a:t>selects</a:t>
            </a:r>
            <a:r>
              <a:rPr sz="1200" spc="15" dirty="0">
                <a:solidFill>
                  <a:srgbClr val="538235"/>
                </a:solidFill>
                <a:latin typeface="Tahoma"/>
                <a:cs typeface="Tahoma"/>
              </a:rPr>
              <a:t> </a:t>
            </a:r>
            <a:r>
              <a:rPr sz="1200" dirty="0">
                <a:solidFill>
                  <a:srgbClr val="538235"/>
                </a:solidFill>
                <a:latin typeface="Tahoma"/>
                <a:cs typeface="Tahoma"/>
              </a:rPr>
              <a:t>a </a:t>
            </a:r>
            <a:r>
              <a:rPr sz="1200" spc="-5" dirty="0">
                <a:solidFill>
                  <a:srgbClr val="538235"/>
                </a:solidFill>
                <a:latin typeface="Tahoma"/>
                <a:cs typeface="Tahoma"/>
              </a:rPr>
              <a:t>private</a:t>
            </a:r>
            <a:r>
              <a:rPr sz="1200" spc="-10" dirty="0">
                <a:solidFill>
                  <a:srgbClr val="538235"/>
                </a:solidFill>
                <a:latin typeface="Tahoma"/>
                <a:cs typeface="Tahoma"/>
              </a:rPr>
              <a:t> </a:t>
            </a:r>
            <a:r>
              <a:rPr sz="1200" spc="-5" dirty="0">
                <a:solidFill>
                  <a:srgbClr val="538235"/>
                </a:solidFill>
                <a:latin typeface="Tahoma"/>
                <a:cs typeface="Tahoma"/>
              </a:rPr>
              <a:t>key</a:t>
            </a:r>
            <a:r>
              <a:rPr sz="1200" spc="15" dirty="0">
                <a:solidFill>
                  <a:srgbClr val="538235"/>
                </a:solidFill>
                <a:latin typeface="Tahoma"/>
                <a:cs typeface="Tahoma"/>
              </a:rPr>
              <a:t> </a:t>
            </a:r>
            <a:r>
              <a:rPr sz="1200" spc="-5" dirty="0">
                <a:solidFill>
                  <a:srgbClr val="538235"/>
                </a:solidFill>
                <a:latin typeface="Tahoma"/>
                <a:cs typeface="Tahoma"/>
              </a:rPr>
              <a:t>n</a:t>
            </a:r>
            <a:r>
              <a:rPr sz="1200" spc="-7" baseline="-20833" dirty="0">
                <a:solidFill>
                  <a:srgbClr val="538235"/>
                </a:solidFill>
                <a:latin typeface="Tahoma"/>
                <a:cs typeface="Tahoma"/>
              </a:rPr>
              <a:t>B</a:t>
            </a:r>
            <a:r>
              <a:rPr sz="1200" spc="179" baseline="-20833" dirty="0">
                <a:solidFill>
                  <a:srgbClr val="538235"/>
                </a:solidFill>
                <a:latin typeface="Tahoma"/>
                <a:cs typeface="Tahoma"/>
              </a:rPr>
              <a:t> </a:t>
            </a:r>
            <a:r>
              <a:rPr sz="1200" spc="-5" dirty="0">
                <a:solidFill>
                  <a:srgbClr val="538235"/>
                </a:solidFill>
                <a:latin typeface="Tahoma"/>
                <a:cs typeface="Tahoma"/>
              </a:rPr>
              <a:t>and</a:t>
            </a:r>
            <a:r>
              <a:rPr sz="1200" spc="20" dirty="0">
                <a:solidFill>
                  <a:srgbClr val="538235"/>
                </a:solidFill>
                <a:latin typeface="Tahoma"/>
                <a:cs typeface="Tahoma"/>
              </a:rPr>
              <a:t> </a:t>
            </a:r>
            <a:r>
              <a:rPr sz="1200" spc="-5" dirty="0">
                <a:solidFill>
                  <a:srgbClr val="538235"/>
                </a:solidFill>
                <a:latin typeface="Tahoma"/>
                <a:cs typeface="Tahoma"/>
              </a:rPr>
              <a:t>computes </a:t>
            </a:r>
            <a:r>
              <a:rPr sz="1200" dirty="0">
                <a:solidFill>
                  <a:srgbClr val="538235"/>
                </a:solidFill>
                <a:latin typeface="Tahoma"/>
                <a:cs typeface="Tahoma"/>
              </a:rPr>
              <a:t>a</a:t>
            </a:r>
            <a:r>
              <a:rPr sz="1200" spc="5" dirty="0">
                <a:solidFill>
                  <a:srgbClr val="538235"/>
                </a:solidFill>
                <a:latin typeface="Tahoma"/>
                <a:cs typeface="Tahoma"/>
              </a:rPr>
              <a:t> </a:t>
            </a:r>
            <a:r>
              <a:rPr sz="1200" spc="-5" dirty="0">
                <a:solidFill>
                  <a:srgbClr val="538235"/>
                </a:solidFill>
                <a:latin typeface="Tahoma"/>
                <a:cs typeface="Tahoma"/>
              </a:rPr>
              <a:t>public</a:t>
            </a:r>
            <a:r>
              <a:rPr sz="1200" spc="-15" dirty="0">
                <a:solidFill>
                  <a:srgbClr val="538235"/>
                </a:solidFill>
                <a:latin typeface="Tahoma"/>
                <a:cs typeface="Tahoma"/>
              </a:rPr>
              <a:t> </a:t>
            </a:r>
            <a:r>
              <a:rPr sz="1200" spc="-5" dirty="0">
                <a:solidFill>
                  <a:srgbClr val="538235"/>
                </a:solidFill>
                <a:latin typeface="Tahoma"/>
                <a:cs typeface="Tahoma"/>
              </a:rPr>
              <a:t>key</a:t>
            </a:r>
            <a:r>
              <a:rPr sz="1200" spc="10" dirty="0">
                <a:solidFill>
                  <a:srgbClr val="538235"/>
                </a:solidFill>
                <a:latin typeface="Tahoma"/>
                <a:cs typeface="Tahoma"/>
              </a:rPr>
              <a:t> </a:t>
            </a:r>
            <a:r>
              <a:rPr sz="1200" spc="-5" dirty="0">
                <a:solidFill>
                  <a:srgbClr val="538235"/>
                </a:solidFill>
                <a:latin typeface="Tahoma"/>
                <a:cs typeface="Tahoma"/>
              </a:rPr>
              <a:t>P</a:t>
            </a:r>
            <a:r>
              <a:rPr sz="1200" spc="-7" baseline="-20833" dirty="0">
                <a:solidFill>
                  <a:srgbClr val="538235"/>
                </a:solidFill>
                <a:latin typeface="Tahoma"/>
                <a:cs typeface="Tahoma"/>
              </a:rPr>
              <a:t>B</a:t>
            </a:r>
            <a:r>
              <a:rPr sz="1200" spc="-5" dirty="0">
                <a:solidFill>
                  <a:srgbClr val="538235"/>
                </a:solidFill>
                <a:latin typeface="Tahoma"/>
                <a:cs typeface="Tahoma"/>
              </a:rPr>
              <a:t>.</a:t>
            </a:r>
            <a:endParaRPr sz="1200">
              <a:latin typeface="Tahoma"/>
              <a:cs typeface="Tahoma"/>
            </a:endParaRPr>
          </a:p>
          <a:p>
            <a:pPr marL="316230" marR="1699260" indent="-316230">
              <a:lnSpc>
                <a:spcPts val="2950"/>
              </a:lnSpc>
              <a:spcBef>
                <a:spcPts val="350"/>
              </a:spcBef>
              <a:buFont typeface="Tahoma"/>
              <a:buAutoNum type="arabicPeriod" startAt="2"/>
              <a:tabLst>
                <a:tab pos="316230" algn="l"/>
              </a:tabLst>
            </a:pPr>
            <a:r>
              <a:rPr sz="1200" dirty="0">
                <a:solidFill>
                  <a:srgbClr val="538235"/>
                </a:solidFill>
                <a:latin typeface="Tahoma"/>
                <a:cs typeface="Tahoma"/>
              </a:rPr>
              <a:t>A</a:t>
            </a:r>
            <a:r>
              <a:rPr sz="1200" spc="10" dirty="0">
                <a:solidFill>
                  <a:srgbClr val="538235"/>
                </a:solidFill>
                <a:latin typeface="Tahoma"/>
                <a:cs typeface="Tahoma"/>
              </a:rPr>
              <a:t> </a:t>
            </a:r>
            <a:r>
              <a:rPr sz="1200" spc="-10" dirty="0">
                <a:solidFill>
                  <a:srgbClr val="538235"/>
                </a:solidFill>
                <a:latin typeface="Tahoma"/>
                <a:cs typeface="Tahoma"/>
              </a:rPr>
              <a:t>generates</a:t>
            </a:r>
            <a:r>
              <a:rPr sz="1200" spc="30" dirty="0">
                <a:solidFill>
                  <a:srgbClr val="538235"/>
                </a:solidFill>
                <a:latin typeface="Tahoma"/>
                <a:cs typeface="Tahoma"/>
              </a:rPr>
              <a:t> </a:t>
            </a:r>
            <a:r>
              <a:rPr sz="1200" dirty="0">
                <a:solidFill>
                  <a:srgbClr val="538235"/>
                </a:solidFill>
                <a:latin typeface="Tahoma"/>
                <a:cs typeface="Tahoma"/>
              </a:rPr>
              <a:t>the</a:t>
            </a:r>
            <a:r>
              <a:rPr sz="1200" spc="10" dirty="0">
                <a:solidFill>
                  <a:srgbClr val="538235"/>
                </a:solidFill>
                <a:latin typeface="Tahoma"/>
                <a:cs typeface="Tahoma"/>
              </a:rPr>
              <a:t> </a:t>
            </a:r>
            <a:r>
              <a:rPr sz="1200" spc="-10" dirty="0">
                <a:solidFill>
                  <a:srgbClr val="538235"/>
                </a:solidFill>
                <a:latin typeface="Tahoma"/>
                <a:cs typeface="Tahoma"/>
              </a:rPr>
              <a:t>secret</a:t>
            </a:r>
            <a:r>
              <a:rPr sz="1200" spc="40" dirty="0">
                <a:solidFill>
                  <a:srgbClr val="538235"/>
                </a:solidFill>
                <a:latin typeface="Tahoma"/>
                <a:cs typeface="Tahoma"/>
              </a:rPr>
              <a:t> </a:t>
            </a:r>
            <a:r>
              <a:rPr sz="1200" spc="-5" dirty="0">
                <a:solidFill>
                  <a:srgbClr val="538235"/>
                </a:solidFill>
                <a:latin typeface="Tahoma"/>
                <a:cs typeface="Tahoma"/>
              </a:rPr>
              <a:t>key</a:t>
            </a:r>
            <a:r>
              <a:rPr sz="1200" spc="15" dirty="0">
                <a:solidFill>
                  <a:srgbClr val="538235"/>
                </a:solidFill>
                <a:latin typeface="Tahoma"/>
                <a:cs typeface="Tahoma"/>
              </a:rPr>
              <a:t> </a:t>
            </a:r>
            <a:r>
              <a:rPr sz="1200" dirty="0">
                <a:solidFill>
                  <a:srgbClr val="538235"/>
                </a:solidFill>
                <a:latin typeface="Tahoma"/>
                <a:cs typeface="Tahoma"/>
              </a:rPr>
              <a:t>k</a:t>
            </a:r>
            <a:r>
              <a:rPr sz="1200" spc="-10"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n</a:t>
            </a:r>
            <a:r>
              <a:rPr sz="1200" spc="-7" baseline="-20833" dirty="0">
                <a:solidFill>
                  <a:srgbClr val="538235"/>
                </a:solidFill>
                <a:latin typeface="Tahoma"/>
                <a:cs typeface="Tahoma"/>
              </a:rPr>
              <a:t>A</a:t>
            </a:r>
            <a:r>
              <a:rPr sz="1200" spc="22" baseline="-20833"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P</a:t>
            </a:r>
            <a:r>
              <a:rPr sz="1200" spc="-7" baseline="-20833" dirty="0">
                <a:solidFill>
                  <a:srgbClr val="538235"/>
                </a:solidFill>
                <a:latin typeface="Tahoma"/>
                <a:cs typeface="Tahoma"/>
              </a:rPr>
              <a:t>B</a:t>
            </a:r>
            <a:r>
              <a:rPr sz="1200" spc="-5"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B</a:t>
            </a:r>
            <a:r>
              <a:rPr sz="1200" spc="25" dirty="0">
                <a:solidFill>
                  <a:srgbClr val="538235"/>
                </a:solidFill>
                <a:latin typeface="Tahoma"/>
                <a:cs typeface="Tahoma"/>
              </a:rPr>
              <a:t> </a:t>
            </a:r>
            <a:r>
              <a:rPr sz="1200" spc="-10" dirty="0">
                <a:solidFill>
                  <a:srgbClr val="538235"/>
                </a:solidFill>
                <a:latin typeface="Tahoma"/>
                <a:cs typeface="Tahoma"/>
              </a:rPr>
              <a:t>generates</a:t>
            </a:r>
            <a:r>
              <a:rPr sz="1200" spc="30" dirty="0">
                <a:solidFill>
                  <a:srgbClr val="538235"/>
                </a:solidFill>
                <a:latin typeface="Tahoma"/>
                <a:cs typeface="Tahoma"/>
              </a:rPr>
              <a:t> </a:t>
            </a:r>
            <a:r>
              <a:rPr sz="1200" dirty="0">
                <a:solidFill>
                  <a:srgbClr val="538235"/>
                </a:solidFill>
                <a:latin typeface="Tahoma"/>
                <a:cs typeface="Tahoma"/>
              </a:rPr>
              <a:t>the</a:t>
            </a:r>
            <a:r>
              <a:rPr sz="1200" spc="10" dirty="0">
                <a:solidFill>
                  <a:srgbClr val="538235"/>
                </a:solidFill>
                <a:latin typeface="Tahoma"/>
                <a:cs typeface="Tahoma"/>
              </a:rPr>
              <a:t> </a:t>
            </a:r>
            <a:r>
              <a:rPr sz="1200" spc="-10" dirty="0">
                <a:solidFill>
                  <a:srgbClr val="538235"/>
                </a:solidFill>
                <a:latin typeface="Tahoma"/>
                <a:cs typeface="Tahoma"/>
              </a:rPr>
              <a:t>secret</a:t>
            </a:r>
            <a:r>
              <a:rPr sz="1200" spc="40" dirty="0">
                <a:solidFill>
                  <a:srgbClr val="538235"/>
                </a:solidFill>
                <a:latin typeface="Tahoma"/>
                <a:cs typeface="Tahoma"/>
              </a:rPr>
              <a:t> </a:t>
            </a:r>
            <a:r>
              <a:rPr sz="1200" spc="-5" dirty="0">
                <a:solidFill>
                  <a:srgbClr val="538235"/>
                </a:solidFill>
                <a:latin typeface="Tahoma"/>
                <a:cs typeface="Tahoma"/>
              </a:rPr>
              <a:t>key </a:t>
            </a:r>
            <a:r>
              <a:rPr sz="1200" spc="-360" dirty="0">
                <a:solidFill>
                  <a:srgbClr val="538235"/>
                </a:solidFill>
                <a:latin typeface="Tahoma"/>
                <a:cs typeface="Tahoma"/>
              </a:rPr>
              <a:t> </a:t>
            </a:r>
            <a:r>
              <a:rPr sz="1200" dirty="0">
                <a:solidFill>
                  <a:srgbClr val="538235"/>
                </a:solidFill>
                <a:latin typeface="Tahoma"/>
                <a:cs typeface="Tahoma"/>
              </a:rPr>
              <a:t>k</a:t>
            </a:r>
            <a:r>
              <a:rPr sz="1200" spc="5"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n</a:t>
            </a:r>
            <a:r>
              <a:rPr sz="1200" spc="-7" baseline="-20833" dirty="0">
                <a:solidFill>
                  <a:srgbClr val="538235"/>
                </a:solidFill>
                <a:latin typeface="Tahoma"/>
                <a:cs typeface="Tahoma"/>
              </a:rPr>
              <a:t>B</a:t>
            </a:r>
            <a:r>
              <a:rPr sz="1200" baseline="-20833"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P</a:t>
            </a:r>
            <a:r>
              <a:rPr sz="1200" spc="-7" baseline="-20833" dirty="0">
                <a:solidFill>
                  <a:srgbClr val="538235"/>
                </a:solidFill>
                <a:latin typeface="Tahoma"/>
                <a:cs typeface="Tahoma"/>
              </a:rPr>
              <a:t>A</a:t>
            </a:r>
            <a:r>
              <a:rPr sz="1200" spc="-5" dirty="0">
                <a:solidFill>
                  <a:srgbClr val="538235"/>
                </a:solidFill>
                <a:latin typeface="Tahoma"/>
                <a:cs typeface="Tahoma"/>
              </a:rPr>
              <a:t>.</a:t>
            </a:r>
            <a:endParaRPr sz="1200">
              <a:latin typeface="Tahoma"/>
              <a:cs typeface="Tahoma"/>
            </a:endParaRPr>
          </a:p>
          <a:p>
            <a:pPr marL="812800" marR="2085339" indent="-686435">
              <a:lnSpc>
                <a:spcPts val="2950"/>
              </a:lnSpc>
              <a:spcBef>
                <a:spcPts val="30"/>
              </a:spcBef>
            </a:pPr>
            <a:r>
              <a:rPr sz="1200" spc="-5" dirty="0">
                <a:solidFill>
                  <a:srgbClr val="538235"/>
                </a:solidFill>
                <a:latin typeface="Tahoma"/>
                <a:cs typeface="Tahoma"/>
              </a:rPr>
              <a:t>The</a:t>
            </a:r>
            <a:r>
              <a:rPr sz="1200" spc="5" dirty="0">
                <a:solidFill>
                  <a:srgbClr val="538235"/>
                </a:solidFill>
                <a:latin typeface="Tahoma"/>
                <a:cs typeface="Tahoma"/>
              </a:rPr>
              <a:t> </a:t>
            </a:r>
            <a:r>
              <a:rPr sz="1200" dirty="0">
                <a:solidFill>
                  <a:srgbClr val="538235"/>
                </a:solidFill>
                <a:latin typeface="Tahoma"/>
                <a:cs typeface="Tahoma"/>
              </a:rPr>
              <a:t>two </a:t>
            </a:r>
            <a:r>
              <a:rPr sz="1200" spc="-10" dirty="0">
                <a:solidFill>
                  <a:srgbClr val="538235"/>
                </a:solidFill>
                <a:latin typeface="Tahoma"/>
                <a:cs typeface="Tahoma"/>
              </a:rPr>
              <a:t>calculations</a:t>
            </a:r>
            <a:r>
              <a:rPr sz="1200" spc="30" dirty="0">
                <a:solidFill>
                  <a:srgbClr val="538235"/>
                </a:solidFill>
                <a:latin typeface="Tahoma"/>
                <a:cs typeface="Tahoma"/>
              </a:rPr>
              <a:t> </a:t>
            </a:r>
            <a:r>
              <a:rPr sz="1200" spc="-10" dirty="0">
                <a:solidFill>
                  <a:srgbClr val="538235"/>
                </a:solidFill>
                <a:latin typeface="Tahoma"/>
                <a:cs typeface="Tahoma"/>
              </a:rPr>
              <a:t>in</a:t>
            </a:r>
            <a:r>
              <a:rPr sz="1200" spc="10" dirty="0">
                <a:solidFill>
                  <a:srgbClr val="538235"/>
                </a:solidFill>
                <a:latin typeface="Tahoma"/>
                <a:cs typeface="Tahoma"/>
              </a:rPr>
              <a:t> </a:t>
            </a:r>
            <a:r>
              <a:rPr sz="1200" spc="-5" dirty="0">
                <a:solidFill>
                  <a:srgbClr val="538235"/>
                </a:solidFill>
                <a:latin typeface="Tahoma"/>
                <a:cs typeface="Tahoma"/>
              </a:rPr>
              <a:t>step</a:t>
            </a:r>
            <a:r>
              <a:rPr sz="1200" spc="15" dirty="0">
                <a:solidFill>
                  <a:srgbClr val="538235"/>
                </a:solidFill>
                <a:latin typeface="Tahoma"/>
                <a:cs typeface="Tahoma"/>
              </a:rPr>
              <a:t> </a:t>
            </a:r>
            <a:r>
              <a:rPr sz="1200" dirty="0">
                <a:solidFill>
                  <a:srgbClr val="538235"/>
                </a:solidFill>
                <a:latin typeface="Tahoma"/>
                <a:cs typeface="Tahoma"/>
              </a:rPr>
              <a:t>3 produce</a:t>
            </a:r>
            <a:r>
              <a:rPr sz="1200" spc="-20"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5" dirty="0">
                <a:solidFill>
                  <a:srgbClr val="538235"/>
                </a:solidFill>
                <a:latin typeface="Tahoma"/>
                <a:cs typeface="Tahoma"/>
              </a:rPr>
              <a:t>same</a:t>
            </a:r>
            <a:r>
              <a:rPr sz="1200" spc="25" dirty="0">
                <a:solidFill>
                  <a:srgbClr val="538235"/>
                </a:solidFill>
                <a:latin typeface="Tahoma"/>
                <a:cs typeface="Tahoma"/>
              </a:rPr>
              <a:t> </a:t>
            </a:r>
            <a:r>
              <a:rPr sz="1200" spc="-10" dirty="0">
                <a:solidFill>
                  <a:srgbClr val="538235"/>
                </a:solidFill>
                <a:latin typeface="Tahoma"/>
                <a:cs typeface="Tahoma"/>
              </a:rPr>
              <a:t>result</a:t>
            </a:r>
            <a:r>
              <a:rPr sz="1200" spc="40" dirty="0">
                <a:solidFill>
                  <a:srgbClr val="538235"/>
                </a:solidFill>
                <a:latin typeface="Tahoma"/>
                <a:cs typeface="Tahoma"/>
              </a:rPr>
              <a:t> </a:t>
            </a:r>
            <a:r>
              <a:rPr sz="1200" spc="-5" dirty="0">
                <a:solidFill>
                  <a:srgbClr val="538235"/>
                </a:solidFill>
                <a:latin typeface="Tahoma"/>
                <a:cs typeface="Tahoma"/>
              </a:rPr>
              <a:t>because </a:t>
            </a:r>
            <a:r>
              <a:rPr sz="1200" spc="-360" dirty="0">
                <a:solidFill>
                  <a:srgbClr val="538235"/>
                </a:solidFill>
                <a:latin typeface="Tahoma"/>
                <a:cs typeface="Tahoma"/>
              </a:rPr>
              <a:t> </a:t>
            </a:r>
            <a:r>
              <a:rPr sz="1200" spc="-5" dirty="0">
                <a:solidFill>
                  <a:srgbClr val="538235"/>
                </a:solidFill>
                <a:latin typeface="Tahoma"/>
                <a:cs typeface="Tahoma"/>
              </a:rPr>
              <a:t>n</a:t>
            </a:r>
            <a:r>
              <a:rPr sz="1200" spc="-7" baseline="-20833" dirty="0">
                <a:solidFill>
                  <a:srgbClr val="538235"/>
                </a:solidFill>
                <a:latin typeface="Tahoma"/>
                <a:cs typeface="Tahoma"/>
              </a:rPr>
              <a:t>A</a:t>
            </a:r>
            <a:r>
              <a:rPr sz="1200" spc="195" baseline="-20833"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P</a:t>
            </a:r>
            <a:r>
              <a:rPr sz="1200" baseline="-20833" dirty="0">
                <a:solidFill>
                  <a:srgbClr val="538235"/>
                </a:solidFill>
                <a:latin typeface="Tahoma"/>
                <a:cs typeface="Tahoma"/>
              </a:rPr>
              <a:t>B</a:t>
            </a:r>
            <a:r>
              <a:rPr sz="1200" spc="-7" baseline="-20833"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n</a:t>
            </a:r>
            <a:r>
              <a:rPr sz="1200" spc="-7" baseline="-20833" dirty="0">
                <a:solidFill>
                  <a:srgbClr val="538235"/>
                </a:solidFill>
                <a:latin typeface="Tahoma"/>
                <a:cs typeface="Tahoma"/>
              </a:rPr>
              <a:t>A</a:t>
            </a:r>
            <a:r>
              <a:rPr sz="1200" spc="202" baseline="-20833" dirty="0">
                <a:solidFill>
                  <a:srgbClr val="538235"/>
                </a:solidFill>
                <a:latin typeface="Tahoma"/>
                <a:cs typeface="Tahoma"/>
              </a:rPr>
              <a:t> </a:t>
            </a:r>
            <a:r>
              <a:rPr sz="1200" dirty="0">
                <a:solidFill>
                  <a:srgbClr val="538235"/>
                </a:solidFill>
                <a:latin typeface="Tahoma"/>
                <a:cs typeface="Tahoma"/>
              </a:rPr>
              <a:t>*</a:t>
            </a:r>
            <a:r>
              <a:rPr sz="1200" spc="-30" dirty="0">
                <a:solidFill>
                  <a:srgbClr val="538235"/>
                </a:solidFill>
                <a:latin typeface="Tahoma"/>
                <a:cs typeface="Tahoma"/>
              </a:rPr>
              <a:t> </a:t>
            </a:r>
            <a:r>
              <a:rPr sz="1200" spc="-5" dirty="0">
                <a:solidFill>
                  <a:srgbClr val="538235"/>
                </a:solidFill>
                <a:latin typeface="Tahoma"/>
                <a:cs typeface="Tahoma"/>
              </a:rPr>
              <a:t>(n</a:t>
            </a:r>
            <a:r>
              <a:rPr sz="1200" spc="-7" baseline="-20833" dirty="0">
                <a:solidFill>
                  <a:srgbClr val="538235"/>
                </a:solidFill>
                <a:latin typeface="Tahoma"/>
                <a:cs typeface="Tahoma"/>
              </a:rPr>
              <a:t>B</a:t>
            </a:r>
            <a:r>
              <a:rPr sz="1200" spc="217" baseline="-20833"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G)</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n</a:t>
            </a:r>
            <a:r>
              <a:rPr sz="1200" spc="-7" baseline="-20833" dirty="0">
                <a:solidFill>
                  <a:srgbClr val="538235"/>
                </a:solidFill>
                <a:latin typeface="Tahoma"/>
                <a:cs typeface="Tahoma"/>
              </a:rPr>
              <a:t>B</a:t>
            </a:r>
            <a:r>
              <a:rPr sz="1200" spc="37" baseline="-20833" dirty="0">
                <a:solidFill>
                  <a:srgbClr val="538235"/>
                </a:solidFill>
                <a:latin typeface="Tahoma"/>
                <a:cs typeface="Tahoma"/>
              </a:rPr>
              <a:t> </a:t>
            </a:r>
            <a:r>
              <a:rPr sz="1200" dirty="0">
                <a:solidFill>
                  <a:srgbClr val="538235"/>
                </a:solidFill>
                <a:latin typeface="Tahoma"/>
                <a:cs typeface="Tahoma"/>
              </a:rPr>
              <a:t>*</a:t>
            </a:r>
            <a:r>
              <a:rPr sz="1200" spc="-25" dirty="0">
                <a:solidFill>
                  <a:srgbClr val="538235"/>
                </a:solidFill>
                <a:latin typeface="Tahoma"/>
                <a:cs typeface="Tahoma"/>
              </a:rPr>
              <a:t> </a:t>
            </a:r>
            <a:r>
              <a:rPr sz="1200" spc="-5" dirty="0">
                <a:solidFill>
                  <a:srgbClr val="538235"/>
                </a:solidFill>
                <a:latin typeface="Tahoma"/>
                <a:cs typeface="Tahoma"/>
              </a:rPr>
              <a:t>(n</a:t>
            </a:r>
            <a:r>
              <a:rPr sz="1200" spc="-7" baseline="-20833" dirty="0">
                <a:solidFill>
                  <a:srgbClr val="538235"/>
                </a:solidFill>
                <a:latin typeface="Tahoma"/>
                <a:cs typeface="Tahoma"/>
              </a:rPr>
              <a:t>A</a:t>
            </a:r>
            <a:r>
              <a:rPr sz="1200" spc="202" baseline="-20833"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G)</a:t>
            </a:r>
            <a:r>
              <a:rPr sz="1200" dirty="0">
                <a:solidFill>
                  <a:srgbClr val="538235"/>
                </a:solidFill>
                <a:latin typeface="Tahoma"/>
                <a:cs typeface="Tahoma"/>
              </a:rPr>
              <a:t> = </a:t>
            </a:r>
            <a:r>
              <a:rPr sz="1200" spc="-5" dirty="0">
                <a:solidFill>
                  <a:srgbClr val="538235"/>
                </a:solidFill>
                <a:latin typeface="Tahoma"/>
                <a:cs typeface="Tahoma"/>
              </a:rPr>
              <a:t>n</a:t>
            </a:r>
            <a:r>
              <a:rPr sz="1200" spc="-7" baseline="-20833" dirty="0">
                <a:solidFill>
                  <a:srgbClr val="538235"/>
                </a:solidFill>
                <a:latin typeface="Tahoma"/>
                <a:cs typeface="Tahoma"/>
              </a:rPr>
              <a:t>B</a:t>
            </a:r>
            <a:r>
              <a:rPr sz="1200" spc="217" baseline="-20833" dirty="0">
                <a:solidFill>
                  <a:srgbClr val="538235"/>
                </a:solidFill>
                <a:latin typeface="Tahoma"/>
                <a:cs typeface="Tahoma"/>
              </a:rPr>
              <a:t> </a:t>
            </a:r>
            <a:r>
              <a:rPr sz="1200" dirty="0">
                <a:solidFill>
                  <a:srgbClr val="538235"/>
                </a:solidFill>
                <a:latin typeface="Tahoma"/>
                <a:cs typeface="Tahoma"/>
              </a:rPr>
              <a:t>*</a:t>
            </a:r>
            <a:r>
              <a:rPr sz="1200" spc="-30" dirty="0">
                <a:solidFill>
                  <a:srgbClr val="538235"/>
                </a:solidFill>
                <a:latin typeface="Tahoma"/>
                <a:cs typeface="Tahoma"/>
              </a:rPr>
              <a:t> </a:t>
            </a:r>
            <a:r>
              <a:rPr sz="1200" spc="-10" dirty="0">
                <a:solidFill>
                  <a:srgbClr val="538235"/>
                </a:solidFill>
                <a:latin typeface="Tahoma"/>
                <a:cs typeface="Tahoma"/>
              </a:rPr>
              <a:t>P</a:t>
            </a:r>
            <a:r>
              <a:rPr sz="1200" spc="-15" baseline="-20833" dirty="0">
                <a:solidFill>
                  <a:srgbClr val="538235"/>
                </a:solidFill>
                <a:latin typeface="Tahoma"/>
                <a:cs typeface="Tahoma"/>
              </a:rPr>
              <a:t>A</a:t>
            </a:r>
            <a:endParaRPr sz="1200" baseline="-20833">
              <a:latin typeface="Tahoma"/>
              <a:cs typeface="Tahoma"/>
            </a:endParaRPr>
          </a:p>
          <a:p>
            <a:pPr marL="127000" marR="115570" algn="just">
              <a:lnSpc>
                <a:spcPct val="150000"/>
              </a:lnSpc>
              <a:spcBef>
                <a:spcPts val="445"/>
              </a:spcBef>
            </a:pPr>
            <a:r>
              <a:rPr sz="1200" spc="-65" dirty="0">
                <a:solidFill>
                  <a:srgbClr val="538235"/>
                </a:solidFill>
                <a:latin typeface="Tahoma"/>
                <a:cs typeface="Tahoma"/>
              </a:rPr>
              <a:t>To</a:t>
            </a:r>
            <a:r>
              <a:rPr sz="1200" spc="-60" dirty="0">
                <a:solidFill>
                  <a:srgbClr val="538235"/>
                </a:solidFill>
                <a:latin typeface="Tahoma"/>
                <a:cs typeface="Tahoma"/>
              </a:rPr>
              <a:t> </a:t>
            </a:r>
            <a:r>
              <a:rPr sz="1200" spc="-5" dirty="0">
                <a:solidFill>
                  <a:srgbClr val="538235"/>
                </a:solidFill>
                <a:latin typeface="Tahoma"/>
                <a:cs typeface="Tahoma"/>
              </a:rPr>
              <a:t>break this scheme, an attacker would</a:t>
            </a:r>
            <a:r>
              <a:rPr sz="1200" dirty="0">
                <a:solidFill>
                  <a:srgbClr val="538235"/>
                </a:solidFill>
                <a:latin typeface="Tahoma"/>
                <a:cs typeface="Tahoma"/>
              </a:rPr>
              <a:t> </a:t>
            </a:r>
            <a:r>
              <a:rPr sz="1200" spc="-5" dirty="0">
                <a:solidFill>
                  <a:srgbClr val="538235"/>
                </a:solidFill>
                <a:latin typeface="Tahoma"/>
                <a:cs typeface="Tahoma"/>
              </a:rPr>
              <a:t>need </a:t>
            </a:r>
            <a:r>
              <a:rPr sz="1200" dirty="0">
                <a:solidFill>
                  <a:srgbClr val="538235"/>
                </a:solidFill>
                <a:latin typeface="Tahoma"/>
                <a:cs typeface="Tahoma"/>
              </a:rPr>
              <a:t>to </a:t>
            </a:r>
            <a:r>
              <a:rPr sz="1200" spc="5" dirty="0">
                <a:solidFill>
                  <a:srgbClr val="538235"/>
                </a:solidFill>
                <a:latin typeface="Tahoma"/>
                <a:cs typeface="Tahoma"/>
              </a:rPr>
              <a:t>be </a:t>
            </a:r>
            <a:r>
              <a:rPr sz="1200" spc="-5" dirty="0">
                <a:solidFill>
                  <a:srgbClr val="538235"/>
                </a:solidFill>
                <a:latin typeface="Tahoma"/>
                <a:cs typeface="Tahoma"/>
              </a:rPr>
              <a:t>able </a:t>
            </a:r>
            <a:r>
              <a:rPr sz="1200" dirty="0">
                <a:solidFill>
                  <a:srgbClr val="538235"/>
                </a:solidFill>
                <a:latin typeface="Tahoma"/>
                <a:cs typeface="Tahoma"/>
              </a:rPr>
              <a:t>to </a:t>
            </a:r>
            <a:r>
              <a:rPr sz="1200" spc="-5" dirty="0">
                <a:solidFill>
                  <a:srgbClr val="538235"/>
                </a:solidFill>
                <a:latin typeface="Tahoma"/>
                <a:cs typeface="Tahoma"/>
              </a:rPr>
              <a:t>compute </a:t>
            </a:r>
            <a:r>
              <a:rPr sz="1200" dirty="0">
                <a:solidFill>
                  <a:srgbClr val="538235"/>
                </a:solidFill>
                <a:latin typeface="Tahoma"/>
                <a:cs typeface="Tahoma"/>
              </a:rPr>
              <a:t>k </a:t>
            </a:r>
            <a:r>
              <a:rPr sz="1200" spc="-5" dirty="0">
                <a:solidFill>
                  <a:srgbClr val="538235"/>
                </a:solidFill>
                <a:latin typeface="Tahoma"/>
                <a:cs typeface="Tahoma"/>
              </a:rPr>
              <a:t>given </a:t>
            </a:r>
            <a:r>
              <a:rPr sz="1200" dirty="0">
                <a:solidFill>
                  <a:srgbClr val="538235"/>
                </a:solidFill>
                <a:latin typeface="Tahoma"/>
                <a:cs typeface="Tahoma"/>
              </a:rPr>
              <a:t>G </a:t>
            </a:r>
            <a:r>
              <a:rPr sz="1200" spc="-5" dirty="0">
                <a:solidFill>
                  <a:srgbClr val="538235"/>
                </a:solidFill>
                <a:latin typeface="Tahoma"/>
                <a:cs typeface="Tahoma"/>
              </a:rPr>
              <a:t>and</a:t>
            </a:r>
            <a:r>
              <a:rPr sz="1200" spc="365" dirty="0">
                <a:solidFill>
                  <a:srgbClr val="538235"/>
                </a:solidFill>
                <a:latin typeface="Tahoma"/>
                <a:cs typeface="Tahoma"/>
              </a:rPr>
              <a:t> </a:t>
            </a:r>
            <a:r>
              <a:rPr sz="1200" spc="-10" dirty="0">
                <a:solidFill>
                  <a:srgbClr val="538235"/>
                </a:solidFill>
                <a:latin typeface="Tahoma"/>
                <a:cs typeface="Tahoma"/>
              </a:rPr>
              <a:t>kG, </a:t>
            </a:r>
            <a:r>
              <a:rPr sz="1200" spc="-5" dirty="0">
                <a:solidFill>
                  <a:srgbClr val="538235"/>
                </a:solidFill>
                <a:latin typeface="Tahoma"/>
                <a:cs typeface="Tahoma"/>
              </a:rPr>
              <a:t> </a:t>
            </a:r>
            <a:r>
              <a:rPr sz="1200" spc="-10" dirty="0">
                <a:solidFill>
                  <a:srgbClr val="538235"/>
                </a:solidFill>
                <a:latin typeface="Tahoma"/>
                <a:cs typeface="Tahoma"/>
              </a:rPr>
              <a:t>which is </a:t>
            </a:r>
            <a:r>
              <a:rPr sz="1200" spc="-5" dirty="0">
                <a:solidFill>
                  <a:srgbClr val="538235"/>
                </a:solidFill>
                <a:latin typeface="Tahoma"/>
                <a:cs typeface="Tahoma"/>
              </a:rPr>
              <a:t>assumed </a:t>
            </a:r>
            <a:r>
              <a:rPr sz="1200" dirty="0">
                <a:solidFill>
                  <a:srgbClr val="538235"/>
                </a:solidFill>
                <a:latin typeface="Tahoma"/>
                <a:cs typeface="Tahoma"/>
              </a:rPr>
              <a:t>to be </a:t>
            </a:r>
            <a:r>
              <a:rPr sz="1200" spc="-5" dirty="0">
                <a:solidFill>
                  <a:srgbClr val="538235"/>
                </a:solidFill>
                <a:latin typeface="Tahoma"/>
                <a:cs typeface="Tahoma"/>
              </a:rPr>
              <a:t>hard.As an example,6 take </a:t>
            </a:r>
            <a:r>
              <a:rPr sz="1200" dirty="0">
                <a:solidFill>
                  <a:srgbClr val="538235"/>
                </a:solidFill>
                <a:latin typeface="Tahoma"/>
                <a:cs typeface="Tahoma"/>
              </a:rPr>
              <a:t>p = </a:t>
            </a:r>
            <a:r>
              <a:rPr sz="1200" spc="-10" dirty="0">
                <a:solidFill>
                  <a:srgbClr val="538235"/>
                </a:solidFill>
                <a:latin typeface="Tahoma"/>
                <a:cs typeface="Tahoma"/>
              </a:rPr>
              <a:t>211; </a:t>
            </a:r>
            <a:r>
              <a:rPr sz="1200" spc="-5" dirty="0">
                <a:solidFill>
                  <a:srgbClr val="538235"/>
                </a:solidFill>
                <a:latin typeface="Tahoma"/>
                <a:cs typeface="Tahoma"/>
              </a:rPr>
              <a:t>Ep(0,-4), which </a:t>
            </a:r>
            <a:r>
              <a:rPr sz="1200" spc="-10" dirty="0">
                <a:solidFill>
                  <a:srgbClr val="538235"/>
                </a:solidFill>
                <a:latin typeface="Tahoma"/>
                <a:cs typeface="Tahoma"/>
              </a:rPr>
              <a:t>is equivalent </a:t>
            </a:r>
            <a:r>
              <a:rPr sz="1200" spc="5" dirty="0">
                <a:solidFill>
                  <a:srgbClr val="538235"/>
                </a:solidFill>
                <a:latin typeface="Tahoma"/>
                <a:cs typeface="Tahoma"/>
              </a:rPr>
              <a:t>to </a:t>
            </a:r>
            <a:r>
              <a:rPr sz="1200" spc="10" dirty="0">
                <a:solidFill>
                  <a:srgbClr val="538235"/>
                </a:solidFill>
                <a:latin typeface="Tahoma"/>
                <a:cs typeface="Tahoma"/>
              </a:rPr>
              <a:t> </a:t>
            </a:r>
            <a:r>
              <a:rPr sz="1200" dirty="0">
                <a:solidFill>
                  <a:srgbClr val="538235"/>
                </a:solidFill>
                <a:latin typeface="Tahoma"/>
                <a:cs typeface="Tahoma"/>
              </a:rPr>
              <a:t>the </a:t>
            </a:r>
            <a:r>
              <a:rPr sz="1200" spc="-5" dirty="0">
                <a:solidFill>
                  <a:srgbClr val="538235"/>
                </a:solidFill>
                <a:latin typeface="Tahoma"/>
                <a:cs typeface="Tahoma"/>
              </a:rPr>
              <a:t>curve </a:t>
            </a:r>
            <a:r>
              <a:rPr sz="1200" dirty="0">
                <a:solidFill>
                  <a:srgbClr val="538235"/>
                </a:solidFill>
                <a:latin typeface="Tahoma"/>
                <a:cs typeface="Tahoma"/>
              </a:rPr>
              <a:t>y2 = x3 -</a:t>
            </a:r>
            <a:r>
              <a:rPr sz="1200" spc="-20" dirty="0">
                <a:solidFill>
                  <a:srgbClr val="538235"/>
                </a:solidFill>
                <a:latin typeface="Tahoma"/>
                <a:cs typeface="Tahoma"/>
              </a:rPr>
              <a:t> </a:t>
            </a:r>
            <a:r>
              <a:rPr sz="1200" spc="-5" dirty="0">
                <a:solidFill>
                  <a:srgbClr val="538235"/>
                </a:solidFill>
                <a:latin typeface="Tahoma"/>
                <a:cs typeface="Tahoma"/>
              </a:rPr>
              <a:t>4;</a:t>
            </a:r>
            <a:r>
              <a:rPr sz="1200" spc="15" dirty="0">
                <a:solidFill>
                  <a:srgbClr val="538235"/>
                </a:solidFill>
                <a:latin typeface="Tahoma"/>
                <a:cs typeface="Tahoma"/>
              </a:rPr>
              <a:t> </a:t>
            </a:r>
            <a:r>
              <a:rPr sz="1200" dirty="0">
                <a:solidFill>
                  <a:srgbClr val="538235"/>
                </a:solidFill>
                <a:latin typeface="Tahoma"/>
                <a:cs typeface="Tahoma"/>
              </a:rPr>
              <a:t>and</a:t>
            </a:r>
            <a:r>
              <a:rPr sz="1200" spc="-10" dirty="0">
                <a:solidFill>
                  <a:srgbClr val="538235"/>
                </a:solidFill>
                <a:latin typeface="Tahoma"/>
                <a:cs typeface="Tahoma"/>
              </a:rPr>
              <a:t> </a:t>
            </a:r>
            <a:r>
              <a:rPr sz="1200" dirty="0">
                <a:solidFill>
                  <a:srgbClr val="538235"/>
                </a:solidFill>
                <a:latin typeface="Tahoma"/>
                <a:cs typeface="Tahoma"/>
              </a:rPr>
              <a:t>G</a:t>
            </a:r>
            <a:r>
              <a:rPr sz="1200" spc="-5"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(2,</a:t>
            </a:r>
            <a:r>
              <a:rPr sz="1200" spc="5" dirty="0">
                <a:solidFill>
                  <a:srgbClr val="538235"/>
                </a:solidFill>
                <a:latin typeface="Tahoma"/>
                <a:cs typeface="Tahoma"/>
              </a:rPr>
              <a:t> </a:t>
            </a:r>
            <a:r>
              <a:rPr sz="1200" spc="-5" dirty="0">
                <a:solidFill>
                  <a:srgbClr val="538235"/>
                </a:solidFill>
                <a:latin typeface="Tahoma"/>
                <a:cs typeface="Tahoma"/>
              </a:rPr>
              <a:t>2).</a:t>
            </a:r>
            <a:r>
              <a:rPr sz="1200" spc="5" dirty="0">
                <a:solidFill>
                  <a:srgbClr val="538235"/>
                </a:solidFill>
                <a:latin typeface="Tahoma"/>
                <a:cs typeface="Tahoma"/>
              </a:rPr>
              <a:t> </a:t>
            </a:r>
            <a:r>
              <a:rPr sz="1200" spc="-5" dirty="0">
                <a:solidFill>
                  <a:srgbClr val="538235"/>
                </a:solidFill>
                <a:latin typeface="Tahoma"/>
                <a:cs typeface="Tahoma"/>
              </a:rPr>
              <a:t>One</a:t>
            </a:r>
            <a:r>
              <a:rPr sz="1200" spc="30" dirty="0">
                <a:solidFill>
                  <a:srgbClr val="538235"/>
                </a:solidFill>
                <a:latin typeface="Tahoma"/>
                <a:cs typeface="Tahoma"/>
              </a:rPr>
              <a:t> </a:t>
            </a:r>
            <a:r>
              <a:rPr sz="1200" spc="-5" dirty="0">
                <a:solidFill>
                  <a:srgbClr val="538235"/>
                </a:solidFill>
                <a:latin typeface="Tahoma"/>
                <a:cs typeface="Tahoma"/>
              </a:rPr>
              <a:t>can</a:t>
            </a:r>
            <a:r>
              <a:rPr sz="1200" spc="10" dirty="0">
                <a:solidFill>
                  <a:srgbClr val="538235"/>
                </a:solidFill>
                <a:latin typeface="Tahoma"/>
                <a:cs typeface="Tahoma"/>
              </a:rPr>
              <a:t> </a:t>
            </a:r>
            <a:r>
              <a:rPr sz="1200" spc="-10" dirty="0">
                <a:solidFill>
                  <a:srgbClr val="538235"/>
                </a:solidFill>
                <a:latin typeface="Tahoma"/>
                <a:cs typeface="Tahoma"/>
              </a:rPr>
              <a:t>calculate</a:t>
            </a:r>
            <a:r>
              <a:rPr sz="1200" spc="30" dirty="0">
                <a:solidFill>
                  <a:srgbClr val="538235"/>
                </a:solidFill>
                <a:latin typeface="Tahoma"/>
                <a:cs typeface="Tahoma"/>
              </a:rPr>
              <a:t> </a:t>
            </a:r>
            <a:r>
              <a:rPr sz="1200" dirty="0">
                <a:solidFill>
                  <a:srgbClr val="538235"/>
                </a:solidFill>
                <a:latin typeface="Tahoma"/>
                <a:cs typeface="Tahoma"/>
              </a:rPr>
              <a:t>that</a:t>
            </a:r>
            <a:r>
              <a:rPr sz="1200" spc="-15" dirty="0">
                <a:solidFill>
                  <a:srgbClr val="538235"/>
                </a:solidFill>
                <a:latin typeface="Tahoma"/>
                <a:cs typeface="Tahoma"/>
              </a:rPr>
              <a:t> </a:t>
            </a:r>
            <a:r>
              <a:rPr sz="1200" spc="-5" dirty="0">
                <a:solidFill>
                  <a:srgbClr val="538235"/>
                </a:solidFill>
                <a:latin typeface="Tahoma"/>
                <a:cs typeface="Tahoma"/>
              </a:rPr>
              <a:t>240G</a:t>
            </a:r>
            <a:r>
              <a:rPr sz="1200" dirty="0">
                <a:solidFill>
                  <a:srgbClr val="538235"/>
                </a:solidFill>
                <a:latin typeface="Tahoma"/>
                <a:cs typeface="Tahoma"/>
              </a:rPr>
              <a:t> = </a:t>
            </a:r>
            <a:r>
              <a:rPr sz="1200" spc="-20" dirty="0">
                <a:solidFill>
                  <a:srgbClr val="538235"/>
                </a:solidFill>
                <a:latin typeface="Tahoma"/>
                <a:cs typeface="Tahoma"/>
              </a:rPr>
              <a:t>O.</a:t>
            </a:r>
            <a:endParaRPr sz="1200">
              <a:latin typeface="Tahoma"/>
              <a:cs typeface="Tahoma"/>
            </a:endParaRPr>
          </a:p>
          <a:p>
            <a:pPr marL="346075" marR="1146810" algn="just">
              <a:lnSpc>
                <a:spcPct val="204999"/>
              </a:lnSpc>
              <a:spcBef>
                <a:spcPts val="30"/>
              </a:spcBef>
            </a:pPr>
            <a:r>
              <a:rPr sz="1200" spc="-40" dirty="0">
                <a:solidFill>
                  <a:srgbClr val="538235"/>
                </a:solidFill>
                <a:latin typeface="Tahoma"/>
                <a:cs typeface="Tahoma"/>
              </a:rPr>
              <a:t>A’s </a:t>
            </a:r>
            <a:r>
              <a:rPr sz="1200" spc="-10" dirty="0">
                <a:solidFill>
                  <a:srgbClr val="538235"/>
                </a:solidFill>
                <a:latin typeface="Tahoma"/>
                <a:cs typeface="Tahoma"/>
              </a:rPr>
              <a:t>private </a:t>
            </a:r>
            <a:r>
              <a:rPr sz="1200" spc="-5" dirty="0">
                <a:solidFill>
                  <a:srgbClr val="538235"/>
                </a:solidFill>
                <a:latin typeface="Tahoma"/>
                <a:cs typeface="Tahoma"/>
              </a:rPr>
              <a:t>key </a:t>
            </a:r>
            <a:r>
              <a:rPr sz="1200" spc="-10" dirty="0">
                <a:solidFill>
                  <a:srgbClr val="538235"/>
                </a:solidFill>
                <a:latin typeface="Tahoma"/>
                <a:cs typeface="Tahoma"/>
              </a:rPr>
              <a:t>is </a:t>
            </a:r>
            <a:r>
              <a:rPr sz="1200" spc="-5" dirty="0">
                <a:solidFill>
                  <a:srgbClr val="538235"/>
                </a:solidFill>
                <a:latin typeface="Tahoma"/>
                <a:cs typeface="Tahoma"/>
              </a:rPr>
              <a:t>n</a:t>
            </a:r>
            <a:r>
              <a:rPr sz="1200" spc="-7" baseline="-20833" dirty="0">
                <a:solidFill>
                  <a:srgbClr val="538235"/>
                </a:solidFill>
                <a:latin typeface="Tahoma"/>
                <a:cs typeface="Tahoma"/>
              </a:rPr>
              <a:t>A </a:t>
            </a:r>
            <a:r>
              <a:rPr sz="1200" dirty="0">
                <a:solidFill>
                  <a:srgbClr val="538235"/>
                </a:solidFill>
                <a:latin typeface="Tahoma"/>
                <a:cs typeface="Tahoma"/>
              </a:rPr>
              <a:t>= </a:t>
            </a:r>
            <a:r>
              <a:rPr sz="1200" spc="-10" dirty="0">
                <a:solidFill>
                  <a:srgbClr val="538235"/>
                </a:solidFill>
                <a:latin typeface="Tahoma"/>
                <a:cs typeface="Tahoma"/>
              </a:rPr>
              <a:t>121, </a:t>
            </a:r>
            <a:r>
              <a:rPr sz="1200" spc="-5" dirty="0">
                <a:solidFill>
                  <a:srgbClr val="538235"/>
                </a:solidFill>
                <a:latin typeface="Tahoma"/>
                <a:cs typeface="Tahoma"/>
              </a:rPr>
              <a:t>so </a:t>
            </a:r>
            <a:r>
              <a:rPr sz="1200" spc="-40" dirty="0">
                <a:solidFill>
                  <a:srgbClr val="538235"/>
                </a:solidFill>
                <a:latin typeface="Tahoma"/>
                <a:cs typeface="Tahoma"/>
              </a:rPr>
              <a:t>A’s </a:t>
            </a:r>
            <a:r>
              <a:rPr sz="1200" spc="-5" dirty="0">
                <a:solidFill>
                  <a:srgbClr val="538235"/>
                </a:solidFill>
                <a:latin typeface="Tahoma"/>
                <a:cs typeface="Tahoma"/>
              </a:rPr>
              <a:t>public key </a:t>
            </a:r>
            <a:r>
              <a:rPr sz="1200" spc="-10" dirty="0">
                <a:solidFill>
                  <a:srgbClr val="538235"/>
                </a:solidFill>
                <a:latin typeface="Tahoma"/>
                <a:cs typeface="Tahoma"/>
              </a:rPr>
              <a:t>is P</a:t>
            </a:r>
            <a:r>
              <a:rPr sz="1200" spc="-15" baseline="-20833" dirty="0">
                <a:solidFill>
                  <a:srgbClr val="538235"/>
                </a:solidFill>
                <a:latin typeface="Tahoma"/>
                <a:cs typeface="Tahoma"/>
              </a:rPr>
              <a:t>A </a:t>
            </a:r>
            <a:r>
              <a:rPr sz="1200" dirty="0">
                <a:solidFill>
                  <a:srgbClr val="538235"/>
                </a:solidFill>
                <a:latin typeface="Tahoma"/>
                <a:cs typeface="Tahoma"/>
              </a:rPr>
              <a:t>= </a:t>
            </a:r>
            <a:r>
              <a:rPr sz="1200" spc="-10" dirty="0">
                <a:solidFill>
                  <a:srgbClr val="538235"/>
                </a:solidFill>
                <a:latin typeface="Tahoma"/>
                <a:cs typeface="Tahoma"/>
              </a:rPr>
              <a:t>121(2, </a:t>
            </a:r>
            <a:r>
              <a:rPr sz="1200" spc="-5" dirty="0">
                <a:solidFill>
                  <a:srgbClr val="538235"/>
                </a:solidFill>
                <a:latin typeface="Tahoma"/>
                <a:cs typeface="Tahoma"/>
              </a:rPr>
              <a:t>2) </a:t>
            </a:r>
            <a:r>
              <a:rPr sz="1200" dirty="0">
                <a:solidFill>
                  <a:srgbClr val="538235"/>
                </a:solidFill>
                <a:latin typeface="Tahoma"/>
                <a:cs typeface="Tahoma"/>
              </a:rPr>
              <a:t>= </a:t>
            </a:r>
            <a:r>
              <a:rPr sz="1200" spc="-10" dirty="0">
                <a:solidFill>
                  <a:srgbClr val="538235"/>
                </a:solidFill>
                <a:latin typeface="Tahoma"/>
                <a:cs typeface="Tahoma"/>
              </a:rPr>
              <a:t>(115, 48). </a:t>
            </a:r>
            <a:r>
              <a:rPr sz="1200" spc="-5" dirty="0">
                <a:solidFill>
                  <a:srgbClr val="538235"/>
                </a:solidFill>
                <a:latin typeface="Tahoma"/>
                <a:cs typeface="Tahoma"/>
              </a:rPr>
              <a:t> </a:t>
            </a:r>
            <a:r>
              <a:rPr sz="1200" spc="-20" dirty="0">
                <a:solidFill>
                  <a:srgbClr val="538235"/>
                </a:solidFill>
                <a:latin typeface="Tahoma"/>
                <a:cs typeface="Tahoma"/>
              </a:rPr>
              <a:t>B’s</a:t>
            </a:r>
            <a:r>
              <a:rPr sz="1200" dirty="0">
                <a:solidFill>
                  <a:srgbClr val="538235"/>
                </a:solidFill>
                <a:latin typeface="Tahoma"/>
                <a:cs typeface="Tahoma"/>
              </a:rPr>
              <a:t> </a:t>
            </a:r>
            <a:r>
              <a:rPr sz="1200" spc="-10" dirty="0">
                <a:solidFill>
                  <a:srgbClr val="538235"/>
                </a:solidFill>
                <a:latin typeface="Tahoma"/>
                <a:cs typeface="Tahoma"/>
              </a:rPr>
              <a:t>private</a:t>
            </a:r>
            <a:r>
              <a:rPr sz="1200" spc="5" dirty="0">
                <a:solidFill>
                  <a:srgbClr val="538235"/>
                </a:solidFill>
                <a:latin typeface="Tahoma"/>
                <a:cs typeface="Tahoma"/>
              </a:rPr>
              <a:t> </a:t>
            </a:r>
            <a:r>
              <a:rPr sz="1200" spc="-5" dirty="0">
                <a:solidFill>
                  <a:srgbClr val="538235"/>
                </a:solidFill>
                <a:latin typeface="Tahoma"/>
                <a:cs typeface="Tahoma"/>
              </a:rPr>
              <a:t>key</a:t>
            </a:r>
            <a:r>
              <a:rPr sz="1200" spc="10" dirty="0">
                <a:solidFill>
                  <a:srgbClr val="538235"/>
                </a:solidFill>
                <a:latin typeface="Tahoma"/>
                <a:cs typeface="Tahoma"/>
              </a:rPr>
              <a:t> </a:t>
            </a:r>
            <a:r>
              <a:rPr sz="1200" spc="-10" dirty="0">
                <a:solidFill>
                  <a:srgbClr val="538235"/>
                </a:solidFill>
                <a:latin typeface="Tahoma"/>
                <a:cs typeface="Tahoma"/>
              </a:rPr>
              <a:t>is</a:t>
            </a:r>
            <a:r>
              <a:rPr sz="1200" spc="30" dirty="0">
                <a:solidFill>
                  <a:srgbClr val="538235"/>
                </a:solidFill>
                <a:latin typeface="Tahoma"/>
                <a:cs typeface="Tahoma"/>
              </a:rPr>
              <a:t> </a:t>
            </a:r>
            <a:r>
              <a:rPr sz="1200" spc="-5" dirty="0">
                <a:solidFill>
                  <a:srgbClr val="538235"/>
                </a:solidFill>
                <a:latin typeface="Tahoma"/>
                <a:cs typeface="Tahoma"/>
              </a:rPr>
              <a:t>n</a:t>
            </a:r>
            <a:r>
              <a:rPr sz="1200" spc="-7" baseline="-20833" dirty="0">
                <a:solidFill>
                  <a:srgbClr val="538235"/>
                </a:solidFill>
                <a:latin typeface="Tahoma"/>
                <a:cs typeface="Tahoma"/>
              </a:rPr>
              <a:t>B</a:t>
            </a:r>
            <a:r>
              <a:rPr sz="1200" spc="179" baseline="-20833"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203,</a:t>
            </a:r>
            <a:r>
              <a:rPr sz="1200" spc="10" dirty="0">
                <a:solidFill>
                  <a:srgbClr val="538235"/>
                </a:solidFill>
                <a:latin typeface="Tahoma"/>
                <a:cs typeface="Tahoma"/>
              </a:rPr>
              <a:t> </a:t>
            </a:r>
            <a:r>
              <a:rPr sz="1200" spc="-5" dirty="0">
                <a:solidFill>
                  <a:srgbClr val="538235"/>
                </a:solidFill>
                <a:latin typeface="Tahoma"/>
                <a:cs typeface="Tahoma"/>
              </a:rPr>
              <a:t>so</a:t>
            </a:r>
            <a:r>
              <a:rPr sz="1200" spc="5" dirty="0">
                <a:solidFill>
                  <a:srgbClr val="538235"/>
                </a:solidFill>
                <a:latin typeface="Tahoma"/>
                <a:cs typeface="Tahoma"/>
              </a:rPr>
              <a:t> </a:t>
            </a:r>
            <a:r>
              <a:rPr sz="1200" spc="-20" dirty="0">
                <a:solidFill>
                  <a:srgbClr val="538235"/>
                </a:solidFill>
                <a:latin typeface="Tahoma"/>
                <a:cs typeface="Tahoma"/>
              </a:rPr>
              <a:t>B’s</a:t>
            </a:r>
            <a:r>
              <a:rPr sz="1200" spc="25" dirty="0">
                <a:solidFill>
                  <a:srgbClr val="538235"/>
                </a:solidFill>
                <a:latin typeface="Tahoma"/>
                <a:cs typeface="Tahoma"/>
              </a:rPr>
              <a:t> </a:t>
            </a:r>
            <a:r>
              <a:rPr sz="1200" spc="-5" dirty="0">
                <a:solidFill>
                  <a:srgbClr val="538235"/>
                </a:solidFill>
                <a:latin typeface="Tahoma"/>
                <a:cs typeface="Tahoma"/>
              </a:rPr>
              <a:t>public</a:t>
            </a:r>
            <a:r>
              <a:rPr sz="1200" spc="15" dirty="0">
                <a:solidFill>
                  <a:srgbClr val="538235"/>
                </a:solidFill>
                <a:latin typeface="Tahoma"/>
                <a:cs typeface="Tahoma"/>
              </a:rPr>
              <a:t> </a:t>
            </a:r>
            <a:r>
              <a:rPr sz="1200" spc="-5" dirty="0">
                <a:solidFill>
                  <a:srgbClr val="538235"/>
                </a:solidFill>
                <a:latin typeface="Tahoma"/>
                <a:cs typeface="Tahoma"/>
              </a:rPr>
              <a:t>key</a:t>
            </a:r>
            <a:r>
              <a:rPr sz="1200" spc="-15"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spc="-10" dirty="0">
                <a:solidFill>
                  <a:srgbClr val="538235"/>
                </a:solidFill>
                <a:latin typeface="Tahoma"/>
                <a:cs typeface="Tahoma"/>
              </a:rPr>
              <a:t>203(2,</a:t>
            </a:r>
            <a:r>
              <a:rPr sz="1200" spc="10" dirty="0">
                <a:solidFill>
                  <a:srgbClr val="538235"/>
                </a:solidFill>
                <a:latin typeface="Tahoma"/>
                <a:cs typeface="Tahoma"/>
              </a:rPr>
              <a:t> </a:t>
            </a:r>
            <a:r>
              <a:rPr sz="1200" spc="-5" dirty="0">
                <a:solidFill>
                  <a:srgbClr val="538235"/>
                </a:solidFill>
                <a:latin typeface="Tahoma"/>
                <a:cs typeface="Tahoma"/>
              </a:rPr>
              <a:t>3)</a:t>
            </a:r>
            <a:r>
              <a:rPr sz="1200" spc="5"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(130,</a:t>
            </a:r>
            <a:r>
              <a:rPr sz="1200" spc="10" dirty="0">
                <a:solidFill>
                  <a:srgbClr val="538235"/>
                </a:solidFill>
                <a:latin typeface="Tahoma"/>
                <a:cs typeface="Tahoma"/>
              </a:rPr>
              <a:t> </a:t>
            </a:r>
            <a:r>
              <a:rPr sz="1200" spc="-10" dirty="0">
                <a:solidFill>
                  <a:srgbClr val="538235"/>
                </a:solidFill>
                <a:latin typeface="Tahoma"/>
                <a:cs typeface="Tahoma"/>
              </a:rPr>
              <a:t>203).</a:t>
            </a:r>
            <a:endParaRPr sz="1200">
              <a:latin typeface="Tahoma"/>
              <a:cs typeface="Tahoma"/>
            </a:endParaRPr>
          </a:p>
          <a:p>
            <a:pPr>
              <a:lnSpc>
                <a:spcPct val="100000"/>
              </a:lnSpc>
            </a:pPr>
            <a:endParaRPr sz="1250">
              <a:latin typeface="Tahoma"/>
              <a:cs typeface="Tahoma"/>
            </a:endParaRPr>
          </a:p>
          <a:p>
            <a:pPr marL="297180" algn="just">
              <a:lnSpc>
                <a:spcPct val="100000"/>
              </a:lnSpc>
            </a:pPr>
            <a:r>
              <a:rPr sz="1200" spc="-5" dirty="0">
                <a:solidFill>
                  <a:srgbClr val="538235"/>
                </a:solidFill>
                <a:latin typeface="Tahoma"/>
                <a:cs typeface="Tahoma"/>
              </a:rPr>
              <a:t>The</a:t>
            </a:r>
            <a:r>
              <a:rPr sz="1200" dirty="0">
                <a:solidFill>
                  <a:srgbClr val="538235"/>
                </a:solidFill>
                <a:latin typeface="Tahoma"/>
                <a:cs typeface="Tahoma"/>
              </a:rPr>
              <a:t> </a:t>
            </a:r>
            <a:r>
              <a:rPr sz="1200" spc="-5" dirty="0">
                <a:solidFill>
                  <a:srgbClr val="538235"/>
                </a:solidFill>
                <a:latin typeface="Tahoma"/>
                <a:cs typeface="Tahoma"/>
              </a:rPr>
              <a:t>shared</a:t>
            </a:r>
            <a:r>
              <a:rPr sz="1200" spc="45" dirty="0">
                <a:solidFill>
                  <a:srgbClr val="538235"/>
                </a:solidFill>
                <a:latin typeface="Tahoma"/>
                <a:cs typeface="Tahoma"/>
              </a:rPr>
              <a:t> </a:t>
            </a:r>
            <a:r>
              <a:rPr sz="1200" spc="-10" dirty="0">
                <a:solidFill>
                  <a:srgbClr val="538235"/>
                </a:solidFill>
                <a:latin typeface="Tahoma"/>
                <a:cs typeface="Tahoma"/>
              </a:rPr>
              <a:t>secret</a:t>
            </a:r>
            <a:r>
              <a:rPr sz="1200" spc="40" dirty="0">
                <a:solidFill>
                  <a:srgbClr val="538235"/>
                </a:solidFill>
                <a:latin typeface="Tahoma"/>
                <a:cs typeface="Tahoma"/>
              </a:rPr>
              <a:t> </a:t>
            </a:r>
            <a:r>
              <a:rPr sz="1200" spc="-5" dirty="0">
                <a:solidFill>
                  <a:srgbClr val="538235"/>
                </a:solidFill>
                <a:latin typeface="Tahoma"/>
                <a:cs typeface="Tahoma"/>
              </a:rPr>
              <a:t>key</a:t>
            </a:r>
            <a:r>
              <a:rPr sz="1200" spc="-10" dirty="0">
                <a:solidFill>
                  <a:srgbClr val="538235"/>
                </a:solidFill>
                <a:latin typeface="Tahoma"/>
                <a:cs typeface="Tahoma"/>
              </a:rPr>
              <a:t> is</a:t>
            </a:r>
            <a:r>
              <a:rPr sz="1200" spc="25" dirty="0">
                <a:solidFill>
                  <a:srgbClr val="538235"/>
                </a:solidFill>
                <a:latin typeface="Tahoma"/>
                <a:cs typeface="Tahoma"/>
              </a:rPr>
              <a:t> </a:t>
            </a:r>
            <a:r>
              <a:rPr sz="1200" spc="-10" dirty="0">
                <a:solidFill>
                  <a:srgbClr val="538235"/>
                </a:solidFill>
                <a:latin typeface="Tahoma"/>
                <a:cs typeface="Tahoma"/>
              </a:rPr>
              <a:t>121(130,</a:t>
            </a:r>
            <a:r>
              <a:rPr sz="1200" spc="5" dirty="0">
                <a:solidFill>
                  <a:srgbClr val="538235"/>
                </a:solidFill>
                <a:latin typeface="Tahoma"/>
                <a:cs typeface="Tahoma"/>
              </a:rPr>
              <a:t> </a:t>
            </a:r>
            <a:r>
              <a:rPr sz="1200" spc="-10" dirty="0">
                <a:solidFill>
                  <a:srgbClr val="538235"/>
                </a:solidFill>
                <a:latin typeface="Tahoma"/>
                <a:cs typeface="Tahoma"/>
              </a:rPr>
              <a:t>203)</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10" dirty="0">
                <a:solidFill>
                  <a:srgbClr val="538235"/>
                </a:solidFill>
                <a:latin typeface="Tahoma"/>
                <a:cs typeface="Tahoma"/>
              </a:rPr>
              <a:t>203(115,</a:t>
            </a:r>
            <a:r>
              <a:rPr sz="1200" spc="30" dirty="0">
                <a:solidFill>
                  <a:srgbClr val="538235"/>
                </a:solidFill>
                <a:latin typeface="Tahoma"/>
                <a:cs typeface="Tahoma"/>
              </a:rPr>
              <a:t> </a:t>
            </a:r>
            <a:r>
              <a:rPr sz="1200" spc="-10" dirty="0">
                <a:solidFill>
                  <a:srgbClr val="538235"/>
                </a:solidFill>
                <a:latin typeface="Tahoma"/>
                <a:cs typeface="Tahoma"/>
              </a:rPr>
              <a:t>48)</a:t>
            </a:r>
            <a:r>
              <a:rPr sz="1200" spc="5"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(161,</a:t>
            </a:r>
            <a:r>
              <a:rPr sz="1200" spc="5" dirty="0">
                <a:solidFill>
                  <a:srgbClr val="538235"/>
                </a:solidFill>
                <a:latin typeface="Tahoma"/>
                <a:cs typeface="Tahoma"/>
              </a:rPr>
              <a:t> </a:t>
            </a:r>
            <a:r>
              <a:rPr sz="1200" spc="-10" dirty="0">
                <a:solidFill>
                  <a:srgbClr val="538235"/>
                </a:solidFill>
                <a:latin typeface="Tahoma"/>
                <a:cs typeface="Tahoma"/>
              </a:rPr>
              <a:t>69).</a:t>
            </a:r>
            <a:endParaRPr sz="1200">
              <a:latin typeface="Tahoma"/>
              <a:cs typeface="Tahom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2927" y="3518915"/>
            <a:ext cx="100584" cy="106679"/>
          </a:xfrm>
          <a:prstGeom prst="rect">
            <a:avLst/>
          </a:prstGeom>
        </p:spPr>
      </p:pic>
      <p:pic>
        <p:nvPicPr>
          <p:cNvPr id="3" name="object 3"/>
          <p:cNvPicPr/>
          <p:nvPr/>
        </p:nvPicPr>
        <p:blipFill>
          <a:blip r:embed="rId2" cstate="print"/>
          <a:stretch>
            <a:fillRect/>
          </a:stretch>
        </p:blipFill>
        <p:spPr>
          <a:xfrm>
            <a:off x="562927" y="3896867"/>
            <a:ext cx="100584" cy="106679"/>
          </a:xfrm>
          <a:prstGeom prst="rect">
            <a:avLst/>
          </a:prstGeom>
        </p:spPr>
      </p:pic>
      <p:pic>
        <p:nvPicPr>
          <p:cNvPr id="4" name="object 4"/>
          <p:cNvPicPr/>
          <p:nvPr/>
        </p:nvPicPr>
        <p:blipFill>
          <a:blip r:embed="rId2" cstate="print"/>
          <a:stretch>
            <a:fillRect/>
          </a:stretch>
        </p:blipFill>
        <p:spPr>
          <a:xfrm>
            <a:off x="562927" y="4646676"/>
            <a:ext cx="100584" cy="106679"/>
          </a:xfrm>
          <a:prstGeom prst="rect">
            <a:avLst/>
          </a:prstGeom>
        </p:spPr>
      </p:pic>
      <p:pic>
        <p:nvPicPr>
          <p:cNvPr id="5" name="object 5"/>
          <p:cNvPicPr/>
          <p:nvPr/>
        </p:nvPicPr>
        <p:blipFill>
          <a:blip r:embed="rId2" cstate="print"/>
          <a:stretch>
            <a:fillRect/>
          </a:stretch>
        </p:blipFill>
        <p:spPr>
          <a:xfrm>
            <a:off x="562927" y="5774435"/>
            <a:ext cx="100584" cy="106679"/>
          </a:xfrm>
          <a:prstGeom prst="rect">
            <a:avLst/>
          </a:prstGeom>
        </p:spPr>
      </p:pic>
      <p:pic>
        <p:nvPicPr>
          <p:cNvPr id="6" name="object 6"/>
          <p:cNvPicPr/>
          <p:nvPr/>
        </p:nvPicPr>
        <p:blipFill>
          <a:blip r:embed="rId2" cstate="print"/>
          <a:stretch>
            <a:fillRect/>
          </a:stretch>
        </p:blipFill>
        <p:spPr>
          <a:xfrm>
            <a:off x="562927" y="6902195"/>
            <a:ext cx="100584" cy="106680"/>
          </a:xfrm>
          <a:prstGeom prst="rect">
            <a:avLst/>
          </a:prstGeom>
        </p:spPr>
      </p:pic>
      <p:pic>
        <p:nvPicPr>
          <p:cNvPr id="7" name="object 7"/>
          <p:cNvPicPr/>
          <p:nvPr/>
        </p:nvPicPr>
        <p:blipFill>
          <a:blip r:embed="rId2" cstate="print"/>
          <a:stretch>
            <a:fillRect/>
          </a:stretch>
        </p:blipFill>
        <p:spPr>
          <a:xfrm>
            <a:off x="562927" y="8029956"/>
            <a:ext cx="100584" cy="106680"/>
          </a:xfrm>
          <a:prstGeom prst="rect">
            <a:avLst/>
          </a:prstGeom>
        </p:spPr>
      </p:pic>
      <p:sp>
        <p:nvSpPr>
          <p:cNvPr id="8" name="object 8"/>
          <p:cNvSpPr txBox="1"/>
          <p:nvPr/>
        </p:nvSpPr>
        <p:spPr>
          <a:xfrm>
            <a:off x="436270" y="416509"/>
            <a:ext cx="5991225" cy="8227695"/>
          </a:xfrm>
          <a:prstGeom prst="rect">
            <a:avLst/>
          </a:prstGeom>
        </p:spPr>
        <p:txBody>
          <a:bodyPr vert="horz" wrap="square" lIns="0" tIns="12065" rIns="0" bIns="0" rtlCol="0">
            <a:spAutoFit/>
          </a:bodyPr>
          <a:lstStyle/>
          <a:p>
            <a:pPr marL="127000" algn="just">
              <a:lnSpc>
                <a:spcPct val="100000"/>
              </a:lnSpc>
              <a:spcBef>
                <a:spcPts val="95"/>
              </a:spcBef>
            </a:pPr>
            <a:r>
              <a:rPr sz="1400" b="1" spc="-5" dirty="0">
                <a:solidFill>
                  <a:srgbClr val="538235"/>
                </a:solidFill>
                <a:latin typeface="Tahoma"/>
                <a:cs typeface="Tahoma"/>
              </a:rPr>
              <a:t>ECC</a:t>
            </a:r>
            <a:r>
              <a:rPr sz="1400" b="1" spc="-10" dirty="0">
                <a:solidFill>
                  <a:srgbClr val="538235"/>
                </a:solidFill>
                <a:latin typeface="Tahoma"/>
                <a:cs typeface="Tahoma"/>
              </a:rPr>
              <a:t> Encryption/Decryption</a:t>
            </a:r>
            <a:endParaRPr sz="1400">
              <a:latin typeface="Tahoma"/>
              <a:cs typeface="Tahoma"/>
            </a:endParaRPr>
          </a:p>
          <a:p>
            <a:pPr marL="127000" marR="119380" indent="685800" algn="just">
              <a:lnSpc>
                <a:spcPct val="150000"/>
              </a:lnSpc>
              <a:spcBef>
                <a:spcPts val="600"/>
              </a:spcBef>
            </a:pPr>
            <a:r>
              <a:rPr sz="1200" spc="-10" dirty="0">
                <a:solidFill>
                  <a:srgbClr val="538235"/>
                </a:solidFill>
                <a:latin typeface="Tahoma"/>
                <a:cs typeface="Tahoma"/>
              </a:rPr>
              <a:t>Several</a:t>
            </a:r>
            <a:r>
              <a:rPr sz="1200" spc="-5" dirty="0">
                <a:solidFill>
                  <a:srgbClr val="538235"/>
                </a:solidFill>
                <a:latin typeface="Tahoma"/>
                <a:cs typeface="Tahoma"/>
              </a:rPr>
              <a:t> approaches</a:t>
            </a:r>
            <a:r>
              <a:rPr sz="1200" dirty="0">
                <a:solidFill>
                  <a:srgbClr val="538235"/>
                </a:solidFill>
                <a:latin typeface="Tahoma"/>
                <a:cs typeface="Tahoma"/>
              </a:rPr>
              <a:t> to</a:t>
            </a:r>
            <a:r>
              <a:rPr sz="1200" spc="5" dirty="0">
                <a:solidFill>
                  <a:srgbClr val="538235"/>
                </a:solidFill>
                <a:latin typeface="Tahoma"/>
                <a:cs typeface="Tahoma"/>
              </a:rPr>
              <a:t> </a:t>
            </a:r>
            <a:r>
              <a:rPr sz="1200" spc="-5" dirty="0">
                <a:solidFill>
                  <a:srgbClr val="538235"/>
                </a:solidFill>
                <a:latin typeface="Tahoma"/>
                <a:cs typeface="Tahoma"/>
              </a:rPr>
              <a:t>encryption/decryption</a:t>
            </a:r>
            <a:r>
              <a:rPr sz="1200" dirty="0">
                <a:solidFill>
                  <a:srgbClr val="538235"/>
                </a:solidFill>
                <a:latin typeface="Tahoma"/>
                <a:cs typeface="Tahoma"/>
              </a:rPr>
              <a:t> </a:t>
            </a:r>
            <a:r>
              <a:rPr sz="1200" spc="-5" dirty="0">
                <a:solidFill>
                  <a:srgbClr val="538235"/>
                </a:solidFill>
                <a:latin typeface="Tahoma"/>
                <a:cs typeface="Tahoma"/>
              </a:rPr>
              <a:t>using</a:t>
            </a:r>
            <a:r>
              <a:rPr sz="1200" dirty="0">
                <a:solidFill>
                  <a:srgbClr val="538235"/>
                </a:solidFill>
                <a:latin typeface="Tahoma"/>
                <a:cs typeface="Tahoma"/>
              </a:rPr>
              <a:t> </a:t>
            </a:r>
            <a:r>
              <a:rPr sz="1200" spc="-10" dirty="0">
                <a:solidFill>
                  <a:srgbClr val="538235"/>
                </a:solidFill>
                <a:latin typeface="Tahoma"/>
                <a:cs typeface="Tahoma"/>
              </a:rPr>
              <a:t>elliptic</a:t>
            </a:r>
            <a:r>
              <a:rPr sz="1200" spc="-5" dirty="0">
                <a:solidFill>
                  <a:srgbClr val="538235"/>
                </a:solidFill>
                <a:latin typeface="Tahoma"/>
                <a:cs typeface="Tahoma"/>
              </a:rPr>
              <a:t> curves</a:t>
            </a:r>
            <a:r>
              <a:rPr sz="1200" spc="365" dirty="0">
                <a:solidFill>
                  <a:srgbClr val="538235"/>
                </a:solidFill>
                <a:latin typeface="Tahoma"/>
                <a:cs typeface="Tahoma"/>
              </a:rPr>
              <a:t> </a:t>
            </a:r>
            <a:r>
              <a:rPr sz="1200" spc="-5" dirty="0">
                <a:solidFill>
                  <a:srgbClr val="538235"/>
                </a:solidFill>
                <a:latin typeface="Tahoma"/>
                <a:cs typeface="Tahoma"/>
              </a:rPr>
              <a:t>have </a:t>
            </a:r>
            <a:r>
              <a:rPr sz="1200" spc="-360" dirty="0">
                <a:solidFill>
                  <a:srgbClr val="538235"/>
                </a:solidFill>
                <a:latin typeface="Tahoma"/>
                <a:cs typeface="Tahoma"/>
              </a:rPr>
              <a:t> </a:t>
            </a:r>
            <a:r>
              <a:rPr sz="1200" spc="-5" dirty="0">
                <a:solidFill>
                  <a:srgbClr val="538235"/>
                </a:solidFill>
                <a:latin typeface="Tahoma"/>
                <a:cs typeface="Tahoma"/>
              </a:rPr>
              <a:t>been analyzed </a:t>
            </a:r>
            <a:r>
              <a:rPr sz="1200" spc="-10" dirty="0">
                <a:solidFill>
                  <a:srgbClr val="538235"/>
                </a:solidFill>
                <a:latin typeface="Tahoma"/>
                <a:cs typeface="Tahoma"/>
              </a:rPr>
              <a:t>in </a:t>
            </a:r>
            <a:r>
              <a:rPr sz="1200" dirty="0">
                <a:solidFill>
                  <a:srgbClr val="538235"/>
                </a:solidFill>
                <a:latin typeface="Tahoma"/>
                <a:cs typeface="Tahoma"/>
              </a:rPr>
              <a:t>the </a:t>
            </a:r>
            <a:r>
              <a:rPr sz="1200" spc="-10" dirty="0">
                <a:solidFill>
                  <a:srgbClr val="538235"/>
                </a:solidFill>
                <a:latin typeface="Tahoma"/>
                <a:cs typeface="Tahoma"/>
              </a:rPr>
              <a:t>literature. </a:t>
            </a:r>
            <a:r>
              <a:rPr sz="1200" dirty="0">
                <a:solidFill>
                  <a:srgbClr val="538235"/>
                </a:solidFill>
                <a:latin typeface="Tahoma"/>
                <a:cs typeface="Tahoma"/>
              </a:rPr>
              <a:t>This one </a:t>
            </a:r>
            <a:r>
              <a:rPr sz="1200" spc="-10" dirty="0">
                <a:solidFill>
                  <a:srgbClr val="538235"/>
                </a:solidFill>
                <a:latin typeface="Tahoma"/>
                <a:cs typeface="Tahoma"/>
              </a:rPr>
              <a:t>is </a:t>
            </a:r>
            <a:r>
              <a:rPr sz="1200" spc="-5" dirty="0">
                <a:solidFill>
                  <a:srgbClr val="538235"/>
                </a:solidFill>
                <a:latin typeface="Tahoma"/>
                <a:cs typeface="Tahoma"/>
              </a:rPr>
              <a:t>an analog of </a:t>
            </a:r>
            <a:r>
              <a:rPr sz="1200" dirty="0">
                <a:solidFill>
                  <a:srgbClr val="538235"/>
                </a:solidFill>
                <a:latin typeface="Tahoma"/>
                <a:cs typeface="Tahoma"/>
              </a:rPr>
              <a:t>the </a:t>
            </a:r>
            <a:r>
              <a:rPr sz="1200" spc="-10" dirty="0">
                <a:solidFill>
                  <a:srgbClr val="538235"/>
                </a:solidFill>
                <a:latin typeface="Tahoma"/>
                <a:cs typeface="Tahoma"/>
              </a:rPr>
              <a:t>ElGamal </a:t>
            </a:r>
            <a:r>
              <a:rPr sz="1200" spc="-5" dirty="0">
                <a:solidFill>
                  <a:srgbClr val="538235"/>
                </a:solidFill>
                <a:latin typeface="Tahoma"/>
                <a:cs typeface="Tahoma"/>
              </a:rPr>
              <a:t>public-key </a:t>
            </a:r>
            <a:r>
              <a:rPr sz="1200" dirty="0">
                <a:solidFill>
                  <a:srgbClr val="538235"/>
                </a:solidFill>
                <a:latin typeface="Tahoma"/>
                <a:cs typeface="Tahoma"/>
              </a:rPr>
              <a:t> </a:t>
            </a:r>
            <a:r>
              <a:rPr sz="1200" spc="-5" dirty="0">
                <a:solidFill>
                  <a:srgbClr val="538235"/>
                </a:solidFill>
                <a:latin typeface="Tahoma"/>
                <a:cs typeface="Tahoma"/>
              </a:rPr>
              <a:t>encryption</a:t>
            </a:r>
            <a:r>
              <a:rPr sz="1200" dirty="0">
                <a:solidFill>
                  <a:srgbClr val="538235"/>
                </a:solidFill>
                <a:latin typeface="Tahoma"/>
                <a:cs typeface="Tahoma"/>
              </a:rPr>
              <a:t> </a:t>
            </a:r>
            <a:r>
              <a:rPr sz="1200" spc="-5" dirty="0">
                <a:solidFill>
                  <a:srgbClr val="538235"/>
                </a:solidFill>
                <a:latin typeface="Tahoma"/>
                <a:cs typeface="Tahoma"/>
              </a:rPr>
              <a:t>algorithm. </a:t>
            </a:r>
            <a:r>
              <a:rPr sz="1200" spc="5" dirty="0">
                <a:solidFill>
                  <a:srgbClr val="538235"/>
                </a:solidFill>
                <a:latin typeface="Tahoma"/>
                <a:cs typeface="Tahoma"/>
              </a:rPr>
              <a:t>The </a:t>
            </a:r>
            <a:r>
              <a:rPr sz="1200" dirty="0">
                <a:solidFill>
                  <a:srgbClr val="538235"/>
                </a:solidFill>
                <a:latin typeface="Tahoma"/>
                <a:cs typeface="Tahoma"/>
              </a:rPr>
              <a:t>sender </a:t>
            </a:r>
            <a:r>
              <a:rPr sz="1200" spc="5" dirty="0">
                <a:solidFill>
                  <a:srgbClr val="538235"/>
                </a:solidFill>
                <a:latin typeface="Tahoma"/>
                <a:cs typeface="Tahoma"/>
              </a:rPr>
              <a:t>must </a:t>
            </a:r>
            <a:r>
              <a:rPr sz="1200" spc="-5" dirty="0">
                <a:solidFill>
                  <a:srgbClr val="538235"/>
                </a:solidFill>
                <a:latin typeface="Tahoma"/>
                <a:cs typeface="Tahoma"/>
              </a:rPr>
              <a:t>first</a:t>
            </a:r>
            <a:r>
              <a:rPr sz="1200" spc="365" dirty="0">
                <a:solidFill>
                  <a:srgbClr val="538235"/>
                </a:solidFill>
                <a:latin typeface="Tahoma"/>
                <a:cs typeface="Tahoma"/>
              </a:rPr>
              <a:t> </a:t>
            </a:r>
            <a:r>
              <a:rPr sz="1200" spc="-5" dirty="0">
                <a:solidFill>
                  <a:srgbClr val="538235"/>
                </a:solidFill>
                <a:latin typeface="Tahoma"/>
                <a:cs typeface="Tahoma"/>
              </a:rPr>
              <a:t>encode any</a:t>
            </a:r>
            <a:r>
              <a:rPr sz="1200" spc="365" dirty="0">
                <a:solidFill>
                  <a:srgbClr val="538235"/>
                </a:solidFill>
                <a:latin typeface="Tahoma"/>
                <a:cs typeface="Tahoma"/>
              </a:rPr>
              <a:t> </a:t>
            </a:r>
            <a:r>
              <a:rPr sz="1200" spc="-5" dirty="0">
                <a:solidFill>
                  <a:srgbClr val="538235"/>
                </a:solidFill>
                <a:latin typeface="Tahoma"/>
                <a:cs typeface="Tahoma"/>
              </a:rPr>
              <a:t>message </a:t>
            </a:r>
            <a:r>
              <a:rPr sz="1200" dirty="0">
                <a:solidFill>
                  <a:srgbClr val="538235"/>
                </a:solidFill>
                <a:latin typeface="Tahoma"/>
                <a:cs typeface="Tahoma"/>
              </a:rPr>
              <a:t>M </a:t>
            </a:r>
            <a:r>
              <a:rPr sz="1200" spc="-5" dirty="0">
                <a:solidFill>
                  <a:srgbClr val="538235"/>
                </a:solidFill>
                <a:latin typeface="Tahoma"/>
                <a:cs typeface="Tahoma"/>
              </a:rPr>
              <a:t>as </a:t>
            </a:r>
            <a:r>
              <a:rPr sz="1200" dirty="0">
                <a:solidFill>
                  <a:srgbClr val="538235"/>
                </a:solidFill>
                <a:latin typeface="Tahoma"/>
                <a:cs typeface="Tahoma"/>
              </a:rPr>
              <a:t>a point </a:t>
            </a:r>
            <a:r>
              <a:rPr sz="1200" spc="-5" dirty="0">
                <a:solidFill>
                  <a:srgbClr val="538235"/>
                </a:solidFill>
                <a:latin typeface="Tahoma"/>
                <a:cs typeface="Tahoma"/>
              </a:rPr>
              <a:t>on </a:t>
            </a:r>
            <a:r>
              <a:rPr sz="1200" dirty="0">
                <a:solidFill>
                  <a:srgbClr val="538235"/>
                </a:solidFill>
                <a:latin typeface="Tahoma"/>
                <a:cs typeface="Tahoma"/>
              </a:rPr>
              <a:t> the </a:t>
            </a:r>
            <a:r>
              <a:rPr sz="1200" spc="-5" dirty="0">
                <a:solidFill>
                  <a:srgbClr val="538235"/>
                </a:solidFill>
                <a:latin typeface="Tahoma"/>
                <a:cs typeface="Tahoma"/>
              </a:rPr>
              <a:t>elliptic curve </a:t>
            </a:r>
            <a:r>
              <a:rPr sz="1200" dirty="0">
                <a:solidFill>
                  <a:srgbClr val="538235"/>
                </a:solidFill>
                <a:latin typeface="Tahoma"/>
                <a:cs typeface="Tahoma"/>
              </a:rPr>
              <a:t>P</a:t>
            </a:r>
            <a:r>
              <a:rPr sz="1200" baseline="-20833" dirty="0">
                <a:solidFill>
                  <a:srgbClr val="538235"/>
                </a:solidFill>
                <a:latin typeface="Tahoma"/>
                <a:cs typeface="Tahoma"/>
              </a:rPr>
              <a:t>m</a:t>
            </a:r>
            <a:r>
              <a:rPr sz="1200" dirty="0">
                <a:solidFill>
                  <a:srgbClr val="538235"/>
                </a:solidFill>
                <a:latin typeface="Tahoma"/>
                <a:cs typeface="Tahoma"/>
              </a:rPr>
              <a:t>. </a:t>
            </a:r>
            <a:r>
              <a:rPr sz="1200" spc="-5" dirty="0">
                <a:solidFill>
                  <a:srgbClr val="538235"/>
                </a:solidFill>
                <a:latin typeface="Tahoma"/>
                <a:cs typeface="Tahoma"/>
              </a:rPr>
              <a:t>Note </a:t>
            </a:r>
            <a:r>
              <a:rPr sz="1200" dirty="0">
                <a:solidFill>
                  <a:srgbClr val="538235"/>
                </a:solidFill>
                <a:latin typeface="Tahoma"/>
                <a:cs typeface="Tahoma"/>
              </a:rPr>
              <a:t>that the </a:t>
            </a:r>
            <a:r>
              <a:rPr sz="1200" spc="-5" dirty="0">
                <a:solidFill>
                  <a:srgbClr val="538235"/>
                </a:solidFill>
                <a:latin typeface="Tahoma"/>
                <a:cs typeface="Tahoma"/>
              </a:rPr>
              <a:t>ciphertext is </a:t>
            </a:r>
            <a:r>
              <a:rPr sz="1200" dirty="0">
                <a:solidFill>
                  <a:srgbClr val="538235"/>
                </a:solidFill>
                <a:latin typeface="Tahoma"/>
                <a:cs typeface="Tahoma"/>
              </a:rPr>
              <a:t>a </a:t>
            </a:r>
            <a:r>
              <a:rPr sz="1200" spc="-5" dirty="0">
                <a:solidFill>
                  <a:srgbClr val="538235"/>
                </a:solidFill>
                <a:latin typeface="Tahoma"/>
                <a:cs typeface="Tahoma"/>
              </a:rPr>
              <a:t>pair of points on </a:t>
            </a:r>
            <a:r>
              <a:rPr sz="1200" dirty="0">
                <a:solidFill>
                  <a:srgbClr val="538235"/>
                </a:solidFill>
                <a:latin typeface="Tahoma"/>
                <a:cs typeface="Tahoma"/>
              </a:rPr>
              <a:t>the </a:t>
            </a:r>
            <a:r>
              <a:rPr sz="1200" spc="-10" dirty="0">
                <a:solidFill>
                  <a:srgbClr val="538235"/>
                </a:solidFill>
                <a:latin typeface="Tahoma"/>
                <a:cs typeface="Tahoma"/>
              </a:rPr>
              <a:t>elliptic </a:t>
            </a:r>
            <a:r>
              <a:rPr sz="1200" spc="-5" dirty="0">
                <a:solidFill>
                  <a:srgbClr val="538235"/>
                </a:solidFill>
                <a:latin typeface="Tahoma"/>
                <a:cs typeface="Tahoma"/>
              </a:rPr>
              <a:t>curve. </a:t>
            </a:r>
            <a:r>
              <a:rPr sz="1200" dirty="0">
                <a:solidFill>
                  <a:srgbClr val="538235"/>
                </a:solidFill>
                <a:latin typeface="Tahoma"/>
                <a:cs typeface="Tahoma"/>
              </a:rPr>
              <a:t> </a:t>
            </a:r>
            <a:r>
              <a:rPr sz="1200" spc="-5" dirty="0">
                <a:solidFill>
                  <a:srgbClr val="538235"/>
                </a:solidFill>
                <a:latin typeface="Tahoma"/>
                <a:cs typeface="Tahoma"/>
              </a:rPr>
              <a:t>The </a:t>
            </a:r>
            <a:r>
              <a:rPr sz="1200" dirty="0">
                <a:solidFill>
                  <a:srgbClr val="538235"/>
                </a:solidFill>
                <a:latin typeface="Tahoma"/>
                <a:cs typeface="Tahoma"/>
              </a:rPr>
              <a:t>sender </a:t>
            </a:r>
            <a:r>
              <a:rPr sz="1200" spc="-5" dirty="0">
                <a:solidFill>
                  <a:srgbClr val="538235"/>
                </a:solidFill>
                <a:latin typeface="Tahoma"/>
                <a:cs typeface="Tahoma"/>
              </a:rPr>
              <a:t>masks </a:t>
            </a:r>
            <a:r>
              <a:rPr sz="1200" dirty="0">
                <a:solidFill>
                  <a:srgbClr val="538235"/>
                </a:solidFill>
                <a:latin typeface="Tahoma"/>
                <a:cs typeface="Tahoma"/>
              </a:rPr>
              <a:t>the </a:t>
            </a:r>
            <a:r>
              <a:rPr sz="1200" spc="-5" dirty="0">
                <a:solidFill>
                  <a:srgbClr val="538235"/>
                </a:solidFill>
                <a:latin typeface="Tahoma"/>
                <a:cs typeface="Tahoma"/>
              </a:rPr>
              <a:t>message using random </a:t>
            </a:r>
            <a:r>
              <a:rPr sz="1200" dirty="0">
                <a:solidFill>
                  <a:srgbClr val="538235"/>
                </a:solidFill>
                <a:latin typeface="Tahoma"/>
                <a:cs typeface="Tahoma"/>
              </a:rPr>
              <a:t>k, </a:t>
            </a:r>
            <a:r>
              <a:rPr sz="1200" spc="-10" dirty="0">
                <a:solidFill>
                  <a:srgbClr val="538235"/>
                </a:solidFill>
                <a:latin typeface="Tahoma"/>
                <a:cs typeface="Tahoma"/>
              </a:rPr>
              <a:t>but also </a:t>
            </a:r>
            <a:r>
              <a:rPr sz="1200" spc="-5" dirty="0">
                <a:solidFill>
                  <a:srgbClr val="538235"/>
                </a:solidFill>
                <a:latin typeface="Tahoma"/>
                <a:cs typeface="Tahoma"/>
              </a:rPr>
              <a:t>sends along </a:t>
            </a:r>
            <a:r>
              <a:rPr sz="1200" dirty="0">
                <a:solidFill>
                  <a:srgbClr val="538235"/>
                </a:solidFill>
                <a:latin typeface="Tahoma"/>
                <a:cs typeface="Tahoma"/>
              </a:rPr>
              <a:t>a </a:t>
            </a:r>
            <a:r>
              <a:rPr sz="1200" spc="-5" dirty="0">
                <a:solidFill>
                  <a:srgbClr val="538235"/>
                </a:solidFill>
                <a:latin typeface="Tahoma"/>
                <a:cs typeface="Tahoma"/>
              </a:rPr>
              <a:t>“clue” </a:t>
            </a:r>
            <a:r>
              <a:rPr sz="1200" dirty="0">
                <a:solidFill>
                  <a:srgbClr val="538235"/>
                </a:solidFill>
                <a:latin typeface="Tahoma"/>
                <a:cs typeface="Tahoma"/>
              </a:rPr>
              <a:t> </a:t>
            </a:r>
            <a:r>
              <a:rPr sz="1200" spc="-5" dirty="0">
                <a:solidFill>
                  <a:srgbClr val="538235"/>
                </a:solidFill>
                <a:latin typeface="Tahoma"/>
                <a:cs typeface="Tahoma"/>
              </a:rPr>
              <a:t>allowing</a:t>
            </a:r>
            <a:r>
              <a:rPr sz="1200" dirty="0">
                <a:solidFill>
                  <a:srgbClr val="538235"/>
                </a:solidFill>
                <a:latin typeface="Tahoma"/>
                <a:cs typeface="Tahoma"/>
              </a:rPr>
              <a:t> the</a:t>
            </a:r>
            <a:r>
              <a:rPr sz="1200" spc="5" dirty="0">
                <a:solidFill>
                  <a:srgbClr val="538235"/>
                </a:solidFill>
                <a:latin typeface="Tahoma"/>
                <a:cs typeface="Tahoma"/>
              </a:rPr>
              <a:t> </a:t>
            </a:r>
            <a:r>
              <a:rPr sz="1200" spc="-10" dirty="0">
                <a:solidFill>
                  <a:srgbClr val="538235"/>
                </a:solidFill>
                <a:latin typeface="Tahoma"/>
                <a:cs typeface="Tahoma"/>
              </a:rPr>
              <a:t>receiver</a:t>
            </a:r>
            <a:r>
              <a:rPr sz="1200" spc="-5" dirty="0">
                <a:solidFill>
                  <a:srgbClr val="538235"/>
                </a:solidFill>
                <a:latin typeface="Tahoma"/>
                <a:cs typeface="Tahoma"/>
              </a:rPr>
              <a:t> who</a:t>
            </a:r>
            <a:r>
              <a:rPr sz="1200" dirty="0">
                <a:solidFill>
                  <a:srgbClr val="538235"/>
                </a:solidFill>
                <a:latin typeface="Tahoma"/>
                <a:cs typeface="Tahoma"/>
              </a:rPr>
              <a:t> </a:t>
            </a:r>
            <a:r>
              <a:rPr sz="1200" spc="-5" dirty="0">
                <a:solidFill>
                  <a:srgbClr val="538235"/>
                </a:solidFill>
                <a:latin typeface="Tahoma"/>
                <a:cs typeface="Tahoma"/>
              </a:rPr>
              <a:t>know</a:t>
            </a:r>
            <a:r>
              <a:rPr sz="1200" dirty="0">
                <a:solidFill>
                  <a:srgbClr val="538235"/>
                </a:solidFill>
                <a:latin typeface="Tahoma"/>
                <a:cs typeface="Tahoma"/>
              </a:rPr>
              <a:t> the</a:t>
            </a:r>
            <a:r>
              <a:rPr sz="1200" spc="5" dirty="0">
                <a:solidFill>
                  <a:srgbClr val="538235"/>
                </a:solidFill>
                <a:latin typeface="Tahoma"/>
                <a:cs typeface="Tahoma"/>
              </a:rPr>
              <a:t> </a:t>
            </a:r>
            <a:r>
              <a:rPr sz="1200" spc="-10" dirty="0">
                <a:solidFill>
                  <a:srgbClr val="538235"/>
                </a:solidFill>
                <a:latin typeface="Tahoma"/>
                <a:cs typeface="Tahoma"/>
              </a:rPr>
              <a:t>private-key</a:t>
            </a:r>
            <a:r>
              <a:rPr sz="1200" spc="-5" dirty="0">
                <a:solidFill>
                  <a:srgbClr val="538235"/>
                </a:solidFill>
                <a:latin typeface="Tahoma"/>
                <a:cs typeface="Tahoma"/>
              </a:rPr>
              <a:t> </a:t>
            </a:r>
            <a:r>
              <a:rPr sz="1200" dirty="0">
                <a:solidFill>
                  <a:srgbClr val="538235"/>
                </a:solidFill>
                <a:latin typeface="Tahoma"/>
                <a:cs typeface="Tahoma"/>
              </a:rPr>
              <a:t>to</a:t>
            </a:r>
            <a:r>
              <a:rPr sz="1200" spc="5" dirty="0">
                <a:solidFill>
                  <a:srgbClr val="538235"/>
                </a:solidFill>
                <a:latin typeface="Tahoma"/>
                <a:cs typeface="Tahoma"/>
              </a:rPr>
              <a:t> </a:t>
            </a:r>
            <a:r>
              <a:rPr sz="1200" spc="-10" dirty="0">
                <a:solidFill>
                  <a:srgbClr val="538235"/>
                </a:solidFill>
                <a:latin typeface="Tahoma"/>
                <a:cs typeface="Tahoma"/>
              </a:rPr>
              <a:t>recover</a:t>
            </a:r>
            <a:r>
              <a:rPr sz="1200" spc="-5" dirty="0">
                <a:solidFill>
                  <a:srgbClr val="538235"/>
                </a:solidFill>
                <a:latin typeface="Tahoma"/>
                <a:cs typeface="Tahoma"/>
              </a:rPr>
              <a:t> </a:t>
            </a:r>
            <a:r>
              <a:rPr sz="1200" dirty="0">
                <a:solidFill>
                  <a:srgbClr val="538235"/>
                </a:solidFill>
                <a:latin typeface="Tahoma"/>
                <a:cs typeface="Tahoma"/>
              </a:rPr>
              <a:t>k</a:t>
            </a:r>
            <a:r>
              <a:rPr sz="1200" spc="375" dirty="0">
                <a:solidFill>
                  <a:srgbClr val="538235"/>
                </a:solidFill>
                <a:latin typeface="Tahoma"/>
                <a:cs typeface="Tahoma"/>
              </a:rPr>
              <a:t> </a:t>
            </a:r>
            <a:r>
              <a:rPr sz="1200" spc="-15" dirty="0">
                <a:solidFill>
                  <a:srgbClr val="538235"/>
                </a:solidFill>
                <a:latin typeface="Tahoma"/>
                <a:cs typeface="Tahoma"/>
              </a:rPr>
              <a:t>and</a:t>
            </a:r>
            <a:r>
              <a:rPr sz="1200" spc="345" dirty="0">
                <a:solidFill>
                  <a:srgbClr val="538235"/>
                </a:solidFill>
                <a:latin typeface="Tahoma"/>
                <a:cs typeface="Tahoma"/>
              </a:rPr>
              <a:t> </a:t>
            </a:r>
            <a:r>
              <a:rPr sz="1200" spc="-5" dirty="0">
                <a:solidFill>
                  <a:srgbClr val="538235"/>
                </a:solidFill>
                <a:latin typeface="Tahoma"/>
                <a:cs typeface="Tahoma"/>
              </a:rPr>
              <a:t>hence</a:t>
            </a:r>
            <a:r>
              <a:rPr sz="1200" spc="365" dirty="0">
                <a:solidFill>
                  <a:srgbClr val="538235"/>
                </a:solidFill>
                <a:latin typeface="Tahoma"/>
                <a:cs typeface="Tahoma"/>
              </a:rPr>
              <a:t> </a:t>
            </a:r>
            <a:r>
              <a:rPr sz="1200" dirty="0">
                <a:solidFill>
                  <a:srgbClr val="538235"/>
                </a:solidFill>
                <a:latin typeface="Tahoma"/>
                <a:cs typeface="Tahoma"/>
              </a:rPr>
              <a:t>the </a:t>
            </a:r>
            <a:r>
              <a:rPr sz="1200" spc="5" dirty="0">
                <a:solidFill>
                  <a:srgbClr val="538235"/>
                </a:solidFill>
                <a:latin typeface="Tahoma"/>
                <a:cs typeface="Tahoma"/>
              </a:rPr>
              <a:t> </a:t>
            </a:r>
            <a:r>
              <a:rPr sz="1200" spc="-5" dirty="0">
                <a:solidFill>
                  <a:srgbClr val="538235"/>
                </a:solidFill>
                <a:latin typeface="Tahoma"/>
                <a:cs typeface="Tahoma"/>
              </a:rPr>
              <a:t>message.</a:t>
            </a:r>
            <a:r>
              <a:rPr sz="1200" dirty="0">
                <a:solidFill>
                  <a:srgbClr val="538235"/>
                </a:solidFill>
                <a:latin typeface="Tahoma"/>
                <a:cs typeface="Tahoma"/>
              </a:rPr>
              <a:t> </a:t>
            </a:r>
            <a:r>
              <a:rPr sz="1200" spc="-10" dirty="0">
                <a:solidFill>
                  <a:srgbClr val="538235"/>
                </a:solidFill>
                <a:latin typeface="Tahoma"/>
                <a:cs typeface="Tahoma"/>
              </a:rPr>
              <a:t>For</a:t>
            </a:r>
            <a:r>
              <a:rPr sz="1200" spc="-5" dirty="0">
                <a:solidFill>
                  <a:srgbClr val="538235"/>
                </a:solidFill>
                <a:latin typeface="Tahoma"/>
                <a:cs typeface="Tahoma"/>
              </a:rPr>
              <a:t> an</a:t>
            </a:r>
            <a:r>
              <a:rPr sz="1200" dirty="0">
                <a:solidFill>
                  <a:srgbClr val="538235"/>
                </a:solidFill>
                <a:latin typeface="Tahoma"/>
                <a:cs typeface="Tahoma"/>
              </a:rPr>
              <a:t> </a:t>
            </a:r>
            <a:r>
              <a:rPr sz="1200" spc="-10" dirty="0">
                <a:solidFill>
                  <a:srgbClr val="538235"/>
                </a:solidFill>
                <a:latin typeface="Tahoma"/>
                <a:cs typeface="Tahoma"/>
              </a:rPr>
              <a:t>attacker</a:t>
            </a:r>
            <a:r>
              <a:rPr sz="1200" spc="-5" dirty="0">
                <a:solidFill>
                  <a:srgbClr val="538235"/>
                </a:solidFill>
                <a:latin typeface="Tahoma"/>
                <a:cs typeface="Tahoma"/>
              </a:rPr>
              <a:t> </a:t>
            </a:r>
            <a:r>
              <a:rPr sz="1200" dirty="0">
                <a:solidFill>
                  <a:srgbClr val="538235"/>
                </a:solidFill>
                <a:latin typeface="Tahoma"/>
                <a:cs typeface="Tahoma"/>
              </a:rPr>
              <a:t>to </a:t>
            </a:r>
            <a:r>
              <a:rPr sz="1200" spc="-10" dirty="0">
                <a:solidFill>
                  <a:srgbClr val="538235"/>
                </a:solidFill>
                <a:latin typeface="Tahoma"/>
                <a:cs typeface="Tahoma"/>
              </a:rPr>
              <a:t>recover</a:t>
            </a:r>
            <a:r>
              <a:rPr sz="1200" spc="-5" dirty="0">
                <a:solidFill>
                  <a:srgbClr val="538235"/>
                </a:solidFill>
                <a:latin typeface="Tahoma"/>
                <a:cs typeface="Tahoma"/>
              </a:rPr>
              <a:t> </a:t>
            </a:r>
            <a:r>
              <a:rPr sz="1200" dirty="0">
                <a:solidFill>
                  <a:srgbClr val="538235"/>
                </a:solidFill>
                <a:latin typeface="Tahoma"/>
                <a:cs typeface="Tahoma"/>
              </a:rPr>
              <a:t>the </a:t>
            </a:r>
            <a:r>
              <a:rPr sz="1200" spc="-5" dirty="0">
                <a:solidFill>
                  <a:srgbClr val="538235"/>
                </a:solidFill>
                <a:latin typeface="Tahoma"/>
                <a:cs typeface="Tahoma"/>
              </a:rPr>
              <a:t>message,</a:t>
            </a:r>
            <a:r>
              <a:rPr sz="1200" dirty="0">
                <a:solidFill>
                  <a:srgbClr val="538235"/>
                </a:solidFill>
                <a:latin typeface="Tahoma"/>
                <a:cs typeface="Tahoma"/>
              </a:rPr>
              <a:t> the </a:t>
            </a:r>
            <a:r>
              <a:rPr sz="1200" spc="-5" dirty="0">
                <a:solidFill>
                  <a:srgbClr val="538235"/>
                </a:solidFill>
                <a:latin typeface="Tahoma"/>
                <a:cs typeface="Tahoma"/>
              </a:rPr>
              <a:t>attacker</a:t>
            </a:r>
            <a:r>
              <a:rPr sz="1200" dirty="0">
                <a:solidFill>
                  <a:srgbClr val="538235"/>
                </a:solidFill>
                <a:latin typeface="Tahoma"/>
                <a:cs typeface="Tahoma"/>
              </a:rPr>
              <a:t> </a:t>
            </a:r>
            <a:r>
              <a:rPr sz="1200" spc="-5" dirty="0">
                <a:solidFill>
                  <a:srgbClr val="538235"/>
                </a:solidFill>
                <a:latin typeface="Tahoma"/>
                <a:cs typeface="Tahoma"/>
              </a:rPr>
              <a:t>would</a:t>
            </a:r>
            <a:r>
              <a:rPr sz="1200" dirty="0">
                <a:solidFill>
                  <a:srgbClr val="538235"/>
                </a:solidFill>
                <a:latin typeface="Tahoma"/>
                <a:cs typeface="Tahoma"/>
              </a:rPr>
              <a:t> </a:t>
            </a:r>
            <a:r>
              <a:rPr sz="1200" spc="-10" dirty="0">
                <a:solidFill>
                  <a:srgbClr val="538235"/>
                </a:solidFill>
                <a:latin typeface="Tahoma"/>
                <a:cs typeface="Tahoma"/>
              </a:rPr>
              <a:t>have</a:t>
            </a:r>
            <a:r>
              <a:rPr sz="1200" spc="-5" dirty="0">
                <a:solidFill>
                  <a:srgbClr val="538235"/>
                </a:solidFill>
                <a:latin typeface="Tahoma"/>
                <a:cs typeface="Tahoma"/>
              </a:rPr>
              <a:t> </a:t>
            </a:r>
            <a:r>
              <a:rPr sz="1200" spc="5" dirty="0">
                <a:solidFill>
                  <a:srgbClr val="538235"/>
                </a:solidFill>
                <a:latin typeface="Tahoma"/>
                <a:cs typeface="Tahoma"/>
              </a:rPr>
              <a:t>to </a:t>
            </a:r>
            <a:r>
              <a:rPr sz="1200" spc="10" dirty="0">
                <a:solidFill>
                  <a:srgbClr val="538235"/>
                </a:solidFill>
                <a:latin typeface="Tahoma"/>
                <a:cs typeface="Tahoma"/>
              </a:rPr>
              <a:t> </a:t>
            </a:r>
            <a:r>
              <a:rPr sz="1200" spc="-5" dirty="0">
                <a:solidFill>
                  <a:srgbClr val="538235"/>
                </a:solidFill>
                <a:latin typeface="Tahoma"/>
                <a:cs typeface="Tahoma"/>
              </a:rPr>
              <a:t>compute</a:t>
            </a:r>
            <a:r>
              <a:rPr sz="1200" dirty="0">
                <a:solidFill>
                  <a:srgbClr val="538235"/>
                </a:solidFill>
                <a:latin typeface="Tahoma"/>
                <a:cs typeface="Tahoma"/>
              </a:rPr>
              <a:t> k</a:t>
            </a:r>
            <a:r>
              <a:rPr sz="1200" spc="-15" dirty="0">
                <a:solidFill>
                  <a:srgbClr val="538235"/>
                </a:solidFill>
                <a:latin typeface="Tahoma"/>
                <a:cs typeface="Tahoma"/>
              </a:rPr>
              <a:t> </a:t>
            </a:r>
            <a:r>
              <a:rPr sz="1200" spc="-5" dirty="0">
                <a:solidFill>
                  <a:srgbClr val="538235"/>
                </a:solidFill>
                <a:latin typeface="Tahoma"/>
                <a:cs typeface="Tahoma"/>
              </a:rPr>
              <a:t>given</a:t>
            </a:r>
            <a:r>
              <a:rPr sz="1200" spc="10" dirty="0">
                <a:solidFill>
                  <a:srgbClr val="538235"/>
                </a:solidFill>
                <a:latin typeface="Tahoma"/>
                <a:cs typeface="Tahoma"/>
              </a:rPr>
              <a:t> </a:t>
            </a:r>
            <a:r>
              <a:rPr sz="1200" dirty="0">
                <a:solidFill>
                  <a:srgbClr val="538235"/>
                </a:solidFill>
                <a:latin typeface="Tahoma"/>
                <a:cs typeface="Tahoma"/>
              </a:rPr>
              <a:t>G </a:t>
            </a:r>
            <a:r>
              <a:rPr sz="1200" spc="-5" dirty="0">
                <a:solidFill>
                  <a:srgbClr val="538235"/>
                </a:solidFill>
                <a:latin typeface="Tahoma"/>
                <a:cs typeface="Tahoma"/>
              </a:rPr>
              <a:t>and</a:t>
            </a:r>
            <a:r>
              <a:rPr sz="1200" spc="20" dirty="0">
                <a:solidFill>
                  <a:srgbClr val="538235"/>
                </a:solidFill>
                <a:latin typeface="Tahoma"/>
                <a:cs typeface="Tahoma"/>
              </a:rPr>
              <a:t> </a:t>
            </a:r>
            <a:r>
              <a:rPr sz="1200" spc="-5" dirty="0">
                <a:solidFill>
                  <a:srgbClr val="538235"/>
                </a:solidFill>
                <a:latin typeface="Tahoma"/>
                <a:cs typeface="Tahoma"/>
              </a:rPr>
              <a:t>kG,</a:t>
            </a:r>
            <a:r>
              <a:rPr sz="1200" spc="5" dirty="0">
                <a:solidFill>
                  <a:srgbClr val="538235"/>
                </a:solidFill>
                <a:latin typeface="Tahoma"/>
                <a:cs typeface="Tahoma"/>
              </a:rPr>
              <a:t> </a:t>
            </a:r>
            <a:r>
              <a:rPr sz="1200" spc="-10" dirty="0">
                <a:solidFill>
                  <a:srgbClr val="538235"/>
                </a:solidFill>
                <a:latin typeface="Tahoma"/>
                <a:cs typeface="Tahoma"/>
              </a:rPr>
              <a:t>which</a:t>
            </a:r>
            <a:r>
              <a:rPr sz="1200" spc="10"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spc="-5" dirty="0">
                <a:solidFill>
                  <a:srgbClr val="538235"/>
                </a:solidFill>
                <a:latin typeface="Tahoma"/>
                <a:cs typeface="Tahoma"/>
              </a:rPr>
              <a:t>assumed</a:t>
            </a:r>
            <a:r>
              <a:rPr sz="1200" spc="15" dirty="0">
                <a:solidFill>
                  <a:srgbClr val="538235"/>
                </a:solidFill>
                <a:latin typeface="Tahoma"/>
                <a:cs typeface="Tahoma"/>
              </a:rPr>
              <a:t> </a:t>
            </a:r>
            <a:r>
              <a:rPr sz="1200" dirty="0">
                <a:solidFill>
                  <a:srgbClr val="538235"/>
                </a:solidFill>
                <a:latin typeface="Tahoma"/>
                <a:cs typeface="Tahoma"/>
              </a:rPr>
              <a:t>hard.</a:t>
            </a:r>
            <a:endParaRPr sz="1200">
              <a:latin typeface="Tahoma"/>
              <a:cs typeface="Tahoma"/>
            </a:endParaRPr>
          </a:p>
          <a:p>
            <a:pPr>
              <a:lnSpc>
                <a:spcPct val="100000"/>
              </a:lnSpc>
            </a:pPr>
            <a:endParaRPr sz="1250">
              <a:latin typeface="Tahoma"/>
              <a:cs typeface="Tahoma"/>
            </a:endParaRPr>
          </a:p>
          <a:p>
            <a:pPr marL="127000" algn="just">
              <a:lnSpc>
                <a:spcPct val="100000"/>
              </a:lnSpc>
            </a:pPr>
            <a:r>
              <a:rPr sz="1200" b="1" dirty="0">
                <a:solidFill>
                  <a:srgbClr val="538235"/>
                </a:solidFill>
                <a:latin typeface="Tahoma"/>
                <a:cs typeface="Tahoma"/>
              </a:rPr>
              <a:t>Key</a:t>
            </a:r>
            <a:r>
              <a:rPr sz="1200" b="1" spc="-50" dirty="0">
                <a:solidFill>
                  <a:srgbClr val="538235"/>
                </a:solidFill>
                <a:latin typeface="Tahoma"/>
                <a:cs typeface="Tahoma"/>
              </a:rPr>
              <a:t> </a:t>
            </a:r>
            <a:r>
              <a:rPr sz="1200" b="1" dirty="0">
                <a:solidFill>
                  <a:srgbClr val="538235"/>
                </a:solidFill>
                <a:latin typeface="Tahoma"/>
                <a:cs typeface="Tahoma"/>
              </a:rPr>
              <a:t>Generation:</a:t>
            </a:r>
            <a:endParaRPr sz="1200">
              <a:latin typeface="Tahoma"/>
              <a:cs typeface="Tahoma"/>
            </a:endParaRPr>
          </a:p>
          <a:p>
            <a:pPr marL="297180" marR="3265170">
              <a:lnSpc>
                <a:spcPts val="2980"/>
              </a:lnSpc>
              <a:spcBef>
                <a:spcPts val="330"/>
              </a:spcBef>
            </a:pPr>
            <a:r>
              <a:rPr sz="1200" spc="-5" dirty="0">
                <a:solidFill>
                  <a:srgbClr val="538235"/>
                </a:solidFill>
                <a:latin typeface="Tahoma"/>
                <a:cs typeface="Tahoma"/>
              </a:rPr>
              <a:t>Each</a:t>
            </a:r>
            <a:r>
              <a:rPr sz="1200" dirty="0">
                <a:solidFill>
                  <a:srgbClr val="538235"/>
                </a:solidFill>
                <a:latin typeface="Tahoma"/>
                <a:cs typeface="Tahoma"/>
              </a:rPr>
              <a:t> </a:t>
            </a:r>
            <a:r>
              <a:rPr sz="1200" spc="-5" dirty="0">
                <a:solidFill>
                  <a:srgbClr val="538235"/>
                </a:solidFill>
                <a:latin typeface="Tahoma"/>
                <a:cs typeface="Tahoma"/>
              </a:rPr>
              <a:t>user</a:t>
            </a:r>
            <a:r>
              <a:rPr sz="1200" spc="25" dirty="0">
                <a:solidFill>
                  <a:srgbClr val="538235"/>
                </a:solidFill>
                <a:latin typeface="Tahoma"/>
                <a:cs typeface="Tahoma"/>
              </a:rPr>
              <a:t> </a:t>
            </a:r>
            <a:r>
              <a:rPr sz="1200" spc="-10" dirty="0">
                <a:solidFill>
                  <a:srgbClr val="538235"/>
                </a:solidFill>
                <a:latin typeface="Tahoma"/>
                <a:cs typeface="Tahoma"/>
              </a:rPr>
              <a:t>chooses</a:t>
            </a:r>
            <a:r>
              <a:rPr sz="1200" spc="15" dirty="0">
                <a:solidFill>
                  <a:srgbClr val="538235"/>
                </a:solidFill>
                <a:latin typeface="Tahoma"/>
                <a:cs typeface="Tahoma"/>
              </a:rPr>
              <a:t> </a:t>
            </a:r>
            <a:r>
              <a:rPr sz="1200" spc="-10" dirty="0">
                <a:solidFill>
                  <a:srgbClr val="538235"/>
                </a:solidFill>
                <a:latin typeface="Tahoma"/>
                <a:cs typeface="Tahoma"/>
              </a:rPr>
              <a:t>private</a:t>
            </a:r>
            <a:r>
              <a:rPr sz="1200" dirty="0">
                <a:solidFill>
                  <a:srgbClr val="538235"/>
                </a:solidFill>
                <a:latin typeface="Tahoma"/>
                <a:cs typeface="Tahoma"/>
              </a:rPr>
              <a:t> </a:t>
            </a:r>
            <a:r>
              <a:rPr sz="1200" spc="-5" dirty="0">
                <a:solidFill>
                  <a:srgbClr val="538235"/>
                </a:solidFill>
                <a:latin typeface="Tahoma"/>
                <a:cs typeface="Tahoma"/>
              </a:rPr>
              <a:t>key</a:t>
            </a:r>
            <a:r>
              <a:rPr sz="1200" spc="5" dirty="0">
                <a:solidFill>
                  <a:srgbClr val="538235"/>
                </a:solidFill>
                <a:latin typeface="Tahoma"/>
                <a:cs typeface="Tahoma"/>
              </a:rPr>
              <a:t> </a:t>
            </a:r>
            <a:r>
              <a:rPr sz="1200" spc="-5" dirty="0">
                <a:solidFill>
                  <a:srgbClr val="538235"/>
                </a:solidFill>
                <a:latin typeface="Tahoma"/>
                <a:cs typeface="Tahoma"/>
              </a:rPr>
              <a:t>n</a:t>
            </a:r>
            <a:r>
              <a:rPr sz="1200" spc="-7" baseline="-20833" dirty="0">
                <a:solidFill>
                  <a:srgbClr val="538235"/>
                </a:solidFill>
                <a:latin typeface="Tahoma"/>
                <a:cs typeface="Tahoma"/>
              </a:rPr>
              <a:t>A</a:t>
            </a:r>
            <a:r>
              <a:rPr sz="1200" spc="-5" dirty="0">
                <a:solidFill>
                  <a:srgbClr val="538235"/>
                </a:solidFill>
                <a:latin typeface="Tahoma"/>
                <a:cs typeface="Tahoma"/>
              </a:rPr>
              <a:t>&lt;n </a:t>
            </a:r>
            <a:r>
              <a:rPr sz="1200" spc="-360" dirty="0">
                <a:solidFill>
                  <a:srgbClr val="538235"/>
                </a:solidFill>
                <a:latin typeface="Tahoma"/>
                <a:cs typeface="Tahoma"/>
              </a:rPr>
              <a:t> </a:t>
            </a:r>
            <a:r>
              <a:rPr sz="1200" spc="-5" dirty="0">
                <a:solidFill>
                  <a:srgbClr val="538235"/>
                </a:solidFill>
                <a:latin typeface="Tahoma"/>
                <a:cs typeface="Tahoma"/>
              </a:rPr>
              <a:t>compute</a:t>
            </a:r>
            <a:r>
              <a:rPr sz="1200" dirty="0">
                <a:solidFill>
                  <a:srgbClr val="538235"/>
                </a:solidFill>
                <a:latin typeface="Tahoma"/>
                <a:cs typeface="Tahoma"/>
              </a:rPr>
              <a:t> </a:t>
            </a:r>
            <a:r>
              <a:rPr sz="1200" spc="-5" dirty="0">
                <a:solidFill>
                  <a:srgbClr val="538235"/>
                </a:solidFill>
                <a:latin typeface="Tahoma"/>
                <a:cs typeface="Tahoma"/>
              </a:rPr>
              <a:t>public</a:t>
            </a:r>
            <a:r>
              <a:rPr sz="1200" spc="5" dirty="0">
                <a:solidFill>
                  <a:srgbClr val="538235"/>
                </a:solidFill>
                <a:latin typeface="Tahoma"/>
                <a:cs typeface="Tahoma"/>
              </a:rPr>
              <a:t> </a:t>
            </a:r>
            <a:r>
              <a:rPr sz="1200" spc="-5" dirty="0">
                <a:solidFill>
                  <a:srgbClr val="538235"/>
                </a:solidFill>
                <a:latin typeface="Tahoma"/>
                <a:cs typeface="Tahoma"/>
              </a:rPr>
              <a:t>key</a:t>
            </a:r>
            <a:r>
              <a:rPr sz="1200" spc="-15" dirty="0">
                <a:solidFill>
                  <a:srgbClr val="538235"/>
                </a:solidFill>
                <a:latin typeface="Tahoma"/>
                <a:cs typeface="Tahoma"/>
              </a:rPr>
              <a:t> </a:t>
            </a:r>
            <a:r>
              <a:rPr sz="1200" spc="-5" dirty="0">
                <a:solidFill>
                  <a:srgbClr val="538235"/>
                </a:solidFill>
                <a:latin typeface="Tahoma"/>
                <a:cs typeface="Tahoma"/>
              </a:rPr>
              <a:t>P</a:t>
            </a:r>
            <a:r>
              <a:rPr sz="1200" spc="-7" baseline="-20833" dirty="0">
                <a:solidFill>
                  <a:srgbClr val="538235"/>
                </a:solidFill>
                <a:latin typeface="Tahoma"/>
                <a:cs typeface="Tahoma"/>
              </a:rPr>
              <a:t>A</a:t>
            </a:r>
            <a:r>
              <a:rPr sz="1200" spc="-5" dirty="0">
                <a:solidFill>
                  <a:srgbClr val="538235"/>
                </a:solidFill>
                <a:latin typeface="Tahoma"/>
                <a:cs typeface="Tahoma"/>
              </a:rPr>
              <a:t>=n</a:t>
            </a:r>
            <a:r>
              <a:rPr sz="1200" spc="-7" baseline="-20833" dirty="0">
                <a:solidFill>
                  <a:srgbClr val="538235"/>
                </a:solidFill>
                <a:latin typeface="Tahoma"/>
                <a:cs typeface="Tahoma"/>
              </a:rPr>
              <a:t>A</a:t>
            </a:r>
            <a:r>
              <a:rPr sz="1200" spc="-5" dirty="0">
                <a:solidFill>
                  <a:srgbClr val="538235"/>
                </a:solidFill>
                <a:latin typeface="Tahoma"/>
                <a:cs typeface="Tahoma"/>
              </a:rPr>
              <a:t>G</a:t>
            </a:r>
            <a:endParaRPr sz="1200">
              <a:latin typeface="Tahoma"/>
              <a:cs typeface="Tahoma"/>
            </a:endParaRPr>
          </a:p>
          <a:p>
            <a:pPr marL="127000">
              <a:lnSpc>
                <a:spcPct val="100000"/>
              </a:lnSpc>
              <a:spcBef>
                <a:spcPts val="1155"/>
              </a:spcBef>
            </a:pPr>
            <a:r>
              <a:rPr sz="1200" b="1" spc="-5" dirty="0">
                <a:solidFill>
                  <a:srgbClr val="538235"/>
                </a:solidFill>
                <a:latin typeface="Tahoma"/>
                <a:cs typeface="Tahoma"/>
              </a:rPr>
              <a:t>Encryption:</a:t>
            </a:r>
            <a:endParaRPr sz="1200">
              <a:latin typeface="Tahoma"/>
              <a:cs typeface="Tahoma"/>
            </a:endParaRPr>
          </a:p>
          <a:p>
            <a:pPr>
              <a:lnSpc>
                <a:spcPct val="100000"/>
              </a:lnSpc>
              <a:spcBef>
                <a:spcPts val="5"/>
              </a:spcBef>
            </a:pPr>
            <a:endParaRPr sz="1250">
              <a:latin typeface="Tahoma"/>
              <a:cs typeface="Tahoma"/>
            </a:endParaRPr>
          </a:p>
          <a:p>
            <a:pPr marL="346075">
              <a:lnSpc>
                <a:spcPct val="100000"/>
              </a:lnSpc>
            </a:pPr>
            <a:r>
              <a:rPr sz="1200" dirty="0">
                <a:solidFill>
                  <a:srgbClr val="538235"/>
                </a:solidFill>
                <a:latin typeface="Tahoma"/>
                <a:cs typeface="Tahoma"/>
              </a:rPr>
              <a:t>P</a:t>
            </a:r>
            <a:r>
              <a:rPr sz="1200" baseline="-20833" dirty="0">
                <a:solidFill>
                  <a:srgbClr val="538235"/>
                </a:solidFill>
                <a:latin typeface="Tahoma"/>
                <a:cs typeface="Tahoma"/>
              </a:rPr>
              <a:t>m</a:t>
            </a:r>
            <a:r>
              <a:rPr sz="1200" spc="150" baseline="-20833"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C</a:t>
            </a:r>
            <a:r>
              <a:rPr sz="1200" spc="-7" baseline="-20833" dirty="0">
                <a:solidFill>
                  <a:srgbClr val="538235"/>
                </a:solidFill>
                <a:latin typeface="Tahoma"/>
                <a:cs typeface="Tahoma"/>
              </a:rPr>
              <a:t>m</a:t>
            </a:r>
            <a:r>
              <a:rPr sz="1200" spc="-5" dirty="0">
                <a:solidFill>
                  <a:srgbClr val="538235"/>
                </a:solidFill>
                <a:latin typeface="Tahoma"/>
                <a:cs typeface="Tahoma"/>
              </a:rPr>
              <a:t>={kG,</a:t>
            </a:r>
            <a:r>
              <a:rPr sz="1200" spc="20" dirty="0">
                <a:solidFill>
                  <a:srgbClr val="538235"/>
                </a:solidFill>
                <a:latin typeface="Tahoma"/>
                <a:cs typeface="Tahoma"/>
              </a:rPr>
              <a:t> </a:t>
            </a:r>
            <a:r>
              <a:rPr sz="1200" spc="-5" dirty="0">
                <a:solidFill>
                  <a:srgbClr val="538235"/>
                </a:solidFill>
                <a:latin typeface="Tahoma"/>
                <a:cs typeface="Tahoma"/>
              </a:rPr>
              <a:t>P</a:t>
            </a:r>
            <a:r>
              <a:rPr sz="1200" spc="-7" baseline="-20833" dirty="0">
                <a:solidFill>
                  <a:srgbClr val="538235"/>
                </a:solidFill>
                <a:latin typeface="Tahoma"/>
                <a:cs typeface="Tahoma"/>
              </a:rPr>
              <a:t>m</a:t>
            </a:r>
            <a:r>
              <a:rPr sz="1200" spc="-5" dirty="0">
                <a:solidFill>
                  <a:srgbClr val="538235"/>
                </a:solidFill>
                <a:latin typeface="Tahoma"/>
                <a:cs typeface="Tahoma"/>
              </a:rPr>
              <a:t>+kP</a:t>
            </a:r>
            <a:r>
              <a:rPr sz="1200" spc="-7" baseline="-20833" dirty="0">
                <a:solidFill>
                  <a:srgbClr val="538235"/>
                </a:solidFill>
                <a:latin typeface="Tahoma"/>
                <a:cs typeface="Tahoma"/>
              </a:rPr>
              <a:t>b</a:t>
            </a:r>
            <a:r>
              <a:rPr sz="1200" spc="-5" dirty="0">
                <a:solidFill>
                  <a:srgbClr val="538235"/>
                </a:solidFill>
                <a:latin typeface="Tahoma"/>
                <a:cs typeface="Tahoma"/>
              </a:rPr>
              <a:t>}, </a:t>
            </a:r>
            <a:r>
              <a:rPr sz="1200" dirty="0">
                <a:solidFill>
                  <a:srgbClr val="538235"/>
                </a:solidFill>
                <a:latin typeface="Tahoma"/>
                <a:cs typeface="Tahoma"/>
              </a:rPr>
              <a:t>k</a:t>
            </a:r>
            <a:r>
              <a:rPr sz="1200" spc="-25" dirty="0">
                <a:solidFill>
                  <a:srgbClr val="538235"/>
                </a:solidFill>
                <a:latin typeface="Tahoma"/>
                <a:cs typeface="Tahoma"/>
              </a:rPr>
              <a:t> </a:t>
            </a:r>
            <a:r>
              <a:rPr sz="1200" spc="-5" dirty="0">
                <a:solidFill>
                  <a:srgbClr val="538235"/>
                </a:solidFill>
                <a:latin typeface="Tahoma"/>
                <a:cs typeface="Tahoma"/>
              </a:rPr>
              <a:t>random</a:t>
            </a:r>
            <a:endParaRPr sz="1200">
              <a:latin typeface="Tahoma"/>
              <a:cs typeface="Tahoma"/>
            </a:endParaRPr>
          </a:p>
          <a:p>
            <a:pPr>
              <a:lnSpc>
                <a:spcPct val="100000"/>
              </a:lnSpc>
              <a:spcBef>
                <a:spcPts val="25"/>
              </a:spcBef>
            </a:pPr>
            <a:endParaRPr sz="1250">
              <a:latin typeface="Tahoma"/>
              <a:cs typeface="Tahoma"/>
            </a:endParaRPr>
          </a:p>
          <a:p>
            <a:pPr marL="127000">
              <a:lnSpc>
                <a:spcPct val="100000"/>
              </a:lnSpc>
            </a:pPr>
            <a:r>
              <a:rPr sz="1200" b="1" spc="-5" dirty="0">
                <a:solidFill>
                  <a:srgbClr val="538235"/>
                </a:solidFill>
                <a:latin typeface="Tahoma"/>
                <a:cs typeface="Tahoma"/>
              </a:rPr>
              <a:t>Decryption:</a:t>
            </a:r>
            <a:endParaRPr sz="1200">
              <a:latin typeface="Tahoma"/>
              <a:cs typeface="Tahoma"/>
            </a:endParaRPr>
          </a:p>
          <a:p>
            <a:pPr>
              <a:lnSpc>
                <a:spcPct val="100000"/>
              </a:lnSpc>
              <a:spcBef>
                <a:spcPts val="5"/>
              </a:spcBef>
            </a:pPr>
            <a:endParaRPr sz="1250">
              <a:latin typeface="Tahoma"/>
              <a:cs typeface="Tahoma"/>
            </a:endParaRPr>
          </a:p>
          <a:p>
            <a:pPr marL="175260">
              <a:lnSpc>
                <a:spcPct val="100000"/>
              </a:lnSpc>
            </a:pPr>
            <a:r>
              <a:rPr sz="1200" spc="-10" dirty="0">
                <a:solidFill>
                  <a:srgbClr val="538235"/>
                </a:solidFill>
                <a:latin typeface="Tahoma"/>
                <a:cs typeface="Tahoma"/>
              </a:rPr>
              <a:t>C</a:t>
            </a:r>
            <a:r>
              <a:rPr sz="1200" spc="-15" baseline="-20833" dirty="0">
                <a:solidFill>
                  <a:srgbClr val="538235"/>
                </a:solidFill>
                <a:latin typeface="Tahoma"/>
                <a:cs typeface="Tahoma"/>
              </a:rPr>
              <a:t>m</a:t>
            </a:r>
            <a:r>
              <a:rPr sz="1200" spc="120" baseline="-20833" dirty="0">
                <a:solidFill>
                  <a:srgbClr val="538235"/>
                </a:solidFill>
                <a:latin typeface="Tahoma"/>
                <a:cs typeface="Tahoma"/>
              </a:rPr>
              <a:t> </a:t>
            </a:r>
            <a:r>
              <a:rPr sz="1200" spc="-5" dirty="0">
                <a:solidFill>
                  <a:srgbClr val="538235"/>
                </a:solidFill>
                <a:latin typeface="Tahoma"/>
                <a:cs typeface="Tahoma"/>
              </a:rPr>
              <a:t>compute:</a:t>
            </a:r>
            <a:endParaRPr sz="1200">
              <a:latin typeface="Tahoma"/>
              <a:cs typeface="Tahoma"/>
            </a:endParaRPr>
          </a:p>
          <a:p>
            <a:pPr>
              <a:lnSpc>
                <a:spcPct val="100000"/>
              </a:lnSpc>
              <a:spcBef>
                <a:spcPts val="15"/>
              </a:spcBef>
            </a:pPr>
            <a:endParaRPr sz="1200">
              <a:latin typeface="Tahoma"/>
              <a:cs typeface="Tahoma"/>
            </a:endParaRPr>
          </a:p>
          <a:p>
            <a:pPr marL="297180">
              <a:lnSpc>
                <a:spcPct val="100000"/>
              </a:lnSpc>
            </a:pPr>
            <a:r>
              <a:rPr sz="1200" spc="-15" dirty="0">
                <a:solidFill>
                  <a:srgbClr val="538235"/>
                </a:solidFill>
                <a:latin typeface="Tahoma"/>
                <a:cs typeface="Tahoma"/>
              </a:rPr>
              <a:t>P</a:t>
            </a:r>
            <a:r>
              <a:rPr sz="1200" spc="-22" baseline="-20833" dirty="0">
                <a:solidFill>
                  <a:srgbClr val="538235"/>
                </a:solidFill>
                <a:latin typeface="Tahoma"/>
                <a:cs typeface="Tahoma"/>
              </a:rPr>
              <a:t>m</a:t>
            </a:r>
            <a:r>
              <a:rPr sz="1200" spc="-15" dirty="0">
                <a:solidFill>
                  <a:srgbClr val="538235"/>
                </a:solidFill>
                <a:latin typeface="Tahoma"/>
                <a:cs typeface="Tahoma"/>
              </a:rPr>
              <a:t>+</a:t>
            </a:r>
            <a:r>
              <a:rPr sz="1250" spc="-15" dirty="0">
                <a:solidFill>
                  <a:srgbClr val="538235"/>
                </a:solidFill>
                <a:latin typeface="Tahoma"/>
                <a:cs typeface="Tahoma"/>
              </a:rPr>
              <a:t>k</a:t>
            </a:r>
            <a:r>
              <a:rPr sz="1200" spc="-15" dirty="0">
                <a:solidFill>
                  <a:srgbClr val="538235"/>
                </a:solidFill>
                <a:latin typeface="Tahoma"/>
                <a:cs typeface="Tahoma"/>
              </a:rPr>
              <a:t>P</a:t>
            </a:r>
            <a:r>
              <a:rPr sz="1200" spc="-22" baseline="-20833" dirty="0">
                <a:solidFill>
                  <a:srgbClr val="538235"/>
                </a:solidFill>
                <a:latin typeface="Tahoma"/>
                <a:cs typeface="Tahoma"/>
              </a:rPr>
              <a:t>b</a:t>
            </a:r>
            <a:r>
              <a:rPr sz="1200" spc="-15" dirty="0">
                <a:solidFill>
                  <a:srgbClr val="538235"/>
                </a:solidFill>
                <a:latin typeface="Tahoma"/>
                <a:cs typeface="Tahoma"/>
              </a:rPr>
              <a:t>–n</a:t>
            </a:r>
            <a:r>
              <a:rPr sz="1200" spc="-22" baseline="-20833" dirty="0">
                <a:solidFill>
                  <a:srgbClr val="538235"/>
                </a:solidFill>
                <a:latin typeface="Tahoma"/>
                <a:cs typeface="Tahoma"/>
              </a:rPr>
              <a:t>B</a:t>
            </a:r>
            <a:r>
              <a:rPr sz="1200" spc="-15" dirty="0">
                <a:solidFill>
                  <a:srgbClr val="538235"/>
                </a:solidFill>
                <a:latin typeface="Tahoma"/>
                <a:cs typeface="Tahoma"/>
              </a:rPr>
              <a:t>(</a:t>
            </a:r>
            <a:r>
              <a:rPr sz="1250" spc="-15" dirty="0">
                <a:solidFill>
                  <a:srgbClr val="538235"/>
                </a:solidFill>
                <a:latin typeface="Tahoma"/>
                <a:cs typeface="Tahoma"/>
              </a:rPr>
              <a:t>kG</a:t>
            </a:r>
            <a:r>
              <a:rPr sz="1200" spc="-15" dirty="0">
                <a:solidFill>
                  <a:srgbClr val="538235"/>
                </a:solidFill>
                <a:latin typeface="Tahoma"/>
                <a:cs typeface="Tahoma"/>
              </a:rPr>
              <a:t>)</a:t>
            </a:r>
            <a:r>
              <a:rPr sz="1200" spc="55" dirty="0">
                <a:solidFill>
                  <a:srgbClr val="538235"/>
                </a:solidFill>
                <a:latin typeface="Tahoma"/>
                <a:cs typeface="Tahoma"/>
              </a:rPr>
              <a:t> </a:t>
            </a:r>
            <a:r>
              <a:rPr sz="1200" dirty="0">
                <a:solidFill>
                  <a:srgbClr val="538235"/>
                </a:solidFill>
                <a:latin typeface="Tahoma"/>
                <a:cs typeface="Tahoma"/>
              </a:rPr>
              <a:t>= </a:t>
            </a:r>
            <a:r>
              <a:rPr sz="1200" spc="-15" dirty="0">
                <a:solidFill>
                  <a:srgbClr val="538235"/>
                </a:solidFill>
                <a:latin typeface="Tahoma"/>
                <a:cs typeface="Tahoma"/>
              </a:rPr>
              <a:t>P</a:t>
            </a:r>
            <a:r>
              <a:rPr sz="1200" spc="-22" baseline="-20833" dirty="0">
                <a:solidFill>
                  <a:srgbClr val="538235"/>
                </a:solidFill>
                <a:latin typeface="Tahoma"/>
                <a:cs typeface="Tahoma"/>
              </a:rPr>
              <a:t>m</a:t>
            </a:r>
            <a:r>
              <a:rPr sz="1200" spc="-15" dirty="0">
                <a:solidFill>
                  <a:srgbClr val="538235"/>
                </a:solidFill>
                <a:latin typeface="Tahoma"/>
                <a:cs typeface="Tahoma"/>
              </a:rPr>
              <a:t>+</a:t>
            </a:r>
            <a:r>
              <a:rPr sz="1250" spc="-15" dirty="0">
                <a:solidFill>
                  <a:srgbClr val="538235"/>
                </a:solidFill>
                <a:latin typeface="Tahoma"/>
                <a:cs typeface="Tahoma"/>
              </a:rPr>
              <a:t>k</a:t>
            </a:r>
            <a:r>
              <a:rPr sz="1200" spc="-15" dirty="0">
                <a:solidFill>
                  <a:srgbClr val="538235"/>
                </a:solidFill>
                <a:latin typeface="Tahoma"/>
                <a:cs typeface="Tahoma"/>
              </a:rPr>
              <a:t>(n</a:t>
            </a:r>
            <a:r>
              <a:rPr sz="1200" spc="-22" baseline="-20833" dirty="0">
                <a:solidFill>
                  <a:srgbClr val="538235"/>
                </a:solidFill>
                <a:latin typeface="Tahoma"/>
                <a:cs typeface="Tahoma"/>
              </a:rPr>
              <a:t>B</a:t>
            </a:r>
            <a:r>
              <a:rPr sz="1250" spc="-15" dirty="0">
                <a:solidFill>
                  <a:srgbClr val="538235"/>
                </a:solidFill>
                <a:latin typeface="Tahoma"/>
                <a:cs typeface="Tahoma"/>
              </a:rPr>
              <a:t>G</a:t>
            </a:r>
            <a:r>
              <a:rPr sz="1200" spc="-15" dirty="0">
                <a:solidFill>
                  <a:srgbClr val="538235"/>
                </a:solidFill>
                <a:latin typeface="Tahoma"/>
                <a:cs typeface="Tahoma"/>
              </a:rPr>
              <a:t>)–n</a:t>
            </a:r>
            <a:r>
              <a:rPr sz="1200" spc="-22" baseline="-20833" dirty="0">
                <a:solidFill>
                  <a:srgbClr val="538235"/>
                </a:solidFill>
                <a:latin typeface="Tahoma"/>
                <a:cs typeface="Tahoma"/>
              </a:rPr>
              <a:t>B</a:t>
            </a:r>
            <a:r>
              <a:rPr sz="1200" spc="-15" dirty="0">
                <a:solidFill>
                  <a:srgbClr val="538235"/>
                </a:solidFill>
                <a:latin typeface="Tahoma"/>
                <a:cs typeface="Tahoma"/>
              </a:rPr>
              <a:t>(</a:t>
            </a:r>
            <a:r>
              <a:rPr sz="1250" spc="-15" dirty="0">
                <a:solidFill>
                  <a:srgbClr val="538235"/>
                </a:solidFill>
                <a:latin typeface="Tahoma"/>
                <a:cs typeface="Tahoma"/>
              </a:rPr>
              <a:t>kG</a:t>
            </a:r>
            <a:r>
              <a:rPr sz="1200" spc="-15" dirty="0">
                <a:solidFill>
                  <a:srgbClr val="538235"/>
                </a:solidFill>
                <a:latin typeface="Tahoma"/>
                <a:cs typeface="Tahoma"/>
              </a:rPr>
              <a:t>)</a:t>
            </a:r>
            <a:r>
              <a:rPr sz="1200" spc="75" dirty="0">
                <a:solidFill>
                  <a:srgbClr val="538235"/>
                </a:solidFill>
                <a:latin typeface="Tahoma"/>
                <a:cs typeface="Tahoma"/>
              </a:rPr>
              <a:t> </a:t>
            </a:r>
            <a:r>
              <a:rPr sz="1200" dirty="0">
                <a:solidFill>
                  <a:srgbClr val="538235"/>
                </a:solidFill>
                <a:latin typeface="Tahoma"/>
                <a:cs typeface="Tahoma"/>
              </a:rPr>
              <a:t>= P</a:t>
            </a:r>
            <a:r>
              <a:rPr sz="1200" baseline="-20833" dirty="0">
                <a:solidFill>
                  <a:srgbClr val="538235"/>
                </a:solidFill>
                <a:latin typeface="Tahoma"/>
                <a:cs typeface="Tahoma"/>
              </a:rPr>
              <a:t>m</a:t>
            </a:r>
            <a:endParaRPr sz="1200" baseline="-20833">
              <a:latin typeface="Tahoma"/>
              <a:cs typeface="Tahoma"/>
            </a:endParaRPr>
          </a:p>
          <a:p>
            <a:pPr marL="127000">
              <a:lnSpc>
                <a:spcPct val="100000"/>
              </a:lnSpc>
              <a:spcBef>
                <a:spcPts val="1525"/>
              </a:spcBef>
            </a:pPr>
            <a:r>
              <a:rPr sz="1200" spc="-5" dirty="0">
                <a:solidFill>
                  <a:srgbClr val="538235"/>
                </a:solidFill>
                <a:latin typeface="Tahoma"/>
                <a:cs typeface="Tahoma"/>
              </a:rPr>
              <a:t>Let</a:t>
            </a:r>
            <a:r>
              <a:rPr sz="1200" spc="5" dirty="0">
                <a:solidFill>
                  <a:srgbClr val="538235"/>
                </a:solidFill>
                <a:latin typeface="Tahoma"/>
                <a:cs typeface="Tahoma"/>
              </a:rPr>
              <a:t> </a:t>
            </a:r>
            <a:r>
              <a:rPr sz="1200" dirty="0">
                <a:solidFill>
                  <a:srgbClr val="538235"/>
                </a:solidFill>
                <a:latin typeface="Tahoma"/>
                <a:cs typeface="Tahoma"/>
              </a:rPr>
              <a:t>us </a:t>
            </a:r>
            <a:r>
              <a:rPr sz="1200" spc="-5" dirty="0">
                <a:solidFill>
                  <a:srgbClr val="538235"/>
                </a:solidFill>
                <a:latin typeface="Tahoma"/>
                <a:cs typeface="Tahoma"/>
              </a:rPr>
              <a:t>consider</a:t>
            </a:r>
            <a:r>
              <a:rPr sz="1200" spc="20" dirty="0">
                <a:solidFill>
                  <a:srgbClr val="538235"/>
                </a:solidFill>
                <a:latin typeface="Tahoma"/>
                <a:cs typeface="Tahoma"/>
              </a:rPr>
              <a:t> </a:t>
            </a:r>
            <a:r>
              <a:rPr sz="1200" dirty="0">
                <a:solidFill>
                  <a:srgbClr val="538235"/>
                </a:solidFill>
                <a:latin typeface="Tahoma"/>
                <a:cs typeface="Tahoma"/>
              </a:rPr>
              <a:t>a</a:t>
            </a:r>
            <a:r>
              <a:rPr sz="1200" spc="5" dirty="0">
                <a:solidFill>
                  <a:srgbClr val="538235"/>
                </a:solidFill>
                <a:latin typeface="Tahoma"/>
                <a:cs typeface="Tahoma"/>
              </a:rPr>
              <a:t> </a:t>
            </a:r>
            <a:r>
              <a:rPr sz="1200" spc="-10" dirty="0">
                <a:solidFill>
                  <a:srgbClr val="538235"/>
                </a:solidFill>
                <a:latin typeface="Tahoma"/>
                <a:cs typeface="Tahoma"/>
              </a:rPr>
              <a:t>simple</a:t>
            </a:r>
            <a:r>
              <a:rPr sz="1200" spc="25" dirty="0">
                <a:solidFill>
                  <a:srgbClr val="538235"/>
                </a:solidFill>
                <a:latin typeface="Tahoma"/>
                <a:cs typeface="Tahoma"/>
              </a:rPr>
              <a:t> </a:t>
            </a:r>
            <a:r>
              <a:rPr sz="1200" spc="-5" dirty="0">
                <a:solidFill>
                  <a:srgbClr val="538235"/>
                </a:solidFill>
                <a:latin typeface="Tahoma"/>
                <a:cs typeface="Tahoma"/>
              </a:rPr>
              <a:t>example.</a:t>
            </a:r>
            <a:r>
              <a:rPr sz="1200" spc="25" dirty="0">
                <a:solidFill>
                  <a:srgbClr val="538235"/>
                </a:solidFill>
                <a:latin typeface="Tahoma"/>
                <a:cs typeface="Tahoma"/>
              </a:rPr>
              <a:t> </a:t>
            </a:r>
            <a:r>
              <a:rPr sz="1200" spc="-5" dirty="0">
                <a:solidFill>
                  <a:srgbClr val="538235"/>
                </a:solidFill>
                <a:latin typeface="Tahoma"/>
                <a:cs typeface="Tahoma"/>
              </a:rPr>
              <a:t>The</a:t>
            </a:r>
            <a:r>
              <a:rPr sz="1200" spc="30" dirty="0">
                <a:solidFill>
                  <a:srgbClr val="538235"/>
                </a:solidFill>
                <a:latin typeface="Tahoma"/>
                <a:cs typeface="Tahoma"/>
              </a:rPr>
              <a:t> </a:t>
            </a:r>
            <a:r>
              <a:rPr sz="1200" spc="-5" dirty="0">
                <a:solidFill>
                  <a:srgbClr val="538235"/>
                </a:solidFill>
                <a:latin typeface="Tahoma"/>
                <a:cs typeface="Tahoma"/>
              </a:rPr>
              <a:t>global</a:t>
            </a:r>
            <a:r>
              <a:rPr sz="1200" spc="-25" dirty="0">
                <a:solidFill>
                  <a:srgbClr val="538235"/>
                </a:solidFill>
                <a:latin typeface="Tahoma"/>
                <a:cs typeface="Tahoma"/>
              </a:rPr>
              <a:t> </a:t>
            </a:r>
            <a:r>
              <a:rPr sz="1200" spc="-5" dirty="0">
                <a:solidFill>
                  <a:srgbClr val="538235"/>
                </a:solidFill>
                <a:latin typeface="Tahoma"/>
                <a:cs typeface="Tahoma"/>
              </a:rPr>
              <a:t>public</a:t>
            </a:r>
            <a:r>
              <a:rPr sz="1200" dirty="0">
                <a:solidFill>
                  <a:srgbClr val="538235"/>
                </a:solidFill>
                <a:latin typeface="Tahoma"/>
                <a:cs typeface="Tahoma"/>
              </a:rPr>
              <a:t> </a:t>
            </a:r>
            <a:r>
              <a:rPr sz="1200" spc="-5" dirty="0">
                <a:solidFill>
                  <a:srgbClr val="538235"/>
                </a:solidFill>
                <a:latin typeface="Tahoma"/>
                <a:cs typeface="Tahoma"/>
              </a:rPr>
              <a:t>elements</a:t>
            </a:r>
            <a:r>
              <a:rPr sz="1200" spc="50" dirty="0">
                <a:solidFill>
                  <a:srgbClr val="538235"/>
                </a:solidFill>
                <a:latin typeface="Tahoma"/>
                <a:cs typeface="Tahoma"/>
              </a:rPr>
              <a:t> </a:t>
            </a:r>
            <a:r>
              <a:rPr sz="1200" spc="-5" dirty="0">
                <a:solidFill>
                  <a:srgbClr val="538235"/>
                </a:solidFill>
                <a:latin typeface="Tahoma"/>
                <a:cs typeface="Tahoma"/>
              </a:rPr>
              <a:t>are</a:t>
            </a:r>
            <a:r>
              <a:rPr sz="1200" spc="25" dirty="0">
                <a:solidFill>
                  <a:srgbClr val="538235"/>
                </a:solidFill>
                <a:latin typeface="Tahoma"/>
                <a:cs typeface="Tahoma"/>
              </a:rPr>
              <a:t> </a:t>
            </a:r>
            <a:r>
              <a:rPr sz="1200" dirty="0">
                <a:solidFill>
                  <a:srgbClr val="538235"/>
                </a:solidFill>
                <a:latin typeface="Tahoma"/>
                <a:cs typeface="Tahoma"/>
              </a:rPr>
              <a:t>q</a:t>
            </a:r>
            <a:r>
              <a:rPr sz="1200" spc="-10"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257;</a:t>
            </a:r>
            <a:endParaRPr sz="1200">
              <a:latin typeface="Tahoma"/>
              <a:cs typeface="Tahoma"/>
            </a:endParaRPr>
          </a:p>
          <a:p>
            <a:pPr>
              <a:lnSpc>
                <a:spcPct val="100000"/>
              </a:lnSpc>
              <a:spcBef>
                <a:spcPts val="5"/>
              </a:spcBef>
            </a:pPr>
            <a:endParaRPr sz="1250">
              <a:latin typeface="Tahoma"/>
              <a:cs typeface="Tahoma"/>
            </a:endParaRPr>
          </a:p>
          <a:p>
            <a:pPr marL="127000">
              <a:lnSpc>
                <a:spcPct val="100000"/>
              </a:lnSpc>
              <a:spcBef>
                <a:spcPts val="5"/>
              </a:spcBef>
            </a:pPr>
            <a:r>
              <a:rPr sz="1200" spc="-5" dirty="0">
                <a:solidFill>
                  <a:srgbClr val="538235"/>
                </a:solidFill>
                <a:latin typeface="Tahoma"/>
                <a:cs typeface="Tahoma"/>
              </a:rPr>
              <a:t>Eq(a,</a:t>
            </a:r>
            <a:r>
              <a:rPr sz="1200" spc="5" dirty="0">
                <a:solidFill>
                  <a:srgbClr val="538235"/>
                </a:solidFill>
                <a:latin typeface="Tahoma"/>
                <a:cs typeface="Tahoma"/>
              </a:rPr>
              <a:t> b)</a:t>
            </a:r>
            <a:r>
              <a:rPr sz="1200" spc="-20"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E</a:t>
            </a:r>
            <a:r>
              <a:rPr sz="1200" spc="-15" baseline="-20833" dirty="0">
                <a:solidFill>
                  <a:srgbClr val="538235"/>
                </a:solidFill>
                <a:latin typeface="Tahoma"/>
                <a:cs typeface="Tahoma"/>
              </a:rPr>
              <a:t>257</a:t>
            </a:r>
            <a:r>
              <a:rPr sz="1200" spc="-10" dirty="0">
                <a:solidFill>
                  <a:srgbClr val="538235"/>
                </a:solidFill>
                <a:latin typeface="Tahoma"/>
                <a:cs typeface="Tahoma"/>
              </a:rPr>
              <a:t>(0,</a:t>
            </a:r>
            <a:r>
              <a:rPr sz="1200" spc="30" dirty="0">
                <a:solidFill>
                  <a:srgbClr val="538235"/>
                </a:solidFill>
                <a:latin typeface="Tahoma"/>
                <a:cs typeface="Tahoma"/>
              </a:rPr>
              <a:t> </a:t>
            </a:r>
            <a:r>
              <a:rPr sz="1200" spc="-5" dirty="0">
                <a:solidFill>
                  <a:srgbClr val="538235"/>
                </a:solidFill>
                <a:latin typeface="Tahoma"/>
                <a:cs typeface="Tahoma"/>
              </a:rPr>
              <a:t>-4),</a:t>
            </a:r>
            <a:r>
              <a:rPr sz="1200" spc="30" dirty="0">
                <a:solidFill>
                  <a:srgbClr val="538235"/>
                </a:solidFill>
                <a:latin typeface="Tahoma"/>
                <a:cs typeface="Tahoma"/>
              </a:rPr>
              <a:t> </a:t>
            </a:r>
            <a:r>
              <a:rPr sz="1200" spc="-10" dirty="0">
                <a:solidFill>
                  <a:srgbClr val="538235"/>
                </a:solidFill>
                <a:latin typeface="Tahoma"/>
                <a:cs typeface="Tahoma"/>
              </a:rPr>
              <a:t>which</a:t>
            </a:r>
            <a:r>
              <a:rPr sz="1200" spc="10" dirty="0">
                <a:solidFill>
                  <a:srgbClr val="538235"/>
                </a:solidFill>
                <a:latin typeface="Tahoma"/>
                <a:cs typeface="Tahoma"/>
              </a:rPr>
              <a:t> </a:t>
            </a:r>
            <a:r>
              <a:rPr sz="1200" spc="-10" dirty="0">
                <a:solidFill>
                  <a:srgbClr val="538235"/>
                </a:solidFill>
                <a:latin typeface="Tahoma"/>
                <a:cs typeface="Tahoma"/>
              </a:rPr>
              <a:t>is</a:t>
            </a:r>
            <a:r>
              <a:rPr sz="1200" dirty="0">
                <a:solidFill>
                  <a:srgbClr val="538235"/>
                </a:solidFill>
                <a:latin typeface="Tahoma"/>
                <a:cs typeface="Tahoma"/>
              </a:rPr>
              <a:t> </a:t>
            </a:r>
            <a:r>
              <a:rPr sz="1200" spc="-10" dirty="0">
                <a:solidFill>
                  <a:srgbClr val="538235"/>
                </a:solidFill>
                <a:latin typeface="Tahoma"/>
                <a:cs typeface="Tahoma"/>
              </a:rPr>
              <a:t>equivalent</a:t>
            </a:r>
            <a:r>
              <a:rPr sz="1200" spc="70" dirty="0">
                <a:solidFill>
                  <a:srgbClr val="538235"/>
                </a:solidFill>
                <a:latin typeface="Tahoma"/>
                <a:cs typeface="Tahoma"/>
              </a:rPr>
              <a:t> </a:t>
            </a:r>
            <a:r>
              <a:rPr sz="1200" dirty="0">
                <a:solidFill>
                  <a:srgbClr val="538235"/>
                </a:solidFill>
                <a:latin typeface="Tahoma"/>
                <a:cs typeface="Tahoma"/>
              </a:rPr>
              <a:t>to</a:t>
            </a:r>
            <a:r>
              <a:rPr sz="1200" spc="-15" dirty="0">
                <a:solidFill>
                  <a:srgbClr val="538235"/>
                </a:solidFill>
                <a:latin typeface="Tahoma"/>
                <a:cs typeface="Tahoma"/>
              </a:rPr>
              <a:t> </a:t>
            </a:r>
            <a:r>
              <a:rPr sz="1200" dirty="0">
                <a:solidFill>
                  <a:srgbClr val="538235"/>
                </a:solidFill>
                <a:latin typeface="Tahoma"/>
                <a:cs typeface="Tahoma"/>
              </a:rPr>
              <a:t>the </a:t>
            </a:r>
            <a:r>
              <a:rPr sz="1200" spc="-5" dirty="0">
                <a:solidFill>
                  <a:srgbClr val="538235"/>
                </a:solidFill>
                <a:latin typeface="Tahoma"/>
                <a:cs typeface="Tahoma"/>
              </a:rPr>
              <a:t>curve</a:t>
            </a:r>
            <a:r>
              <a:rPr sz="1200" spc="5" dirty="0">
                <a:solidFill>
                  <a:srgbClr val="538235"/>
                </a:solidFill>
                <a:latin typeface="Tahoma"/>
                <a:cs typeface="Tahoma"/>
              </a:rPr>
              <a:t> </a:t>
            </a:r>
            <a:r>
              <a:rPr sz="1200" dirty="0">
                <a:solidFill>
                  <a:srgbClr val="538235"/>
                </a:solidFill>
                <a:latin typeface="Tahoma"/>
                <a:cs typeface="Tahoma"/>
              </a:rPr>
              <a:t>y</a:t>
            </a:r>
            <a:r>
              <a:rPr sz="1200" baseline="24305" dirty="0">
                <a:solidFill>
                  <a:srgbClr val="538235"/>
                </a:solidFill>
                <a:latin typeface="Tahoma"/>
                <a:cs typeface="Tahoma"/>
              </a:rPr>
              <a:t>2</a:t>
            </a:r>
            <a:r>
              <a:rPr sz="1200" spc="195" baseline="2430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x</a:t>
            </a:r>
            <a:r>
              <a:rPr sz="1200" baseline="24305" dirty="0">
                <a:solidFill>
                  <a:srgbClr val="538235"/>
                </a:solidFill>
                <a:latin typeface="Tahoma"/>
                <a:cs typeface="Tahoma"/>
              </a:rPr>
              <a:t>3</a:t>
            </a:r>
            <a:r>
              <a:rPr sz="1200" spc="195" baseline="2430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4;</a:t>
            </a:r>
            <a:r>
              <a:rPr sz="1200" spc="-10" dirty="0">
                <a:solidFill>
                  <a:srgbClr val="538235"/>
                </a:solidFill>
                <a:latin typeface="Tahoma"/>
                <a:cs typeface="Tahoma"/>
              </a:rPr>
              <a:t> </a:t>
            </a:r>
            <a:r>
              <a:rPr sz="1200" spc="-5" dirty="0">
                <a:solidFill>
                  <a:srgbClr val="538235"/>
                </a:solidFill>
                <a:latin typeface="Tahoma"/>
                <a:cs typeface="Tahoma"/>
              </a:rPr>
              <a:t>and </a:t>
            </a:r>
            <a:r>
              <a:rPr sz="1200" dirty="0">
                <a:solidFill>
                  <a:srgbClr val="538235"/>
                </a:solidFill>
                <a:latin typeface="Tahoma"/>
                <a:cs typeface="Tahoma"/>
              </a:rPr>
              <a:t>G</a:t>
            </a:r>
            <a:r>
              <a:rPr sz="1200" spc="5" dirty="0">
                <a:solidFill>
                  <a:srgbClr val="538235"/>
                </a:solidFill>
                <a:latin typeface="Tahoma"/>
                <a:cs typeface="Tahoma"/>
              </a:rPr>
              <a:t> </a:t>
            </a:r>
            <a:r>
              <a:rPr sz="1200" spc="-10" dirty="0">
                <a:solidFill>
                  <a:srgbClr val="538235"/>
                </a:solidFill>
                <a:latin typeface="Tahoma"/>
                <a:cs typeface="Tahoma"/>
              </a:rPr>
              <a:t>=(2,</a:t>
            </a:r>
            <a:r>
              <a:rPr sz="1200" spc="25" dirty="0">
                <a:solidFill>
                  <a:srgbClr val="538235"/>
                </a:solidFill>
                <a:latin typeface="Tahoma"/>
                <a:cs typeface="Tahoma"/>
              </a:rPr>
              <a:t> </a:t>
            </a:r>
            <a:r>
              <a:rPr sz="1200" spc="-5" dirty="0">
                <a:solidFill>
                  <a:srgbClr val="538235"/>
                </a:solidFill>
                <a:latin typeface="Tahoma"/>
                <a:cs typeface="Tahoma"/>
              </a:rPr>
              <a:t>2).</a:t>
            </a:r>
            <a:endParaRPr sz="1200">
              <a:latin typeface="Tahoma"/>
              <a:cs typeface="Tahoma"/>
            </a:endParaRPr>
          </a:p>
          <a:p>
            <a:pPr marL="812800" marR="2298065" indent="-515620">
              <a:lnSpc>
                <a:spcPts val="2980"/>
              </a:lnSpc>
              <a:spcBef>
                <a:spcPts val="325"/>
              </a:spcBef>
            </a:pPr>
            <a:r>
              <a:rPr sz="1200" spc="-15" dirty="0">
                <a:solidFill>
                  <a:srgbClr val="538235"/>
                </a:solidFill>
                <a:latin typeface="Tahoma"/>
                <a:cs typeface="Tahoma"/>
              </a:rPr>
              <a:t>Bob’s</a:t>
            </a:r>
            <a:r>
              <a:rPr sz="1200" spc="5" dirty="0">
                <a:solidFill>
                  <a:srgbClr val="538235"/>
                </a:solidFill>
                <a:latin typeface="Tahoma"/>
                <a:cs typeface="Tahoma"/>
              </a:rPr>
              <a:t> </a:t>
            </a:r>
            <a:r>
              <a:rPr sz="1200" spc="-10" dirty="0">
                <a:solidFill>
                  <a:srgbClr val="538235"/>
                </a:solidFill>
                <a:latin typeface="Tahoma"/>
                <a:cs typeface="Tahoma"/>
              </a:rPr>
              <a:t>private</a:t>
            </a:r>
            <a:r>
              <a:rPr sz="1200" spc="25" dirty="0">
                <a:solidFill>
                  <a:srgbClr val="538235"/>
                </a:solidFill>
                <a:latin typeface="Tahoma"/>
                <a:cs typeface="Tahoma"/>
              </a:rPr>
              <a:t> </a:t>
            </a:r>
            <a:r>
              <a:rPr sz="1200" spc="-5" dirty="0">
                <a:solidFill>
                  <a:srgbClr val="538235"/>
                </a:solidFill>
                <a:latin typeface="Tahoma"/>
                <a:cs typeface="Tahoma"/>
              </a:rPr>
              <a:t>key</a:t>
            </a:r>
            <a:r>
              <a:rPr sz="1200" spc="-15"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spc="-5" dirty="0">
                <a:solidFill>
                  <a:srgbClr val="538235"/>
                </a:solidFill>
                <a:latin typeface="Tahoma"/>
                <a:cs typeface="Tahoma"/>
              </a:rPr>
              <a:t>n</a:t>
            </a:r>
            <a:r>
              <a:rPr sz="1200" spc="-7" baseline="-20833" dirty="0">
                <a:solidFill>
                  <a:srgbClr val="538235"/>
                </a:solidFill>
                <a:latin typeface="Tahoma"/>
                <a:cs typeface="Tahoma"/>
              </a:rPr>
              <a:t>B</a:t>
            </a:r>
            <a:r>
              <a:rPr sz="1200" spc="179" baseline="-20833"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101,</a:t>
            </a:r>
            <a:r>
              <a:rPr sz="1200" spc="5" dirty="0">
                <a:solidFill>
                  <a:srgbClr val="538235"/>
                </a:solidFill>
                <a:latin typeface="Tahoma"/>
                <a:cs typeface="Tahoma"/>
              </a:rPr>
              <a:t> </a:t>
            </a:r>
            <a:r>
              <a:rPr sz="1200" spc="-5" dirty="0">
                <a:solidFill>
                  <a:srgbClr val="538235"/>
                </a:solidFill>
                <a:latin typeface="Tahoma"/>
                <a:cs typeface="Tahoma"/>
              </a:rPr>
              <a:t>and</a:t>
            </a:r>
            <a:r>
              <a:rPr sz="1200" spc="20" dirty="0">
                <a:solidFill>
                  <a:srgbClr val="538235"/>
                </a:solidFill>
                <a:latin typeface="Tahoma"/>
                <a:cs typeface="Tahoma"/>
              </a:rPr>
              <a:t> </a:t>
            </a:r>
            <a:r>
              <a:rPr sz="1200" spc="-5" dirty="0">
                <a:solidFill>
                  <a:srgbClr val="538235"/>
                </a:solidFill>
                <a:latin typeface="Tahoma"/>
                <a:cs typeface="Tahoma"/>
              </a:rPr>
              <a:t>his</a:t>
            </a:r>
            <a:r>
              <a:rPr sz="1200" dirty="0">
                <a:solidFill>
                  <a:srgbClr val="538235"/>
                </a:solidFill>
                <a:latin typeface="Tahoma"/>
                <a:cs typeface="Tahoma"/>
              </a:rPr>
              <a:t> </a:t>
            </a:r>
            <a:r>
              <a:rPr sz="1200" spc="-5" dirty="0">
                <a:solidFill>
                  <a:srgbClr val="538235"/>
                </a:solidFill>
                <a:latin typeface="Tahoma"/>
                <a:cs typeface="Tahoma"/>
              </a:rPr>
              <a:t>public</a:t>
            </a:r>
            <a:r>
              <a:rPr sz="1200" spc="10" dirty="0">
                <a:solidFill>
                  <a:srgbClr val="538235"/>
                </a:solidFill>
                <a:latin typeface="Tahoma"/>
                <a:cs typeface="Tahoma"/>
              </a:rPr>
              <a:t> </a:t>
            </a:r>
            <a:r>
              <a:rPr sz="1200" spc="-5" dirty="0">
                <a:solidFill>
                  <a:srgbClr val="538235"/>
                </a:solidFill>
                <a:latin typeface="Tahoma"/>
                <a:cs typeface="Tahoma"/>
              </a:rPr>
              <a:t>key</a:t>
            </a:r>
            <a:r>
              <a:rPr sz="1200" spc="10" dirty="0">
                <a:solidFill>
                  <a:srgbClr val="538235"/>
                </a:solidFill>
                <a:latin typeface="Tahoma"/>
                <a:cs typeface="Tahoma"/>
              </a:rPr>
              <a:t> </a:t>
            </a:r>
            <a:r>
              <a:rPr sz="1200" spc="-15" dirty="0">
                <a:solidFill>
                  <a:srgbClr val="538235"/>
                </a:solidFill>
                <a:latin typeface="Tahoma"/>
                <a:cs typeface="Tahoma"/>
              </a:rPr>
              <a:t>is </a:t>
            </a:r>
            <a:r>
              <a:rPr sz="1200" spc="-360" dirty="0">
                <a:solidFill>
                  <a:srgbClr val="538235"/>
                </a:solidFill>
                <a:latin typeface="Tahoma"/>
                <a:cs typeface="Tahoma"/>
              </a:rPr>
              <a:t> </a:t>
            </a:r>
            <a:r>
              <a:rPr sz="1200" dirty="0">
                <a:solidFill>
                  <a:srgbClr val="538235"/>
                </a:solidFill>
                <a:latin typeface="Tahoma"/>
                <a:cs typeface="Tahoma"/>
              </a:rPr>
              <a:t>P</a:t>
            </a:r>
            <a:r>
              <a:rPr sz="1200" baseline="-20833" dirty="0">
                <a:solidFill>
                  <a:srgbClr val="538235"/>
                </a:solidFill>
                <a:latin typeface="Tahoma"/>
                <a:cs typeface="Tahoma"/>
              </a:rPr>
              <a:t>B</a:t>
            </a:r>
            <a:r>
              <a:rPr sz="1200" spc="172" baseline="-20833"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n</a:t>
            </a:r>
            <a:r>
              <a:rPr sz="1200" spc="-7" baseline="-20833" dirty="0">
                <a:solidFill>
                  <a:srgbClr val="538235"/>
                </a:solidFill>
                <a:latin typeface="Tahoma"/>
                <a:cs typeface="Tahoma"/>
              </a:rPr>
              <a:t>B</a:t>
            </a:r>
            <a:r>
              <a:rPr sz="1200" spc="-5" dirty="0">
                <a:solidFill>
                  <a:srgbClr val="538235"/>
                </a:solidFill>
                <a:latin typeface="Tahoma"/>
                <a:cs typeface="Tahoma"/>
              </a:rPr>
              <a:t>G</a:t>
            </a:r>
            <a:r>
              <a:rPr sz="1200" spc="15"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101(2,</a:t>
            </a:r>
            <a:r>
              <a:rPr sz="1200" spc="20" dirty="0">
                <a:solidFill>
                  <a:srgbClr val="538235"/>
                </a:solidFill>
                <a:latin typeface="Tahoma"/>
                <a:cs typeface="Tahoma"/>
              </a:rPr>
              <a:t> </a:t>
            </a:r>
            <a:r>
              <a:rPr sz="1200" spc="-5" dirty="0">
                <a:solidFill>
                  <a:srgbClr val="538235"/>
                </a:solidFill>
                <a:latin typeface="Tahoma"/>
                <a:cs typeface="Tahoma"/>
              </a:rPr>
              <a:t>2)</a:t>
            </a:r>
            <a:endParaRPr sz="1200">
              <a:latin typeface="Tahoma"/>
              <a:cs typeface="Tahoma"/>
            </a:endParaRPr>
          </a:p>
          <a:p>
            <a:pPr marL="1498600">
              <a:lnSpc>
                <a:spcPct val="100000"/>
              </a:lnSpc>
              <a:spcBef>
                <a:spcPts val="1155"/>
              </a:spcBef>
            </a:pPr>
            <a:r>
              <a:rPr sz="1200" dirty="0">
                <a:solidFill>
                  <a:srgbClr val="538235"/>
                </a:solidFill>
                <a:latin typeface="Tahoma"/>
                <a:cs typeface="Tahoma"/>
              </a:rPr>
              <a:t>=</a:t>
            </a:r>
            <a:r>
              <a:rPr sz="1200" spc="-25" dirty="0">
                <a:solidFill>
                  <a:srgbClr val="538235"/>
                </a:solidFill>
                <a:latin typeface="Tahoma"/>
                <a:cs typeface="Tahoma"/>
              </a:rPr>
              <a:t> </a:t>
            </a:r>
            <a:r>
              <a:rPr sz="1200" spc="-30" dirty="0">
                <a:solidFill>
                  <a:srgbClr val="538235"/>
                </a:solidFill>
                <a:latin typeface="Tahoma"/>
                <a:cs typeface="Tahoma"/>
              </a:rPr>
              <a:t>(197,</a:t>
            </a:r>
            <a:r>
              <a:rPr sz="1200" spc="5" dirty="0">
                <a:solidFill>
                  <a:srgbClr val="538235"/>
                </a:solidFill>
                <a:latin typeface="Tahoma"/>
                <a:cs typeface="Tahoma"/>
              </a:rPr>
              <a:t> </a:t>
            </a:r>
            <a:r>
              <a:rPr sz="1200" spc="-10" dirty="0">
                <a:solidFill>
                  <a:srgbClr val="538235"/>
                </a:solidFill>
                <a:latin typeface="Tahoma"/>
                <a:cs typeface="Tahoma"/>
              </a:rPr>
              <a:t>167).</a:t>
            </a:r>
            <a:endParaRPr sz="1200">
              <a:latin typeface="Tahoma"/>
              <a:cs typeface="Tahoma"/>
            </a:endParaRPr>
          </a:p>
          <a:p>
            <a:pPr>
              <a:lnSpc>
                <a:spcPct val="100000"/>
              </a:lnSpc>
            </a:pPr>
            <a:endParaRPr sz="1250">
              <a:latin typeface="Tahoma"/>
              <a:cs typeface="Tahoma"/>
            </a:endParaRPr>
          </a:p>
          <a:p>
            <a:pPr marL="297180">
              <a:lnSpc>
                <a:spcPct val="100000"/>
              </a:lnSpc>
              <a:spcBef>
                <a:spcPts val="5"/>
              </a:spcBef>
            </a:pPr>
            <a:r>
              <a:rPr sz="1200" spc="-10" dirty="0">
                <a:solidFill>
                  <a:srgbClr val="538235"/>
                </a:solidFill>
                <a:latin typeface="Tahoma"/>
                <a:cs typeface="Tahoma"/>
              </a:rPr>
              <a:t>Alice</a:t>
            </a:r>
            <a:r>
              <a:rPr sz="1200" spc="25" dirty="0">
                <a:solidFill>
                  <a:srgbClr val="538235"/>
                </a:solidFill>
                <a:latin typeface="Tahoma"/>
                <a:cs typeface="Tahoma"/>
              </a:rPr>
              <a:t> </a:t>
            </a:r>
            <a:r>
              <a:rPr sz="1200" spc="-10" dirty="0">
                <a:solidFill>
                  <a:srgbClr val="538235"/>
                </a:solidFill>
                <a:latin typeface="Tahoma"/>
                <a:cs typeface="Tahoma"/>
              </a:rPr>
              <a:t>wishes</a:t>
            </a:r>
            <a:r>
              <a:rPr sz="1200" spc="45" dirty="0">
                <a:solidFill>
                  <a:srgbClr val="538235"/>
                </a:solidFill>
                <a:latin typeface="Tahoma"/>
                <a:cs typeface="Tahoma"/>
              </a:rPr>
              <a:t> </a:t>
            </a:r>
            <a:r>
              <a:rPr sz="1200" dirty="0">
                <a:solidFill>
                  <a:srgbClr val="538235"/>
                </a:solidFill>
                <a:latin typeface="Tahoma"/>
                <a:cs typeface="Tahoma"/>
              </a:rPr>
              <a:t>to</a:t>
            </a:r>
            <a:r>
              <a:rPr sz="1200" spc="-15" dirty="0">
                <a:solidFill>
                  <a:srgbClr val="538235"/>
                </a:solidFill>
                <a:latin typeface="Tahoma"/>
                <a:cs typeface="Tahoma"/>
              </a:rPr>
              <a:t> </a:t>
            </a:r>
            <a:r>
              <a:rPr sz="1200" spc="-5" dirty="0">
                <a:solidFill>
                  <a:srgbClr val="538235"/>
                </a:solidFill>
                <a:latin typeface="Tahoma"/>
                <a:cs typeface="Tahoma"/>
              </a:rPr>
              <a:t>send</a:t>
            </a:r>
            <a:r>
              <a:rPr sz="1200" spc="40" dirty="0">
                <a:solidFill>
                  <a:srgbClr val="538235"/>
                </a:solidFill>
                <a:latin typeface="Tahoma"/>
                <a:cs typeface="Tahoma"/>
              </a:rPr>
              <a:t> </a:t>
            </a:r>
            <a:r>
              <a:rPr sz="1200" dirty="0">
                <a:solidFill>
                  <a:srgbClr val="538235"/>
                </a:solidFill>
                <a:latin typeface="Tahoma"/>
                <a:cs typeface="Tahoma"/>
              </a:rPr>
              <a:t>a</a:t>
            </a:r>
            <a:r>
              <a:rPr sz="1200" spc="-25" dirty="0">
                <a:solidFill>
                  <a:srgbClr val="538235"/>
                </a:solidFill>
                <a:latin typeface="Tahoma"/>
                <a:cs typeface="Tahoma"/>
              </a:rPr>
              <a:t> </a:t>
            </a:r>
            <a:r>
              <a:rPr sz="1200" spc="-5" dirty="0">
                <a:solidFill>
                  <a:srgbClr val="538235"/>
                </a:solidFill>
                <a:latin typeface="Tahoma"/>
                <a:cs typeface="Tahoma"/>
              </a:rPr>
              <a:t>message</a:t>
            </a:r>
            <a:r>
              <a:rPr sz="1200" spc="50" dirty="0">
                <a:solidFill>
                  <a:srgbClr val="538235"/>
                </a:solidFill>
                <a:latin typeface="Tahoma"/>
                <a:cs typeface="Tahoma"/>
              </a:rPr>
              <a:t> </a:t>
            </a:r>
            <a:r>
              <a:rPr sz="1200" dirty="0">
                <a:solidFill>
                  <a:srgbClr val="538235"/>
                </a:solidFill>
                <a:latin typeface="Tahoma"/>
                <a:cs typeface="Tahoma"/>
              </a:rPr>
              <a:t>to</a:t>
            </a:r>
            <a:r>
              <a:rPr sz="1200" spc="-20" dirty="0">
                <a:solidFill>
                  <a:srgbClr val="538235"/>
                </a:solidFill>
                <a:latin typeface="Tahoma"/>
                <a:cs typeface="Tahoma"/>
              </a:rPr>
              <a:t> </a:t>
            </a:r>
            <a:r>
              <a:rPr sz="1200" spc="-5" dirty="0">
                <a:solidFill>
                  <a:srgbClr val="538235"/>
                </a:solidFill>
                <a:latin typeface="Tahoma"/>
                <a:cs typeface="Tahoma"/>
              </a:rPr>
              <a:t>Bob</a:t>
            </a:r>
            <a:r>
              <a:rPr sz="1200" spc="10" dirty="0">
                <a:solidFill>
                  <a:srgbClr val="538235"/>
                </a:solidFill>
                <a:latin typeface="Tahoma"/>
                <a:cs typeface="Tahoma"/>
              </a:rPr>
              <a:t> </a:t>
            </a:r>
            <a:r>
              <a:rPr sz="1200" dirty="0">
                <a:solidFill>
                  <a:srgbClr val="538235"/>
                </a:solidFill>
                <a:latin typeface="Tahoma"/>
                <a:cs typeface="Tahoma"/>
              </a:rPr>
              <a:t>that</a:t>
            </a:r>
            <a:r>
              <a:rPr sz="1200" spc="-10" dirty="0">
                <a:solidFill>
                  <a:srgbClr val="538235"/>
                </a:solidFill>
                <a:latin typeface="Tahoma"/>
                <a:cs typeface="Tahoma"/>
              </a:rPr>
              <a:t> is</a:t>
            </a:r>
            <a:r>
              <a:rPr sz="1200" spc="30" dirty="0">
                <a:solidFill>
                  <a:srgbClr val="538235"/>
                </a:solidFill>
                <a:latin typeface="Tahoma"/>
                <a:cs typeface="Tahoma"/>
              </a:rPr>
              <a:t> </a:t>
            </a:r>
            <a:r>
              <a:rPr sz="1200" spc="-5" dirty="0">
                <a:solidFill>
                  <a:srgbClr val="538235"/>
                </a:solidFill>
                <a:latin typeface="Tahoma"/>
                <a:cs typeface="Tahoma"/>
              </a:rPr>
              <a:t>encoded</a:t>
            </a:r>
            <a:r>
              <a:rPr sz="1200" spc="20" dirty="0">
                <a:solidFill>
                  <a:srgbClr val="538235"/>
                </a:solidFill>
                <a:latin typeface="Tahoma"/>
                <a:cs typeface="Tahoma"/>
              </a:rPr>
              <a:t> </a:t>
            </a:r>
            <a:r>
              <a:rPr sz="1200" spc="-10" dirty="0">
                <a:solidFill>
                  <a:srgbClr val="538235"/>
                </a:solidFill>
                <a:latin typeface="Tahoma"/>
                <a:cs typeface="Tahoma"/>
              </a:rPr>
              <a:t>in</a:t>
            </a:r>
            <a:r>
              <a:rPr sz="1200" spc="10" dirty="0">
                <a:solidFill>
                  <a:srgbClr val="538235"/>
                </a:solidFill>
                <a:latin typeface="Tahoma"/>
                <a:cs typeface="Tahoma"/>
              </a:rPr>
              <a:t> </a:t>
            </a:r>
            <a:r>
              <a:rPr sz="1200" dirty="0">
                <a:solidFill>
                  <a:srgbClr val="538235"/>
                </a:solidFill>
                <a:latin typeface="Tahoma"/>
                <a:cs typeface="Tahoma"/>
              </a:rPr>
              <a:t>the</a:t>
            </a:r>
            <a:r>
              <a:rPr sz="1200" spc="10" dirty="0">
                <a:solidFill>
                  <a:srgbClr val="538235"/>
                </a:solidFill>
                <a:latin typeface="Tahoma"/>
                <a:cs typeface="Tahoma"/>
              </a:rPr>
              <a:t> </a:t>
            </a:r>
            <a:r>
              <a:rPr sz="1200" spc="-10" dirty="0">
                <a:solidFill>
                  <a:srgbClr val="538235"/>
                </a:solidFill>
                <a:latin typeface="Tahoma"/>
                <a:cs typeface="Tahoma"/>
              </a:rPr>
              <a:t>elliptic</a:t>
            </a:r>
            <a:r>
              <a:rPr sz="1200" spc="35" dirty="0">
                <a:solidFill>
                  <a:srgbClr val="538235"/>
                </a:solidFill>
                <a:latin typeface="Tahoma"/>
                <a:cs typeface="Tahoma"/>
              </a:rPr>
              <a:t> </a:t>
            </a:r>
            <a:r>
              <a:rPr sz="1200" spc="-5" dirty="0">
                <a:solidFill>
                  <a:srgbClr val="538235"/>
                </a:solidFill>
                <a:latin typeface="Tahoma"/>
                <a:cs typeface="Tahoma"/>
              </a:rPr>
              <a:t>point</a:t>
            </a:r>
            <a:endParaRPr sz="1200">
              <a:latin typeface="Tahoma"/>
              <a:cs typeface="Tahoma"/>
            </a:endParaRPr>
          </a:p>
          <a:p>
            <a:pPr>
              <a:lnSpc>
                <a:spcPct val="100000"/>
              </a:lnSpc>
              <a:spcBef>
                <a:spcPts val="35"/>
              </a:spcBef>
            </a:pPr>
            <a:endParaRPr sz="1350">
              <a:latin typeface="Tahoma"/>
              <a:cs typeface="Tahoma"/>
            </a:endParaRPr>
          </a:p>
          <a:p>
            <a:pPr marL="127000">
              <a:lnSpc>
                <a:spcPct val="100000"/>
              </a:lnSpc>
            </a:pPr>
            <a:r>
              <a:rPr sz="1600" spc="5" dirty="0">
                <a:solidFill>
                  <a:srgbClr val="538235"/>
                </a:solidFill>
                <a:latin typeface="Calibri"/>
                <a:cs typeface="Calibri"/>
              </a:rPr>
              <a:t>P</a:t>
            </a:r>
            <a:r>
              <a:rPr sz="1575" spc="7" baseline="-21164" dirty="0">
                <a:solidFill>
                  <a:srgbClr val="538235"/>
                </a:solidFill>
                <a:latin typeface="Calibri"/>
                <a:cs typeface="Calibri"/>
              </a:rPr>
              <a:t>m</a:t>
            </a:r>
            <a:r>
              <a:rPr sz="1575" spc="142" baseline="-21164" dirty="0">
                <a:solidFill>
                  <a:srgbClr val="538235"/>
                </a:solidFill>
                <a:latin typeface="Calibri"/>
                <a:cs typeface="Calibri"/>
              </a:rPr>
              <a:t> </a:t>
            </a:r>
            <a:r>
              <a:rPr sz="1600" dirty="0">
                <a:solidFill>
                  <a:srgbClr val="538235"/>
                </a:solidFill>
                <a:latin typeface="Calibri"/>
                <a:cs typeface="Calibri"/>
              </a:rPr>
              <a:t>=</a:t>
            </a:r>
            <a:r>
              <a:rPr sz="1600" spc="-35" dirty="0">
                <a:solidFill>
                  <a:srgbClr val="538235"/>
                </a:solidFill>
                <a:latin typeface="Calibri"/>
                <a:cs typeface="Calibri"/>
              </a:rPr>
              <a:t> </a:t>
            </a:r>
            <a:r>
              <a:rPr sz="1600" dirty="0">
                <a:solidFill>
                  <a:srgbClr val="538235"/>
                </a:solidFill>
                <a:latin typeface="Calibri"/>
                <a:cs typeface="Calibri"/>
              </a:rPr>
              <a:t>(112,</a:t>
            </a:r>
            <a:r>
              <a:rPr sz="1600" spc="-15" dirty="0">
                <a:solidFill>
                  <a:srgbClr val="538235"/>
                </a:solidFill>
                <a:latin typeface="Calibri"/>
                <a:cs typeface="Calibri"/>
              </a:rPr>
              <a:t> </a:t>
            </a:r>
            <a:r>
              <a:rPr sz="1600" dirty="0">
                <a:solidFill>
                  <a:srgbClr val="538235"/>
                </a:solidFill>
                <a:latin typeface="Calibri"/>
                <a:cs typeface="Calibri"/>
              </a:rPr>
              <a:t>26).</a:t>
            </a:r>
            <a:endParaRPr sz="1600">
              <a:latin typeface="Calibri"/>
              <a:cs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62927" y="559308"/>
            <a:ext cx="100584" cy="106679"/>
          </a:xfrm>
          <a:prstGeom prst="rect">
            <a:avLst/>
          </a:prstGeom>
        </p:spPr>
      </p:pic>
      <p:pic>
        <p:nvPicPr>
          <p:cNvPr id="3" name="object 3"/>
          <p:cNvPicPr/>
          <p:nvPr/>
        </p:nvPicPr>
        <p:blipFill>
          <a:blip r:embed="rId2" cstate="print"/>
          <a:stretch>
            <a:fillRect/>
          </a:stretch>
        </p:blipFill>
        <p:spPr>
          <a:xfrm>
            <a:off x="562927" y="1687067"/>
            <a:ext cx="100584" cy="106679"/>
          </a:xfrm>
          <a:prstGeom prst="rect">
            <a:avLst/>
          </a:prstGeom>
        </p:spPr>
      </p:pic>
      <p:pic>
        <p:nvPicPr>
          <p:cNvPr id="4" name="object 4"/>
          <p:cNvPicPr/>
          <p:nvPr/>
        </p:nvPicPr>
        <p:blipFill>
          <a:blip r:embed="rId2" cstate="print"/>
          <a:stretch>
            <a:fillRect/>
          </a:stretch>
        </p:blipFill>
        <p:spPr>
          <a:xfrm>
            <a:off x="562927" y="2436876"/>
            <a:ext cx="100584" cy="106679"/>
          </a:xfrm>
          <a:prstGeom prst="rect">
            <a:avLst/>
          </a:prstGeom>
        </p:spPr>
      </p:pic>
      <p:sp>
        <p:nvSpPr>
          <p:cNvPr id="5" name="object 5"/>
          <p:cNvSpPr txBox="1"/>
          <p:nvPr/>
        </p:nvSpPr>
        <p:spPr>
          <a:xfrm>
            <a:off x="537870" y="507238"/>
            <a:ext cx="5787390" cy="5229860"/>
          </a:xfrm>
          <a:prstGeom prst="rect">
            <a:avLst/>
          </a:prstGeom>
        </p:spPr>
        <p:txBody>
          <a:bodyPr vert="horz" wrap="square" lIns="0" tIns="12700" rIns="0" bIns="0" rtlCol="0">
            <a:spAutoFit/>
          </a:bodyPr>
          <a:lstStyle/>
          <a:p>
            <a:pPr marL="195580">
              <a:lnSpc>
                <a:spcPct val="100000"/>
              </a:lnSpc>
              <a:spcBef>
                <a:spcPts val="100"/>
              </a:spcBef>
            </a:pPr>
            <a:r>
              <a:rPr sz="1200" spc="-10" dirty="0">
                <a:solidFill>
                  <a:srgbClr val="538235"/>
                </a:solidFill>
                <a:latin typeface="Tahoma"/>
                <a:cs typeface="Tahoma"/>
              </a:rPr>
              <a:t>Alice</a:t>
            </a:r>
            <a:r>
              <a:rPr sz="1200" spc="25" dirty="0">
                <a:solidFill>
                  <a:srgbClr val="538235"/>
                </a:solidFill>
                <a:latin typeface="Tahoma"/>
                <a:cs typeface="Tahoma"/>
              </a:rPr>
              <a:t> </a:t>
            </a:r>
            <a:r>
              <a:rPr sz="1200" spc="-10" dirty="0">
                <a:solidFill>
                  <a:srgbClr val="538235"/>
                </a:solidFill>
                <a:latin typeface="Tahoma"/>
                <a:cs typeface="Tahoma"/>
              </a:rPr>
              <a:t>chooses</a:t>
            </a:r>
            <a:r>
              <a:rPr sz="1200" spc="25" dirty="0">
                <a:solidFill>
                  <a:srgbClr val="538235"/>
                </a:solidFill>
                <a:latin typeface="Tahoma"/>
                <a:cs typeface="Tahoma"/>
              </a:rPr>
              <a:t> </a:t>
            </a:r>
            <a:r>
              <a:rPr sz="1200" spc="-5" dirty="0">
                <a:solidFill>
                  <a:srgbClr val="538235"/>
                </a:solidFill>
                <a:latin typeface="Tahoma"/>
                <a:cs typeface="Tahoma"/>
              </a:rPr>
              <a:t>random</a:t>
            </a:r>
            <a:r>
              <a:rPr sz="1200" spc="25" dirty="0">
                <a:solidFill>
                  <a:srgbClr val="538235"/>
                </a:solidFill>
                <a:latin typeface="Tahoma"/>
                <a:cs typeface="Tahoma"/>
              </a:rPr>
              <a:t> </a:t>
            </a:r>
            <a:r>
              <a:rPr sz="1200" spc="-5" dirty="0">
                <a:solidFill>
                  <a:srgbClr val="538235"/>
                </a:solidFill>
                <a:latin typeface="Tahoma"/>
                <a:cs typeface="Tahoma"/>
              </a:rPr>
              <a:t>integer</a:t>
            </a:r>
            <a:r>
              <a:rPr sz="1200" spc="10" dirty="0">
                <a:solidFill>
                  <a:srgbClr val="538235"/>
                </a:solidFill>
                <a:latin typeface="Tahoma"/>
                <a:cs typeface="Tahoma"/>
              </a:rPr>
              <a:t> </a:t>
            </a:r>
            <a:r>
              <a:rPr sz="1200" dirty="0">
                <a:solidFill>
                  <a:srgbClr val="538235"/>
                </a:solidFill>
                <a:latin typeface="Tahoma"/>
                <a:cs typeface="Tahoma"/>
              </a:rPr>
              <a:t>k</a:t>
            </a:r>
            <a:r>
              <a:rPr sz="1200" spc="15"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41</a:t>
            </a:r>
            <a:r>
              <a:rPr sz="1200" spc="5" dirty="0">
                <a:solidFill>
                  <a:srgbClr val="538235"/>
                </a:solidFill>
                <a:latin typeface="Tahoma"/>
                <a:cs typeface="Tahoma"/>
              </a:rPr>
              <a:t> </a:t>
            </a:r>
            <a:r>
              <a:rPr sz="1200" spc="-5" dirty="0">
                <a:solidFill>
                  <a:srgbClr val="538235"/>
                </a:solidFill>
                <a:latin typeface="Tahoma"/>
                <a:cs typeface="Tahoma"/>
              </a:rPr>
              <a:t>and computes</a:t>
            </a:r>
            <a:r>
              <a:rPr sz="1200" spc="10" dirty="0">
                <a:solidFill>
                  <a:srgbClr val="538235"/>
                </a:solidFill>
                <a:latin typeface="Tahoma"/>
                <a:cs typeface="Tahoma"/>
              </a:rPr>
              <a:t> </a:t>
            </a:r>
            <a:r>
              <a:rPr sz="1200" dirty="0">
                <a:solidFill>
                  <a:srgbClr val="538235"/>
                </a:solidFill>
                <a:latin typeface="Tahoma"/>
                <a:cs typeface="Tahoma"/>
              </a:rPr>
              <a:t>kG </a:t>
            </a:r>
            <a:r>
              <a:rPr sz="1200" spc="-10" dirty="0">
                <a:solidFill>
                  <a:srgbClr val="538235"/>
                </a:solidFill>
                <a:latin typeface="Tahoma"/>
                <a:cs typeface="Tahoma"/>
              </a:rPr>
              <a:t>=41(2,</a:t>
            </a:r>
            <a:r>
              <a:rPr sz="1200" spc="30" dirty="0">
                <a:solidFill>
                  <a:srgbClr val="538235"/>
                </a:solidFill>
                <a:latin typeface="Tahoma"/>
                <a:cs typeface="Tahoma"/>
              </a:rPr>
              <a:t> </a:t>
            </a:r>
            <a:r>
              <a:rPr sz="1200" spc="-5" dirty="0">
                <a:solidFill>
                  <a:srgbClr val="538235"/>
                </a:solidFill>
                <a:latin typeface="Tahoma"/>
                <a:cs typeface="Tahoma"/>
              </a:rPr>
              <a:t>2)</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10" dirty="0">
                <a:solidFill>
                  <a:srgbClr val="538235"/>
                </a:solidFill>
                <a:latin typeface="Tahoma"/>
                <a:cs typeface="Tahoma"/>
              </a:rPr>
              <a:t>(136,</a:t>
            </a:r>
            <a:r>
              <a:rPr sz="1200" spc="5" dirty="0">
                <a:solidFill>
                  <a:srgbClr val="538235"/>
                </a:solidFill>
                <a:latin typeface="Tahoma"/>
                <a:cs typeface="Tahoma"/>
              </a:rPr>
              <a:t> </a:t>
            </a:r>
            <a:r>
              <a:rPr sz="1200" spc="-10" dirty="0">
                <a:solidFill>
                  <a:srgbClr val="538235"/>
                </a:solidFill>
                <a:latin typeface="Tahoma"/>
                <a:cs typeface="Tahoma"/>
              </a:rPr>
              <a:t>128),</a:t>
            </a:r>
            <a:endParaRPr sz="1200">
              <a:latin typeface="Tahoma"/>
              <a:cs typeface="Tahoma"/>
            </a:endParaRPr>
          </a:p>
          <a:p>
            <a:pPr>
              <a:lnSpc>
                <a:spcPct val="100000"/>
              </a:lnSpc>
            </a:pPr>
            <a:endParaRPr sz="1250">
              <a:latin typeface="Tahoma"/>
              <a:cs typeface="Tahoma"/>
            </a:endParaRPr>
          </a:p>
          <a:p>
            <a:pPr marL="711200">
              <a:lnSpc>
                <a:spcPct val="100000"/>
              </a:lnSpc>
            </a:pPr>
            <a:r>
              <a:rPr sz="1200" dirty="0">
                <a:solidFill>
                  <a:srgbClr val="538235"/>
                </a:solidFill>
                <a:latin typeface="Tahoma"/>
                <a:cs typeface="Tahoma"/>
              </a:rPr>
              <a:t>kP</a:t>
            </a:r>
            <a:r>
              <a:rPr sz="1200" baseline="-20833" dirty="0">
                <a:solidFill>
                  <a:srgbClr val="538235"/>
                </a:solidFill>
                <a:latin typeface="Tahoma"/>
                <a:cs typeface="Tahoma"/>
              </a:rPr>
              <a:t>B</a:t>
            </a:r>
            <a:r>
              <a:rPr sz="1200" spc="172" baseline="-20833"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spc="-25" dirty="0">
                <a:solidFill>
                  <a:srgbClr val="538235"/>
                </a:solidFill>
                <a:latin typeface="Tahoma"/>
                <a:cs typeface="Tahoma"/>
              </a:rPr>
              <a:t>41(197,</a:t>
            </a:r>
            <a:r>
              <a:rPr sz="1200" spc="20" dirty="0">
                <a:solidFill>
                  <a:srgbClr val="538235"/>
                </a:solidFill>
                <a:latin typeface="Tahoma"/>
                <a:cs typeface="Tahoma"/>
              </a:rPr>
              <a:t> </a:t>
            </a:r>
            <a:r>
              <a:rPr sz="1200" spc="-10" dirty="0">
                <a:solidFill>
                  <a:srgbClr val="538235"/>
                </a:solidFill>
                <a:latin typeface="Tahoma"/>
                <a:cs typeface="Tahoma"/>
              </a:rPr>
              <a:t>167)</a:t>
            </a:r>
            <a:r>
              <a:rPr sz="1200" dirty="0">
                <a:solidFill>
                  <a:srgbClr val="538235"/>
                </a:solidFill>
                <a:latin typeface="Tahoma"/>
                <a:cs typeface="Tahoma"/>
              </a:rPr>
              <a:t> =</a:t>
            </a:r>
            <a:r>
              <a:rPr sz="1200" spc="-5" dirty="0">
                <a:solidFill>
                  <a:srgbClr val="538235"/>
                </a:solidFill>
                <a:latin typeface="Tahoma"/>
                <a:cs typeface="Tahoma"/>
              </a:rPr>
              <a:t> </a:t>
            </a:r>
            <a:r>
              <a:rPr sz="1200" spc="-10" dirty="0">
                <a:solidFill>
                  <a:srgbClr val="538235"/>
                </a:solidFill>
                <a:latin typeface="Tahoma"/>
                <a:cs typeface="Tahoma"/>
              </a:rPr>
              <a:t>(68,</a:t>
            </a:r>
            <a:r>
              <a:rPr sz="1200" dirty="0">
                <a:solidFill>
                  <a:srgbClr val="538235"/>
                </a:solidFill>
                <a:latin typeface="Tahoma"/>
                <a:cs typeface="Tahoma"/>
              </a:rPr>
              <a:t> </a:t>
            </a:r>
            <a:r>
              <a:rPr sz="1200" spc="-10" dirty="0">
                <a:solidFill>
                  <a:srgbClr val="538235"/>
                </a:solidFill>
                <a:latin typeface="Tahoma"/>
                <a:cs typeface="Tahoma"/>
              </a:rPr>
              <a:t>84)</a:t>
            </a:r>
            <a:endParaRPr sz="1200">
              <a:latin typeface="Tahoma"/>
              <a:cs typeface="Tahoma"/>
            </a:endParaRPr>
          </a:p>
          <a:p>
            <a:pPr>
              <a:lnSpc>
                <a:spcPct val="100000"/>
              </a:lnSpc>
              <a:spcBef>
                <a:spcPts val="5"/>
              </a:spcBef>
            </a:pPr>
            <a:endParaRPr sz="1250">
              <a:latin typeface="Tahoma"/>
              <a:cs typeface="Tahoma"/>
            </a:endParaRPr>
          </a:p>
          <a:p>
            <a:pPr marL="711200">
              <a:lnSpc>
                <a:spcPct val="100000"/>
              </a:lnSpc>
            </a:pPr>
            <a:r>
              <a:rPr sz="1200" dirty="0">
                <a:solidFill>
                  <a:srgbClr val="538235"/>
                </a:solidFill>
                <a:latin typeface="Tahoma"/>
                <a:cs typeface="Tahoma"/>
              </a:rPr>
              <a:t>P</a:t>
            </a:r>
            <a:r>
              <a:rPr sz="1200" baseline="-20833" dirty="0">
                <a:solidFill>
                  <a:srgbClr val="538235"/>
                </a:solidFill>
                <a:latin typeface="Tahoma"/>
                <a:cs typeface="Tahoma"/>
              </a:rPr>
              <a:t>m</a:t>
            </a:r>
            <a:r>
              <a:rPr sz="1200" spc="165" baseline="-20833"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a:t>
            </a:r>
            <a:r>
              <a:rPr sz="1200" dirty="0">
                <a:solidFill>
                  <a:srgbClr val="538235"/>
                </a:solidFill>
                <a:latin typeface="Tahoma"/>
                <a:cs typeface="Tahoma"/>
              </a:rPr>
              <a:t>kP</a:t>
            </a:r>
            <a:r>
              <a:rPr sz="1200" baseline="-20833" dirty="0">
                <a:solidFill>
                  <a:srgbClr val="538235"/>
                </a:solidFill>
                <a:latin typeface="Tahoma"/>
                <a:cs typeface="Tahoma"/>
              </a:rPr>
              <a:t>B </a:t>
            </a:r>
            <a:r>
              <a:rPr sz="1200" dirty="0">
                <a:solidFill>
                  <a:srgbClr val="538235"/>
                </a:solidFill>
                <a:latin typeface="Tahoma"/>
                <a:cs typeface="Tahoma"/>
              </a:rPr>
              <a:t>=</a:t>
            </a:r>
            <a:r>
              <a:rPr sz="1200" spc="-5" dirty="0">
                <a:solidFill>
                  <a:srgbClr val="538235"/>
                </a:solidFill>
                <a:latin typeface="Tahoma"/>
                <a:cs typeface="Tahoma"/>
              </a:rPr>
              <a:t> </a:t>
            </a:r>
            <a:r>
              <a:rPr sz="1200" spc="-10" dirty="0">
                <a:solidFill>
                  <a:srgbClr val="538235"/>
                </a:solidFill>
                <a:latin typeface="Tahoma"/>
                <a:cs typeface="Tahoma"/>
              </a:rPr>
              <a:t>(112,</a:t>
            </a:r>
            <a:r>
              <a:rPr sz="1200" spc="30" dirty="0">
                <a:solidFill>
                  <a:srgbClr val="538235"/>
                </a:solidFill>
                <a:latin typeface="Tahoma"/>
                <a:cs typeface="Tahoma"/>
              </a:rPr>
              <a:t> </a:t>
            </a:r>
            <a:r>
              <a:rPr sz="1200" spc="-5" dirty="0">
                <a:solidFill>
                  <a:srgbClr val="538235"/>
                </a:solidFill>
                <a:latin typeface="Tahoma"/>
                <a:cs typeface="Tahoma"/>
              </a:rPr>
              <a:t>26)+ </a:t>
            </a:r>
            <a:r>
              <a:rPr sz="1200" spc="-10" dirty="0">
                <a:solidFill>
                  <a:srgbClr val="538235"/>
                </a:solidFill>
                <a:latin typeface="Tahoma"/>
                <a:cs typeface="Tahoma"/>
              </a:rPr>
              <a:t>(68,</a:t>
            </a:r>
            <a:r>
              <a:rPr sz="1200" spc="5" dirty="0">
                <a:solidFill>
                  <a:srgbClr val="538235"/>
                </a:solidFill>
                <a:latin typeface="Tahoma"/>
                <a:cs typeface="Tahoma"/>
              </a:rPr>
              <a:t> </a:t>
            </a:r>
            <a:r>
              <a:rPr sz="1200" spc="-10" dirty="0">
                <a:solidFill>
                  <a:srgbClr val="538235"/>
                </a:solidFill>
                <a:latin typeface="Tahoma"/>
                <a:cs typeface="Tahoma"/>
              </a:rPr>
              <a:t>84)</a:t>
            </a:r>
            <a:r>
              <a:rPr sz="1200" dirty="0">
                <a:solidFill>
                  <a:srgbClr val="538235"/>
                </a:solidFill>
                <a:latin typeface="Tahoma"/>
                <a:cs typeface="Tahoma"/>
              </a:rPr>
              <a:t> =</a:t>
            </a:r>
            <a:r>
              <a:rPr sz="1200" spc="-5" dirty="0">
                <a:solidFill>
                  <a:srgbClr val="538235"/>
                </a:solidFill>
                <a:latin typeface="Tahoma"/>
                <a:cs typeface="Tahoma"/>
              </a:rPr>
              <a:t> </a:t>
            </a:r>
            <a:r>
              <a:rPr sz="1200" spc="-10" dirty="0">
                <a:solidFill>
                  <a:srgbClr val="538235"/>
                </a:solidFill>
                <a:latin typeface="Tahoma"/>
                <a:cs typeface="Tahoma"/>
              </a:rPr>
              <a:t>(246,</a:t>
            </a:r>
            <a:r>
              <a:rPr sz="1200" spc="25" dirty="0">
                <a:solidFill>
                  <a:srgbClr val="538235"/>
                </a:solidFill>
                <a:latin typeface="Tahoma"/>
                <a:cs typeface="Tahoma"/>
              </a:rPr>
              <a:t> </a:t>
            </a:r>
            <a:r>
              <a:rPr sz="1200" spc="-10" dirty="0">
                <a:solidFill>
                  <a:srgbClr val="538235"/>
                </a:solidFill>
                <a:latin typeface="Tahoma"/>
                <a:cs typeface="Tahoma"/>
              </a:rPr>
              <a:t>174).</a:t>
            </a:r>
            <a:endParaRPr sz="1200">
              <a:latin typeface="Tahoma"/>
              <a:cs typeface="Tahoma"/>
            </a:endParaRPr>
          </a:p>
          <a:p>
            <a:pPr>
              <a:lnSpc>
                <a:spcPct val="100000"/>
              </a:lnSpc>
              <a:spcBef>
                <a:spcPts val="30"/>
              </a:spcBef>
            </a:pPr>
            <a:endParaRPr sz="1250">
              <a:latin typeface="Tahoma"/>
              <a:cs typeface="Tahoma"/>
            </a:endParaRPr>
          </a:p>
          <a:p>
            <a:pPr marL="195580">
              <a:lnSpc>
                <a:spcPct val="100000"/>
              </a:lnSpc>
            </a:pPr>
            <a:r>
              <a:rPr sz="1200" spc="-10" dirty="0">
                <a:solidFill>
                  <a:srgbClr val="538235"/>
                </a:solidFill>
                <a:latin typeface="Tahoma"/>
                <a:cs typeface="Tahoma"/>
              </a:rPr>
              <a:t>Alice</a:t>
            </a:r>
            <a:r>
              <a:rPr sz="1200" spc="10" dirty="0">
                <a:solidFill>
                  <a:srgbClr val="538235"/>
                </a:solidFill>
                <a:latin typeface="Tahoma"/>
                <a:cs typeface="Tahoma"/>
              </a:rPr>
              <a:t> </a:t>
            </a:r>
            <a:r>
              <a:rPr sz="1200" spc="-5" dirty="0">
                <a:solidFill>
                  <a:srgbClr val="538235"/>
                </a:solidFill>
                <a:latin typeface="Tahoma"/>
                <a:cs typeface="Tahoma"/>
              </a:rPr>
              <a:t>sends</a:t>
            </a:r>
            <a:r>
              <a:rPr sz="1200" spc="15"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ciphertext</a:t>
            </a:r>
            <a:endParaRPr sz="1200">
              <a:latin typeface="Tahoma"/>
              <a:cs typeface="Tahoma"/>
            </a:endParaRPr>
          </a:p>
          <a:p>
            <a:pPr>
              <a:lnSpc>
                <a:spcPct val="100000"/>
              </a:lnSpc>
            </a:pPr>
            <a:endParaRPr sz="1250">
              <a:latin typeface="Tahoma"/>
              <a:cs typeface="Tahoma"/>
            </a:endParaRPr>
          </a:p>
          <a:p>
            <a:pPr marL="711200">
              <a:lnSpc>
                <a:spcPct val="100000"/>
              </a:lnSpc>
              <a:spcBef>
                <a:spcPts val="5"/>
              </a:spcBef>
            </a:pPr>
            <a:r>
              <a:rPr sz="1200" spc="-10" dirty="0">
                <a:solidFill>
                  <a:srgbClr val="538235"/>
                </a:solidFill>
                <a:latin typeface="Tahoma"/>
                <a:cs typeface="Tahoma"/>
              </a:rPr>
              <a:t>C</a:t>
            </a:r>
            <a:r>
              <a:rPr sz="1200" spc="-15" baseline="-20833" dirty="0">
                <a:solidFill>
                  <a:srgbClr val="538235"/>
                </a:solidFill>
                <a:latin typeface="Tahoma"/>
                <a:cs typeface="Tahoma"/>
              </a:rPr>
              <a:t>m</a:t>
            </a:r>
            <a:r>
              <a:rPr sz="1200" spc="209" baseline="-20833"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(C</a:t>
            </a:r>
            <a:r>
              <a:rPr sz="1200" spc="-7" baseline="-20833" dirty="0">
                <a:solidFill>
                  <a:srgbClr val="538235"/>
                </a:solidFill>
                <a:latin typeface="Tahoma"/>
                <a:cs typeface="Tahoma"/>
              </a:rPr>
              <a:t>1</a:t>
            </a:r>
            <a:r>
              <a:rPr sz="1200" spc="-5" dirty="0">
                <a:solidFill>
                  <a:srgbClr val="538235"/>
                </a:solidFill>
                <a:latin typeface="Tahoma"/>
                <a:cs typeface="Tahoma"/>
              </a:rPr>
              <a:t>,</a:t>
            </a:r>
            <a:r>
              <a:rPr sz="1200" spc="5" dirty="0">
                <a:solidFill>
                  <a:srgbClr val="538235"/>
                </a:solidFill>
                <a:latin typeface="Tahoma"/>
                <a:cs typeface="Tahoma"/>
              </a:rPr>
              <a:t> </a:t>
            </a:r>
            <a:r>
              <a:rPr sz="1200" spc="-5" dirty="0">
                <a:solidFill>
                  <a:srgbClr val="538235"/>
                </a:solidFill>
                <a:latin typeface="Tahoma"/>
                <a:cs typeface="Tahoma"/>
              </a:rPr>
              <a:t>C</a:t>
            </a:r>
            <a:r>
              <a:rPr sz="1200" spc="-7" baseline="-20833" dirty="0">
                <a:solidFill>
                  <a:srgbClr val="538235"/>
                </a:solidFill>
                <a:latin typeface="Tahoma"/>
                <a:cs typeface="Tahoma"/>
              </a:rPr>
              <a:t>2</a:t>
            </a:r>
            <a:r>
              <a:rPr sz="1200" spc="-5" dirty="0">
                <a:solidFill>
                  <a:srgbClr val="538235"/>
                </a:solidFill>
                <a:latin typeface="Tahoma"/>
                <a:cs typeface="Tahoma"/>
              </a:rPr>
              <a:t>)</a:t>
            </a:r>
            <a:r>
              <a:rPr sz="1200" spc="25"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{(136,</a:t>
            </a:r>
            <a:r>
              <a:rPr sz="1200" spc="5" dirty="0">
                <a:solidFill>
                  <a:srgbClr val="538235"/>
                </a:solidFill>
                <a:latin typeface="Tahoma"/>
                <a:cs typeface="Tahoma"/>
              </a:rPr>
              <a:t> </a:t>
            </a:r>
            <a:r>
              <a:rPr sz="1200" spc="-10" dirty="0">
                <a:solidFill>
                  <a:srgbClr val="538235"/>
                </a:solidFill>
                <a:latin typeface="Tahoma"/>
                <a:cs typeface="Tahoma"/>
              </a:rPr>
              <a:t>128),(246,</a:t>
            </a:r>
            <a:r>
              <a:rPr sz="1200" spc="25" dirty="0">
                <a:solidFill>
                  <a:srgbClr val="538235"/>
                </a:solidFill>
                <a:latin typeface="Tahoma"/>
                <a:cs typeface="Tahoma"/>
              </a:rPr>
              <a:t> </a:t>
            </a:r>
            <a:r>
              <a:rPr sz="1200" spc="-10" dirty="0">
                <a:solidFill>
                  <a:srgbClr val="538235"/>
                </a:solidFill>
                <a:latin typeface="Tahoma"/>
                <a:cs typeface="Tahoma"/>
              </a:rPr>
              <a:t>174)}</a:t>
            </a:r>
            <a:r>
              <a:rPr sz="1200" spc="5" dirty="0">
                <a:solidFill>
                  <a:srgbClr val="538235"/>
                </a:solidFill>
                <a:latin typeface="Tahoma"/>
                <a:cs typeface="Tahoma"/>
              </a:rPr>
              <a:t> </a:t>
            </a:r>
            <a:r>
              <a:rPr sz="1200" dirty="0">
                <a:solidFill>
                  <a:srgbClr val="538235"/>
                </a:solidFill>
                <a:latin typeface="Tahoma"/>
                <a:cs typeface="Tahoma"/>
              </a:rPr>
              <a:t>to</a:t>
            </a:r>
            <a:r>
              <a:rPr sz="1200" spc="-20" dirty="0">
                <a:solidFill>
                  <a:srgbClr val="538235"/>
                </a:solidFill>
                <a:latin typeface="Tahoma"/>
                <a:cs typeface="Tahoma"/>
              </a:rPr>
              <a:t> </a:t>
            </a:r>
            <a:r>
              <a:rPr sz="1200" spc="-5" dirty="0">
                <a:solidFill>
                  <a:srgbClr val="538235"/>
                </a:solidFill>
                <a:latin typeface="Tahoma"/>
                <a:cs typeface="Tahoma"/>
              </a:rPr>
              <a:t>Bob.</a:t>
            </a:r>
            <a:endParaRPr sz="1200">
              <a:latin typeface="Tahoma"/>
              <a:cs typeface="Tahoma"/>
            </a:endParaRPr>
          </a:p>
          <a:p>
            <a:pPr>
              <a:lnSpc>
                <a:spcPct val="100000"/>
              </a:lnSpc>
              <a:spcBef>
                <a:spcPts val="5"/>
              </a:spcBef>
            </a:pPr>
            <a:endParaRPr sz="1250">
              <a:latin typeface="Tahoma"/>
              <a:cs typeface="Tahoma"/>
            </a:endParaRPr>
          </a:p>
          <a:p>
            <a:pPr marL="195580">
              <a:lnSpc>
                <a:spcPct val="100000"/>
              </a:lnSpc>
            </a:pPr>
            <a:r>
              <a:rPr sz="1200" spc="-5" dirty="0">
                <a:solidFill>
                  <a:srgbClr val="538235"/>
                </a:solidFill>
                <a:latin typeface="Tahoma"/>
                <a:cs typeface="Tahoma"/>
              </a:rPr>
              <a:t>Bob</a:t>
            </a:r>
            <a:r>
              <a:rPr sz="1200" spc="5" dirty="0">
                <a:solidFill>
                  <a:srgbClr val="538235"/>
                </a:solidFill>
                <a:latin typeface="Tahoma"/>
                <a:cs typeface="Tahoma"/>
              </a:rPr>
              <a:t> </a:t>
            </a:r>
            <a:r>
              <a:rPr sz="1200" spc="-10" dirty="0">
                <a:solidFill>
                  <a:srgbClr val="538235"/>
                </a:solidFill>
                <a:latin typeface="Tahoma"/>
                <a:cs typeface="Tahoma"/>
              </a:rPr>
              <a:t>receives</a:t>
            </a:r>
            <a:r>
              <a:rPr sz="1200" spc="35" dirty="0">
                <a:solidFill>
                  <a:srgbClr val="538235"/>
                </a:solidFill>
                <a:latin typeface="Tahoma"/>
                <a:cs typeface="Tahoma"/>
              </a:rPr>
              <a:t> </a:t>
            </a:r>
            <a:r>
              <a:rPr sz="1200" dirty="0">
                <a:solidFill>
                  <a:srgbClr val="538235"/>
                </a:solidFill>
                <a:latin typeface="Tahoma"/>
                <a:cs typeface="Tahoma"/>
              </a:rPr>
              <a:t>the </a:t>
            </a:r>
            <a:r>
              <a:rPr sz="1200" spc="-5" dirty="0">
                <a:solidFill>
                  <a:srgbClr val="538235"/>
                </a:solidFill>
                <a:latin typeface="Tahoma"/>
                <a:cs typeface="Tahoma"/>
              </a:rPr>
              <a:t>ciphertext</a:t>
            </a:r>
            <a:r>
              <a:rPr sz="1200" spc="15" dirty="0">
                <a:solidFill>
                  <a:srgbClr val="538235"/>
                </a:solidFill>
                <a:latin typeface="Tahoma"/>
                <a:cs typeface="Tahoma"/>
              </a:rPr>
              <a:t> </a:t>
            </a:r>
            <a:r>
              <a:rPr sz="1200" spc="-5" dirty="0">
                <a:solidFill>
                  <a:srgbClr val="538235"/>
                </a:solidFill>
                <a:latin typeface="Tahoma"/>
                <a:cs typeface="Tahoma"/>
              </a:rPr>
              <a:t>and</a:t>
            </a:r>
            <a:r>
              <a:rPr sz="1200" spc="20" dirty="0">
                <a:solidFill>
                  <a:srgbClr val="538235"/>
                </a:solidFill>
                <a:latin typeface="Tahoma"/>
                <a:cs typeface="Tahoma"/>
              </a:rPr>
              <a:t> </a:t>
            </a:r>
            <a:r>
              <a:rPr sz="1200" spc="-5" dirty="0">
                <a:solidFill>
                  <a:srgbClr val="538235"/>
                </a:solidFill>
                <a:latin typeface="Tahoma"/>
                <a:cs typeface="Tahoma"/>
              </a:rPr>
              <a:t>computes</a:t>
            </a:r>
            <a:endParaRPr sz="1200">
              <a:latin typeface="Tahoma"/>
              <a:cs typeface="Tahoma"/>
            </a:endParaRPr>
          </a:p>
          <a:p>
            <a:pPr>
              <a:lnSpc>
                <a:spcPct val="100000"/>
              </a:lnSpc>
              <a:spcBef>
                <a:spcPts val="25"/>
              </a:spcBef>
            </a:pPr>
            <a:endParaRPr sz="1250">
              <a:latin typeface="Tahoma"/>
              <a:cs typeface="Tahoma"/>
            </a:endParaRPr>
          </a:p>
          <a:p>
            <a:pPr marL="711200">
              <a:lnSpc>
                <a:spcPct val="100000"/>
              </a:lnSpc>
            </a:pPr>
            <a:r>
              <a:rPr sz="1200" spc="-5" dirty="0">
                <a:solidFill>
                  <a:srgbClr val="538235"/>
                </a:solidFill>
                <a:latin typeface="Tahoma"/>
                <a:cs typeface="Tahoma"/>
              </a:rPr>
              <a:t>C</a:t>
            </a:r>
            <a:r>
              <a:rPr sz="1200" spc="-7" baseline="-20833" dirty="0">
                <a:solidFill>
                  <a:srgbClr val="538235"/>
                </a:solidFill>
                <a:latin typeface="Tahoma"/>
                <a:cs typeface="Tahoma"/>
              </a:rPr>
              <a:t>2</a:t>
            </a:r>
            <a:r>
              <a:rPr sz="1200" spc="187" baseline="-20833"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n</a:t>
            </a:r>
            <a:r>
              <a:rPr sz="1200" spc="-15" baseline="-20833" dirty="0">
                <a:solidFill>
                  <a:srgbClr val="538235"/>
                </a:solidFill>
                <a:latin typeface="Tahoma"/>
                <a:cs typeface="Tahoma"/>
              </a:rPr>
              <a:t>B</a:t>
            </a:r>
            <a:r>
              <a:rPr sz="1200" spc="-10" dirty="0">
                <a:solidFill>
                  <a:srgbClr val="538235"/>
                </a:solidFill>
                <a:latin typeface="Tahoma"/>
                <a:cs typeface="Tahoma"/>
              </a:rPr>
              <a:t>C</a:t>
            </a:r>
            <a:r>
              <a:rPr sz="1200" spc="-15" baseline="-20833" dirty="0">
                <a:solidFill>
                  <a:srgbClr val="538235"/>
                </a:solidFill>
                <a:latin typeface="Tahoma"/>
                <a:cs typeface="Tahoma"/>
              </a:rPr>
              <a:t>1</a:t>
            </a:r>
            <a:r>
              <a:rPr sz="1200" spc="225" baseline="-20833" dirty="0">
                <a:solidFill>
                  <a:srgbClr val="538235"/>
                </a:solidFill>
                <a:latin typeface="Tahoma"/>
                <a:cs typeface="Tahoma"/>
              </a:rPr>
              <a:t> </a:t>
            </a:r>
            <a:r>
              <a:rPr sz="1200" spc="-10" dirty="0">
                <a:solidFill>
                  <a:srgbClr val="538235"/>
                </a:solidFill>
                <a:latin typeface="Tahoma"/>
                <a:cs typeface="Tahoma"/>
              </a:rPr>
              <a:t>=(246,</a:t>
            </a:r>
            <a:r>
              <a:rPr sz="1200" spc="30" dirty="0">
                <a:solidFill>
                  <a:srgbClr val="538235"/>
                </a:solidFill>
                <a:latin typeface="Tahoma"/>
                <a:cs typeface="Tahoma"/>
              </a:rPr>
              <a:t> </a:t>
            </a:r>
            <a:r>
              <a:rPr sz="1200" spc="-10" dirty="0">
                <a:solidFill>
                  <a:srgbClr val="538235"/>
                </a:solidFill>
                <a:latin typeface="Tahoma"/>
                <a:cs typeface="Tahoma"/>
              </a:rPr>
              <a:t>174)</a:t>
            </a:r>
            <a:r>
              <a:rPr sz="1200" dirty="0">
                <a:solidFill>
                  <a:srgbClr val="538235"/>
                </a:solidFill>
                <a:latin typeface="Tahoma"/>
                <a:cs typeface="Tahoma"/>
              </a:rPr>
              <a:t> - </a:t>
            </a:r>
            <a:r>
              <a:rPr sz="1200" spc="-10" dirty="0">
                <a:solidFill>
                  <a:srgbClr val="538235"/>
                </a:solidFill>
                <a:latin typeface="Tahoma"/>
                <a:cs typeface="Tahoma"/>
              </a:rPr>
              <a:t>101(136,</a:t>
            </a:r>
            <a:r>
              <a:rPr sz="1200" spc="5" dirty="0">
                <a:solidFill>
                  <a:srgbClr val="538235"/>
                </a:solidFill>
                <a:latin typeface="Tahoma"/>
                <a:cs typeface="Tahoma"/>
              </a:rPr>
              <a:t> </a:t>
            </a:r>
            <a:r>
              <a:rPr sz="1200" spc="-10" dirty="0">
                <a:solidFill>
                  <a:srgbClr val="538235"/>
                </a:solidFill>
                <a:latin typeface="Tahoma"/>
                <a:cs typeface="Tahoma"/>
              </a:rPr>
              <a:t>128)</a:t>
            </a:r>
            <a:endParaRPr sz="1200">
              <a:latin typeface="Tahoma"/>
              <a:cs typeface="Tahoma"/>
            </a:endParaRPr>
          </a:p>
          <a:p>
            <a:pPr>
              <a:lnSpc>
                <a:spcPct val="100000"/>
              </a:lnSpc>
              <a:spcBef>
                <a:spcPts val="5"/>
              </a:spcBef>
            </a:pPr>
            <a:endParaRPr sz="1250">
              <a:latin typeface="Tahoma"/>
              <a:cs typeface="Tahoma"/>
            </a:endParaRPr>
          </a:p>
          <a:p>
            <a:pPr marL="1360805">
              <a:lnSpc>
                <a:spcPct val="100000"/>
              </a:lnSpc>
            </a:pPr>
            <a:r>
              <a:rPr sz="1200" dirty="0">
                <a:solidFill>
                  <a:srgbClr val="538235"/>
                </a:solidFill>
                <a:latin typeface="Tahoma"/>
                <a:cs typeface="Tahoma"/>
              </a:rPr>
              <a:t>=</a:t>
            </a:r>
            <a:r>
              <a:rPr sz="1200" spc="-15" dirty="0">
                <a:solidFill>
                  <a:srgbClr val="538235"/>
                </a:solidFill>
                <a:latin typeface="Tahoma"/>
                <a:cs typeface="Tahoma"/>
              </a:rPr>
              <a:t> </a:t>
            </a:r>
            <a:r>
              <a:rPr sz="1200" spc="-10" dirty="0">
                <a:solidFill>
                  <a:srgbClr val="538235"/>
                </a:solidFill>
                <a:latin typeface="Tahoma"/>
                <a:cs typeface="Tahoma"/>
              </a:rPr>
              <a:t>(246,</a:t>
            </a:r>
            <a:r>
              <a:rPr sz="1200" spc="-5" dirty="0">
                <a:solidFill>
                  <a:srgbClr val="538235"/>
                </a:solidFill>
                <a:latin typeface="Tahoma"/>
                <a:cs typeface="Tahoma"/>
              </a:rPr>
              <a:t> </a:t>
            </a:r>
            <a:r>
              <a:rPr sz="1200" spc="-10" dirty="0">
                <a:solidFill>
                  <a:srgbClr val="538235"/>
                </a:solidFill>
                <a:latin typeface="Tahoma"/>
                <a:cs typeface="Tahoma"/>
              </a:rPr>
              <a:t>174)</a:t>
            </a:r>
            <a:r>
              <a:rPr sz="1200" spc="-5" dirty="0">
                <a:solidFill>
                  <a:srgbClr val="538235"/>
                </a:solidFill>
                <a:latin typeface="Tahoma"/>
                <a:cs typeface="Tahoma"/>
              </a:rPr>
              <a:t> </a:t>
            </a:r>
            <a:r>
              <a:rPr sz="1200" dirty="0">
                <a:solidFill>
                  <a:srgbClr val="538235"/>
                </a:solidFill>
                <a:latin typeface="Tahoma"/>
                <a:cs typeface="Tahoma"/>
              </a:rPr>
              <a:t>-</a:t>
            </a:r>
            <a:r>
              <a:rPr sz="1200" spc="-5" dirty="0">
                <a:solidFill>
                  <a:srgbClr val="538235"/>
                </a:solidFill>
                <a:latin typeface="Tahoma"/>
                <a:cs typeface="Tahoma"/>
              </a:rPr>
              <a:t> (68, </a:t>
            </a:r>
            <a:r>
              <a:rPr sz="1200" spc="-10" dirty="0">
                <a:solidFill>
                  <a:srgbClr val="538235"/>
                </a:solidFill>
                <a:latin typeface="Tahoma"/>
                <a:cs typeface="Tahoma"/>
              </a:rPr>
              <a:t>84)</a:t>
            </a:r>
            <a:endParaRPr sz="1200">
              <a:latin typeface="Tahoma"/>
              <a:cs typeface="Tahoma"/>
            </a:endParaRPr>
          </a:p>
          <a:p>
            <a:pPr>
              <a:lnSpc>
                <a:spcPct val="100000"/>
              </a:lnSpc>
              <a:spcBef>
                <a:spcPts val="5"/>
              </a:spcBef>
            </a:pPr>
            <a:endParaRPr sz="1250">
              <a:latin typeface="Tahoma"/>
              <a:cs typeface="Tahoma"/>
            </a:endParaRPr>
          </a:p>
          <a:p>
            <a:pPr marL="1360805">
              <a:lnSpc>
                <a:spcPct val="100000"/>
              </a:lnSpc>
            </a:pPr>
            <a:r>
              <a:rPr sz="1200" dirty="0">
                <a:solidFill>
                  <a:srgbClr val="538235"/>
                </a:solidFill>
                <a:latin typeface="Tahoma"/>
                <a:cs typeface="Tahoma"/>
              </a:rPr>
              <a:t>=</a:t>
            </a:r>
            <a:r>
              <a:rPr sz="1200" spc="-25" dirty="0">
                <a:solidFill>
                  <a:srgbClr val="538235"/>
                </a:solidFill>
                <a:latin typeface="Tahoma"/>
                <a:cs typeface="Tahoma"/>
              </a:rPr>
              <a:t> </a:t>
            </a:r>
            <a:r>
              <a:rPr sz="1200" spc="-10" dirty="0">
                <a:solidFill>
                  <a:srgbClr val="538235"/>
                </a:solidFill>
                <a:latin typeface="Tahoma"/>
                <a:cs typeface="Tahoma"/>
              </a:rPr>
              <a:t>(112,</a:t>
            </a:r>
            <a:r>
              <a:rPr sz="1200" spc="-20" dirty="0">
                <a:solidFill>
                  <a:srgbClr val="538235"/>
                </a:solidFill>
                <a:latin typeface="Tahoma"/>
                <a:cs typeface="Tahoma"/>
              </a:rPr>
              <a:t> </a:t>
            </a:r>
            <a:r>
              <a:rPr sz="1200" spc="-10" dirty="0">
                <a:solidFill>
                  <a:srgbClr val="538235"/>
                </a:solidFill>
                <a:latin typeface="Tahoma"/>
                <a:cs typeface="Tahoma"/>
              </a:rPr>
              <a:t>26).</a:t>
            </a:r>
            <a:endParaRPr sz="1200">
              <a:latin typeface="Tahoma"/>
              <a:cs typeface="Tahoma"/>
            </a:endParaRPr>
          </a:p>
          <a:p>
            <a:pPr marL="25400">
              <a:lnSpc>
                <a:spcPct val="100000"/>
              </a:lnSpc>
              <a:spcBef>
                <a:spcPts val="960"/>
              </a:spcBef>
            </a:pPr>
            <a:r>
              <a:rPr sz="1200" b="1" spc="-5" dirty="0">
                <a:solidFill>
                  <a:srgbClr val="538235"/>
                </a:solidFill>
                <a:latin typeface="Tahoma"/>
                <a:cs typeface="Tahoma"/>
              </a:rPr>
              <a:t>ECC</a:t>
            </a:r>
            <a:r>
              <a:rPr sz="1200" b="1" spc="-45" dirty="0">
                <a:solidFill>
                  <a:srgbClr val="538235"/>
                </a:solidFill>
                <a:latin typeface="Tahoma"/>
                <a:cs typeface="Tahoma"/>
              </a:rPr>
              <a:t> </a:t>
            </a:r>
            <a:r>
              <a:rPr sz="1200" b="1" dirty="0">
                <a:solidFill>
                  <a:srgbClr val="538235"/>
                </a:solidFill>
                <a:latin typeface="Tahoma"/>
                <a:cs typeface="Tahoma"/>
              </a:rPr>
              <a:t>Security</a:t>
            </a:r>
            <a:endParaRPr sz="1200">
              <a:latin typeface="Tahoma"/>
              <a:cs typeface="Tahoma"/>
            </a:endParaRPr>
          </a:p>
          <a:p>
            <a:pPr marL="25400" marR="17780" indent="685800" algn="just">
              <a:lnSpc>
                <a:spcPct val="150100"/>
              </a:lnSpc>
              <a:spcBef>
                <a:spcPts val="505"/>
              </a:spcBef>
            </a:pPr>
            <a:r>
              <a:rPr sz="1200" spc="-5" dirty="0">
                <a:solidFill>
                  <a:srgbClr val="538235"/>
                </a:solidFill>
                <a:latin typeface="Tahoma"/>
                <a:cs typeface="Tahoma"/>
              </a:rPr>
              <a:t>The security of </a:t>
            </a:r>
            <a:r>
              <a:rPr sz="1200" dirty="0">
                <a:solidFill>
                  <a:srgbClr val="538235"/>
                </a:solidFill>
                <a:latin typeface="Tahoma"/>
                <a:cs typeface="Tahoma"/>
              </a:rPr>
              <a:t>ECC depends </a:t>
            </a:r>
            <a:r>
              <a:rPr sz="1200" spc="-5" dirty="0">
                <a:solidFill>
                  <a:srgbClr val="538235"/>
                </a:solidFill>
                <a:latin typeface="Tahoma"/>
                <a:cs typeface="Tahoma"/>
              </a:rPr>
              <a:t>on </a:t>
            </a:r>
            <a:r>
              <a:rPr sz="1200" dirty="0">
                <a:solidFill>
                  <a:srgbClr val="538235"/>
                </a:solidFill>
                <a:latin typeface="Tahoma"/>
                <a:cs typeface="Tahoma"/>
              </a:rPr>
              <a:t>how </a:t>
            </a:r>
            <a:r>
              <a:rPr sz="1200" spc="-10" dirty="0">
                <a:solidFill>
                  <a:srgbClr val="538235"/>
                </a:solidFill>
                <a:latin typeface="Tahoma"/>
                <a:cs typeface="Tahoma"/>
              </a:rPr>
              <a:t>difficult it is </a:t>
            </a:r>
            <a:r>
              <a:rPr sz="1200" dirty="0">
                <a:solidFill>
                  <a:srgbClr val="538235"/>
                </a:solidFill>
                <a:latin typeface="Tahoma"/>
                <a:cs typeface="Tahoma"/>
              </a:rPr>
              <a:t>to </a:t>
            </a:r>
            <a:r>
              <a:rPr sz="1200" spc="-5" dirty="0">
                <a:solidFill>
                  <a:srgbClr val="538235"/>
                </a:solidFill>
                <a:latin typeface="Tahoma"/>
                <a:cs typeface="Tahoma"/>
              </a:rPr>
              <a:t>determine </a:t>
            </a:r>
            <a:r>
              <a:rPr sz="1200" dirty="0">
                <a:solidFill>
                  <a:srgbClr val="538235"/>
                </a:solidFill>
                <a:latin typeface="Tahoma"/>
                <a:cs typeface="Tahoma"/>
              </a:rPr>
              <a:t>k </a:t>
            </a:r>
            <a:r>
              <a:rPr sz="1200" spc="-5" dirty="0">
                <a:solidFill>
                  <a:srgbClr val="538235"/>
                </a:solidFill>
                <a:latin typeface="Tahoma"/>
                <a:cs typeface="Tahoma"/>
              </a:rPr>
              <a:t>given </a:t>
            </a:r>
            <a:r>
              <a:rPr sz="1200" dirty="0">
                <a:solidFill>
                  <a:srgbClr val="538235"/>
                </a:solidFill>
                <a:latin typeface="Tahoma"/>
                <a:cs typeface="Tahoma"/>
              </a:rPr>
              <a:t>kP </a:t>
            </a:r>
            <a:r>
              <a:rPr sz="1200" spc="5" dirty="0">
                <a:solidFill>
                  <a:srgbClr val="538235"/>
                </a:solidFill>
                <a:latin typeface="Tahoma"/>
                <a:cs typeface="Tahoma"/>
              </a:rPr>
              <a:t> </a:t>
            </a:r>
            <a:r>
              <a:rPr sz="1200" spc="-5" dirty="0">
                <a:solidFill>
                  <a:srgbClr val="538235"/>
                </a:solidFill>
                <a:latin typeface="Tahoma"/>
                <a:cs typeface="Tahoma"/>
              </a:rPr>
              <a:t>and </a:t>
            </a:r>
            <a:r>
              <a:rPr sz="1200" spc="-80" dirty="0">
                <a:solidFill>
                  <a:srgbClr val="538235"/>
                </a:solidFill>
                <a:latin typeface="Tahoma"/>
                <a:cs typeface="Tahoma"/>
              </a:rPr>
              <a:t>P. </a:t>
            </a:r>
            <a:r>
              <a:rPr sz="1200" spc="-5" dirty="0">
                <a:solidFill>
                  <a:srgbClr val="538235"/>
                </a:solidFill>
                <a:latin typeface="Tahoma"/>
                <a:cs typeface="Tahoma"/>
              </a:rPr>
              <a:t>This </a:t>
            </a:r>
            <a:r>
              <a:rPr sz="1200" spc="-10" dirty="0">
                <a:solidFill>
                  <a:srgbClr val="538235"/>
                </a:solidFill>
                <a:latin typeface="Tahoma"/>
                <a:cs typeface="Tahoma"/>
              </a:rPr>
              <a:t>is referred </a:t>
            </a:r>
            <a:r>
              <a:rPr sz="1200" dirty="0">
                <a:solidFill>
                  <a:srgbClr val="538235"/>
                </a:solidFill>
                <a:latin typeface="Tahoma"/>
                <a:cs typeface="Tahoma"/>
              </a:rPr>
              <a:t>to </a:t>
            </a:r>
            <a:r>
              <a:rPr sz="1200" spc="-5" dirty="0">
                <a:solidFill>
                  <a:srgbClr val="538235"/>
                </a:solidFill>
                <a:latin typeface="Tahoma"/>
                <a:cs typeface="Tahoma"/>
              </a:rPr>
              <a:t>as </a:t>
            </a:r>
            <a:r>
              <a:rPr sz="1200" dirty="0">
                <a:solidFill>
                  <a:srgbClr val="538235"/>
                </a:solidFill>
                <a:latin typeface="Tahoma"/>
                <a:cs typeface="Tahoma"/>
              </a:rPr>
              <a:t>the </a:t>
            </a:r>
            <a:r>
              <a:rPr sz="1200" spc="-10" dirty="0">
                <a:solidFill>
                  <a:srgbClr val="538235"/>
                </a:solidFill>
                <a:latin typeface="Tahoma"/>
                <a:cs typeface="Tahoma"/>
              </a:rPr>
              <a:t>elliptic </a:t>
            </a:r>
            <a:r>
              <a:rPr sz="1200" spc="-5" dirty="0">
                <a:solidFill>
                  <a:srgbClr val="538235"/>
                </a:solidFill>
                <a:latin typeface="Tahoma"/>
                <a:cs typeface="Tahoma"/>
              </a:rPr>
              <a:t>curve logarithm problem. The </a:t>
            </a:r>
            <a:r>
              <a:rPr sz="1200" spc="-10" dirty="0">
                <a:solidFill>
                  <a:srgbClr val="538235"/>
                </a:solidFill>
                <a:latin typeface="Tahoma"/>
                <a:cs typeface="Tahoma"/>
              </a:rPr>
              <a:t>fastest </a:t>
            </a:r>
            <a:r>
              <a:rPr sz="1200" spc="-5" dirty="0">
                <a:solidFill>
                  <a:srgbClr val="538235"/>
                </a:solidFill>
                <a:latin typeface="Tahoma"/>
                <a:cs typeface="Tahoma"/>
              </a:rPr>
              <a:t>known </a:t>
            </a:r>
            <a:r>
              <a:rPr sz="1200" dirty="0">
                <a:solidFill>
                  <a:srgbClr val="538235"/>
                </a:solidFill>
                <a:latin typeface="Tahoma"/>
                <a:cs typeface="Tahoma"/>
              </a:rPr>
              <a:t> </a:t>
            </a:r>
            <a:r>
              <a:rPr sz="1200" spc="-5" dirty="0">
                <a:solidFill>
                  <a:srgbClr val="538235"/>
                </a:solidFill>
                <a:latin typeface="Tahoma"/>
                <a:cs typeface="Tahoma"/>
              </a:rPr>
              <a:t>technique for taking </a:t>
            </a:r>
            <a:r>
              <a:rPr sz="1200" dirty="0">
                <a:solidFill>
                  <a:srgbClr val="538235"/>
                </a:solidFill>
                <a:latin typeface="Tahoma"/>
                <a:cs typeface="Tahoma"/>
              </a:rPr>
              <a:t>the </a:t>
            </a:r>
            <a:r>
              <a:rPr sz="1200" spc="-10" dirty="0">
                <a:solidFill>
                  <a:srgbClr val="538235"/>
                </a:solidFill>
                <a:latin typeface="Tahoma"/>
                <a:cs typeface="Tahoma"/>
              </a:rPr>
              <a:t>elliptic </a:t>
            </a:r>
            <a:r>
              <a:rPr sz="1200" spc="-5" dirty="0">
                <a:solidFill>
                  <a:srgbClr val="538235"/>
                </a:solidFill>
                <a:latin typeface="Tahoma"/>
                <a:cs typeface="Tahoma"/>
              </a:rPr>
              <a:t>curve logarithm </a:t>
            </a:r>
            <a:r>
              <a:rPr sz="1200" spc="-10" dirty="0">
                <a:solidFill>
                  <a:srgbClr val="538235"/>
                </a:solidFill>
                <a:latin typeface="Tahoma"/>
                <a:cs typeface="Tahoma"/>
              </a:rPr>
              <a:t>is </a:t>
            </a:r>
            <a:r>
              <a:rPr sz="1200" spc="-5" dirty="0">
                <a:solidFill>
                  <a:srgbClr val="538235"/>
                </a:solidFill>
                <a:latin typeface="Tahoma"/>
                <a:cs typeface="Tahoma"/>
              </a:rPr>
              <a:t>known as </a:t>
            </a:r>
            <a:r>
              <a:rPr sz="1200" dirty="0">
                <a:solidFill>
                  <a:srgbClr val="538235"/>
                </a:solidFill>
                <a:latin typeface="Tahoma"/>
                <a:cs typeface="Tahoma"/>
              </a:rPr>
              <a:t>the </a:t>
            </a:r>
            <a:r>
              <a:rPr sz="1200" spc="-5" dirty="0">
                <a:solidFill>
                  <a:srgbClr val="538235"/>
                </a:solidFill>
                <a:latin typeface="Tahoma"/>
                <a:cs typeface="Tahoma"/>
              </a:rPr>
              <a:t>Pollard rho </a:t>
            </a:r>
            <a:r>
              <a:rPr sz="1200" dirty="0">
                <a:solidFill>
                  <a:srgbClr val="538235"/>
                </a:solidFill>
                <a:latin typeface="Tahoma"/>
                <a:cs typeface="Tahoma"/>
              </a:rPr>
              <a:t>method. </a:t>
            </a:r>
            <a:r>
              <a:rPr sz="1200" spc="5" dirty="0">
                <a:solidFill>
                  <a:srgbClr val="538235"/>
                </a:solidFill>
                <a:latin typeface="Tahoma"/>
                <a:cs typeface="Tahoma"/>
              </a:rPr>
              <a:t> </a:t>
            </a:r>
            <a:r>
              <a:rPr sz="1200" spc="-5" dirty="0">
                <a:solidFill>
                  <a:srgbClr val="538235"/>
                </a:solidFill>
                <a:latin typeface="Tahoma"/>
                <a:cs typeface="Tahoma"/>
              </a:rPr>
              <a:t>Compared </a:t>
            </a:r>
            <a:r>
              <a:rPr sz="1200" dirty="0">
                <a:solidFill>
                  <a:srgbClr val="538235"/>
                </a:solidFill>
                <a:latin typeface="Tahoma"/>
                <a:cs typeface="Tahoma"/>
              </a:rPr>
              <a:t>to </a:t>
            </a:r>
            <a:r>
              <a:rPr sz="1200" spc="-10" dirty="0">
                <a:solidFill>
                  <a:srgbClr val="538235"/>
                </a:solidFill>
                <a:latin typeface="Tahoma"/>
                <a:cs typeface="Tahoma"/>
              </a:rPr>
              <a:t>factoring </a:t>
            </a:r>
            <a:r>
              <a:rPr sz="1200" spc="-5" dirty="0">
                <a:solidFill>
                  <a:srgbClr val="538235"/>
                </a:solidFill>
                <a:latin typeface="Tahoma"/>
                <a:cs typeface="Tahoma"/>
              </a:rPr>
              <a:t>integers </a:t>
            </a:r>
            <a:r>
              <a:rPr sz="1200" spc="10" dirty="0">
                <a:solidFill>
                  <a:srgbClr val="538235"/>
                </a:solidFill>
                <a:latin typeface="Tahoma"/>
                <a:cs typeface="Tahoma"/>
              </a:rPr>
              <a:t>or </a:t>
            </a:r>
            <a:r>
              <a:rPr sz="1200" spc="-5" dirty="0">
                <a:solidFill>
                  <a:srgbClr val="538235"/>
                </a:solidFill>
                <a:latin typeface="Tahoma"/>
                <a:cs typeface="Tahoma"/>
              </a:rPr>
              <a:t>polynomials, can </a:t>
            </a:r>
            <a:r>
              <a:rPr sz="1200" spc="5" dirty="0">
                <a:solidFill>
                  <a:srgbClr val="538235"/>
                </a:solidFill>
                <a:latin typeface="Tahoma"/>
                <a:cs typeface="Tahoma"/>
              </a:rPr>
              <a:t>use much </a:t>
            </a:r>
            <a:r>
              <a:rPr sz="1200" spc="-5" dirty="0">
                <a:solidFill>
                  <a:srgbClr val="538235"/>
                </a:solidFill>
                <a:latin typeface="Tahoma"/>
                <a:cs typeface="Tahoma"/>
              </a:rPr>
              <a:t>smaller </a:t>
            </a:r>
            <a:r>
              <a:rPr sz="1200" dirty="0">
                <a:solidFill>
                  <a:srgbClr val="538235"/>
                </a:solidFill>
                <a:latin typeface="Tahoma"/>
                <a:cs typeface="Tahoma"/>
              </a:rPr>
              <a:t>numbers </a:t>
            </a:r>
            <a:r>
              <a:rPr sz="1200" spc="-5" dirty="0">
                <a:solidFill>
                  <a:srgbClr val="538235"/>
                </a:solidFill>
                <a:latin typeface="Tahoma"/>
                <a:cs typeface="Tahoma"/>
              </a:rPr>
              <a:t>for </a:t>
            </a:r>
            <a:r>
              <a:rPr sz="1200" dirty="0">
                <a:solidFill>
                  <a:srgbClr val="538235"/>
                </a:solidFill>
                <a:latin typeface="Tahoma"/>
                <a:cs typeface="Tahoma"/>
              </a:rPr>
              <a:t> </a:t>
            </a:r>
            <a:r>
              <a:rPr sz="1200" spc="-5" dirty="0">
                <a:solidFill>
                  <a:srgbClr val="538235"/>
                </a:solidFill>
                <a:latin typeface="Tahoma"/>
                <a:cs typeface="Tahoma"/>
              </a:rPr>
              <a:t>equivalent levels of </a:t>
            </a:r>
            <a:r>
              <a:rPr sz="1200" spc="-15" dirty="0">
                <a:solidFill>
                  <a:srgbClr val="538235"/>
                </a:solidFill>
                <a:latin typeface="Tahoma"/>
                <a:cs typeface="Tahoma"/>
              </a:rPr>
              <a:t>security. </a:t>
            </a:r>
            <a:r>
              <a:rPr sz="1200" spc="-10" dirty="0">
                <a:solidFill>
                  <a:srgbClr val="538235"/>
                </a:solidFill>
                <a:latin typeface="Tahoma"/>
                <a:cs typeface="Tahoma"/>
              </a:rPr>
              <a:t>Comparable </a:t>
            </a:r>
            <a:r>
              <a:rPr sz="1200" spc="-15" dirty="0">
                <a:solidFill>
                  <a:srgbClr val="538235"/>
                </a:solidFill>
                <a:latin typeface="Tahoma"/>
                <a:cs typeface="Tahoma"/>
              </a:rPr>
              <a:t>Key </a:t>
            </a:r>
            <a:r>
              <a:rPr sz="1200" spc="-10" dirty="0">
                <a:solidFill>
                  <a:srgbClr val="538235"/>
                </a:solidFill>
                <a:latin typeface="Tahoma"/>
                <a:cs typeface="Tahoma"/>
              </a:rPr>
              <a:t>Sizes </a:t>
            </a:r>
            <a:r>
              <a:rPr sz="1200" spc="-5" dirty="0">
                <a:solidFill>
                  <a:srgbClr val="538235"/>
                </a:solidFill>
                <a:latin typeface="Tahoma"/>
                <a:cs typeface="Tahoma"/>
              </a:rPr>
              <a:t>for Equivalent Security shown </a:t>
            </a:r>
            <a:r>
              <a:rPr sz="1200" spc="-15" dirty="0">
                <a:solidFill>
                  <a:srgbClr val="538235"/>
                </a:solidFill>
                <a:latin typeface="Tahoma"/>
                <a:cs typeface="Tahoma"/>
              </a:rPr>
              <a:t>in </a:t>
            </a:r>
            <a:r>
              <a:rPr sz="1200" spc="-10" dirty="0">
                <a:solidFill>
                  <a:srgbClr val="538235"/>
                </a:solidFill>
                <a:latin typeface="Tahoma"/>
                <a:cs typeface="Tahoma"/>
              </a:rPr>
              <a:t> </a:t>
            </a:r>
            <a:r>
              <a:rPr sz="1200" spc="-5" dirty="0">
                <a:solidFill>
                  <a:srgbClr val="538235"/>
                </a:solidFill>
                <a:latin typeface="Tahoma"/>
                <a:cs typeface="Tahoma"/>
              </a:rPr>
              <a:t>below table:</a:t>
            </a:r>
            <a:endParaRPr sz="1200">
              <a:latin typeface="Tahoma"/>
              <a:cs typeface="Tahoma"/>
            </a:endParaRPr>
          </a:p>
        </p:txBody>
      </p:sp>
      <p:graphicFrame>
        <p:nvGraphicFramePr>
          <p:cNvPr id="6" name="object 6"/>
          <p:cNvGraphicFramePr>
            <a:graphicFrameLocks noGrp="1"/>
          </p:cNvGraphicFramePr>
          <p:nvPr/>
        </p:nvGraphicFramePr>
        <p:xfrm>
          <a:off x="599757" y="5822950"/>
          <a:ext cx="5781040" cy="3372480"/>
        </p:xfrm>
        <a:graphic>
          <a:graphicData uri="http://schemas.openxmlformats.org/drawingml/2006/table">
            <a:tbl>
              <a:tblPr firstRow="1" bandRow="1">
                <a:tableStyleId>{2D5ABB26-0587-4C30-8999-92F81FD0307C}</a:tableStyleId>
              </a:tblPr>
              <a:tblGrid>
                <a:gridCol w="1871980">
                  <a:extLst>
                    <a:ext uri="{9D8B030D-6E8A-4147-A177-3AD203B41FA5}">
                      <a16:colId xmlns:a16="http://schemas.microsoft.com/office/drawing/2014/main" val="20000"/>
                    </a:ext>
                  </a:extLst>
                </a:gridCol>
                <a:gridCol w="1871980">
                  <a:extLst>
                    <a:ext uri="{9D8B030D-6E8A-4147-A177-3AD203B41FA5}">
                      <a16:colId xmlns:a16="http://schemas.microsoft.com/office/drawing/2014/main" val="20001"/>
                    </a:ext>
                  </a:extLst>
                </a:gridCol>
                <a:gridCol w="2037080">
                  <a:extLst>
                    <a:ext uri="{9D8B030D-6E8A-4147-A177-3AD203B41FA5}">
                      <a16:colId xmlns:a16="http://schemas.microsoft.com/office/drawing/2014/main" val="20002"/>
                    </a:ext>
                  </a:extLst>
                </a:gridCol>
              </a:tblGrid>
              <a:tr h="716914">
                <a:tc>
                  <a:txBody>
                    <a:bodyPr/>
                    <a:lstStyle/>
                    <a:p>
                      <a:pPr marL="304165" marR="202565" indent="-94615">
                        <a:lnSpc>
                          <a:spcPct val="150000"/>
                        </a:lnSpc>
                        <a:spcBef>
                          <a:spcPts val="680"/>
                        </a:spcBef>
                      </a:pPr>
                      <a:r>
                        <a:rPr sz="1200" b="1" spc="5" dirty="0">
                          <a:solidFill>
                            <a:srgbClr val="538235"/>
                          </a:solidFill>
                          <a:latin typeface="Tahoma"/>
                          <a:cs typeface="Tahoma"/>
                        </a:rPr>
                        <a:t>S</a:t>
                      </a:r>
                      <a:r>
                        <a:rPr sz="1200" b="1" dirty="0">
                          <a:solidFill>
                            <a:srgbClr val="538235"/>
                          </a:solidFill>
                          <a:latin typeface="Tahoma"/>
                          <a:cs typeface="Tahoma"/>
                        </a:rPr>
                        <a:t>y</a:t>
                      </a:r>
                      <a:r>
                        <a:rPr sz="1200" b="1" spc="5" dirty="0">
                          <a:solidFill>
                            <a:srgbClr val="538235"/>
                          </a:solidFill>
                          <a:latin typeface="Tahoma"/>
                          <a:cs typeface="Tahoma"/>
                        </a:rPr>
                        <a:t>mme</a:t>
                      </a:r>
                      <a:r>
                        <a:rPr sz="1200" b="1" dirty="0">
                          <a:solidFill>
                            <a:srgbClr val="538235"/>
                          </a:solidFill>
                          <a:latin typeface="Tahoma"/>
                          <a:cs typeface="Tahoma"/>
                        </a:rPr>
                        <a:t>t</a:t>
                      </a:r>
                      <a:r>
                        <a:rPr sz="1200" b="1" spc="5" dirty="0">
                          <a:solidFill>
                            <a:srgbClr val="538235"/>
                          </a:solidFill>
                          <a:latin typeface="Tahoma"/>
                          <a:cs typeface="Tahoma"/>
                        </a:rPr>
                        <a:t>r</a:t>
                      </a:r>
                      <a:r>
                        <a:rPr sz="1200" b="1" dirty="0">
                          <a:solidFill>
                            <a:srgbClr val="538235"/>
                          </a:solidFill>
                          <a:latin typeface="Tahoma"/>
                          <a:cs typeface="Tahoma"/>
                        </a:rPr>
                        <a:t>ic</a:t>
                      </a:r>
                      <a:r>
                        <a:rPr sz="1200" b="1" spc="-30" dirty="0">
                          <a:solidFill>
                            <a:srgbClr val="538235"/>
                          </a:solidFill>
                          <a:latin typeface="Tahoma"/>
                          <a:cs typeface="Tahoma"/>
                        </a:rPr>
                        <a:t> </a:t>
                      </a:r>
                      <a:r>
                        <a:rPr sz="1200" b="1" spc="5" dirty="0">
                          <a:solidFill>
                            <a:srgbClr val="538235"/>
                          </a:solidFill>
                          <a:latin typeface="Tahoma"/>
                          <a:cs typeface="Tahoma"/>
                        </a:rPr>
                        <a:t>s</a:t>
                      </a:r>
                      <a:r>
                        <a:rPr sz="1200" b="1" spc="-10" dirty="0">
                          <a:solidFill>
                            <a:srgbClr val="538235"/>
                          </a:solidFill>
                          <a:latin typeface="Tahoma"/>
                          <a:cs typeface="Tahoma"/>
                        </a:rPr>
                        <a:t>c</a:t>
                      </a:r>
                      <a:r>
                        <a:rPr sz="1200" b="1" spc="-5" dirty="0">
                          <a:solidFill>
                            <a:srgbClr val="538235"/>
                          </a:solidFill>
                          <a:latin typeface="Tahoma"/>
                          <a:cs typeface="Tahoma"/>
                        </a:rPr>
                        <a:t>h</a:t>
                      </a:r>
                      <a:r>
                        <a:rPr sz="1200" b="1" spc="5" dirty="0">
                          <a:solidFill>
                            <a:srgbClr val="538235"/>
                          </a:solidFill>
                          <a:latin typeface="Tahoma"/>
                          <a:cs typeface="Tahoma"/>
                        </a:rPr>
                        <a:t>em</a:t>
                      </a:r>
                      <a:r>
                        <a:rPr sz="1200" b="1" dirty="0">
                          <a:solidFill>
                            <a:srgbClr val="538235"/>
                          </a:solidFill>
                          <a:latin typeface="Tahoma"/>
                          <a:cs typeface="Tahoma"/>
                        </a:rPr>
                        <a:t>e  (key</a:t>
                      </a:r>
                      <a:r>
                        <a:rPr sz="1200" b="1" spc="-30" dirty="0">
                          <a:solidFill>
                            <a:srgbClr val="538235"/>
                          </a:solidFill>
                          <a:latin typeface="Tahoma"/>
                          <a:cs typeface="Tahoma"/>
                        </a:rPr>
                        <a:t> </a:t>
                      </a:r>
                      <a:r>
                        <a:rPr sz="1200" b="1" spc="-5" dirty="0">
                          <a:solidFill>
                            <a:srgbClr val="538235"/>
                          </a:solidFill>
                          <a:latin typeface="Tahoma"/>
                          <a:cs typeface="Tahoma"/>
                        </a:rPr>
                        <a:t>size</a:t>
                      </a:r>
                      <a:r>
                        <a:rPr sz="1200" b="1" spc="-25" dirty="0">
                          <a:solidFill>
                            <a:srgbClr val="538235"/>
                          </a:solidFill>
                          <a:latin typeface="Tahoma"/>
                          <a:cs typeface="Tahoma"/>
                        </a:rPr>
                        <a:t> </a:t>
                      </a:r>
                      <a:r>
                        <a:rPr sz="1200" b="1" dirty="0">
                          <a:solidFill>
                            <a:srgbClr val="538235"/>
                          </a:solidFill>
                          <a:latin typeface="Tahoma"/>
                          <a:cs typeface="Tahoma"/>
                        </a:rPr>
                        <a:t>in</a:t>
                      </a:r>
                      <a:r>
                        <a:rPr sz="1200" b="1" spc="-30" dirty="0">
                          <a:solidFill>
                            <a:srgbClr val="538235"/>
                          </a:solidFill>
                          <a:latin typeface="Tahoma"/>
                          <a:cs typeface="Tahoma"/>
                        </a:rPr>
                        <a:t> </a:t>
                      </a:r>
                      <a:r>
                        <a:rPr sz="1200" b="1" dirty="0">
                          <a:solidFill>
                            <a:srgbClr val="538235"/>
                          </a:solidFill>
                          <a:latin typeface="Tahoma"/>
                          <a:cs typeface="Tahoma"/>
                        </a:rPr>
                        <a:t>bits)</a:t>
                      </a:r>
                      <a:endParaRPr sz="1200">
                        <a:latin typeface="Tahoma"/>
                        <a:cs typeface="Tahoma"/>
                      </a:endParaRPr>
                    </a:p>
                  </a:txBody>
                  <a:tcPr marL="0" marR="0" marT="86360"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tc>
                  <a:txBody>
                    <a:bodyPr/>
                    <a:lstStyle/>
                    <a:p>
                      <a:pPr marL="292735" marR="207010" indent="-76200">
                        <a:lnSpc>
                          <a:spcPct val="150000"/>
                        </a:lnSpc>
                        <a:spcBef>
                          <a:spcPts val="680"/>
                        </a:spcBef>
                      </a:pPr>
                      <a:r>
                        <a:rPr sz="1200" b="1" dirty="0">
                          <a:solidFill>
                            <a:srgbClr val="538235"/>
                          </a:solidFill>
                          <a:latin typeface="Tahoma"/>
                          <a:cs typeface="Tahoma"/>
                        </a:rPr>
                        <a:t>E</a:t>
                      </a:r>
                      <a:r>
                        <a:rPr sz="1200" b="1" spc="-10" dirty="0">
                          <a:solidFill>
                            <a:srgbClr val="538235"/>
                          </a:solidFill>
                          <a:latin typeface="Tahoma"/>
                          <a:cs typeface="Tahoma"/>
                        </a:rPr>
                        <a:t>CC</a:t>
                      </a:r>
                      <a:r>
                        <a:rPr sz="1200" b="1" spc="10" dirty="0">
                          <a:solidFill>
                            <a:srgbClr val="538235"/>
                          </a:solidFill>
                          <a:latin typeface="Tahoma"/>
                          <a:cs typeface="Tahoma"/>
                        </a:rPr>
                        <a:t>-</a:t>
                      </a:r>
                      <a:r>
                        <a:rPr sz="1200" b="1" spc="5" dirty="0">
                          <a:solidFill>
                            <a:srgbClr val="538235"/>
                          </a:solidFill>
                          <a:latin typeface="Tahoma"/>
                          <a:cs typeface="Tahoma"/>
                        </a:rPr>
                        <a:t>b</a:t>
                      </a:r>
                      <a:r>
                        <a:rPr sz="1200" b="1" dirty="0">
                          <a:solidFill>
                            <a:srgbClr val="538235"/>
                          </a:solidFill>
                          <a:latin typeface="Tahoma"/>
                          <a:cs typeface="Tahoma"/>
                        </a:rPr>
                        <a:t>a</a:t>
                      </a:r>
                      <a:r>
                        <a:rPr sz="1200" b="1" spc="5" dirty="0">
                          <a:solidFill>
                            <a:srgbClr val="538235"/>
                          </a:solidFill>
                          <a:latin typeface="Tahoma"/>
                          <a:cs typeface="Tahoma"/>
                        </a:rPr>
                        <a:t>se</a:t>
                      </a:r>
                      <a:r>
                        <a:rPr sz="1200" b="1" dirty="0">
                          <a:solidFill>
                            <a:srgbClr val="538235"/>
                          </a:solidFill>
                          <a:latin typeface="Tahoma"/>
                          <a:cs typeface="Tahoma"/>
                        </a:rPr>
                        <a:t>d</a:t>
                      </a:r>
                      <a:r>
                        <a:rPr sz="1200" b="1" spc="-55" dirty="0">
                          <a:solidFill>
                            <a:srgbClr val="538235"/>
                          </a:solidFill>
                          <a:latin typeface="Tahoma"/>
                          <a:cs typeface="Tahoma"/>
                        </a:rPr>
                        <a:t> </a:t>
                      </a:r>
                      <a:r>
                        <a:rPr sz="1200" b="1" spc="5" dirty="0">
                          <a:solidFill>
                            <a:srgbClr val="538235"/>
                          </a:solidFill>
                          <a:latin typeface="Tahoma"/>
                          <a:cs typeface="Tahoma"/>
                        </a:rPr>
                        <a:t>s</a:t>
                      </a:r>
                      <a:r>
                        <a:rPr sz="1200" b="1" spc="-10" dirty="0">
                          <a:solidFill>
                            <a:srgbClr val="538235"/>
                          </a:solidFill>
                          <a:latin typeface="Tahoma"/>
                          <a:cs typeface="Tahoma"/>
                        </a:rPr>
                        <a:t>c</a:t>
                      </a:r>
                      <a:r>
                        <a:rPr sz="1200" b="1" spc="-5" dirty="0">
                          <a:solidFill>
                            <a:srgbClr val="538235"/>
                          </a:solidFill>
                          <a:latin typeface="Tahoma"/>
                          <a:cs typeface="Tahoma"/>
                        </a:rPr>
                        <a:t>h</a:t>
                      </a:r>
                      <a:r>
                        <a:rPr sz="1200" b="1" spc="5" dirty="0">
                          <a:solidFill>
                            <a:srgbClr val="538235"/>
                          </a:solidFill>
                          <a:latin typeface="Tahoma"/>
                          <a:cs typeface="Tahoma"/>
                        </a:rPr>
                        <a:t>em</a:t>
                      </a:r>
                      <a:r>
                        <a:rPr sz="1200" b="1" dirty="0">
                          <a:solidFill>
                            <a:srgbClr val="538235"/>
                          </a:solidFill>
                          <a:latin typeface="Tahoma"/>
                          <a:cs typeface="Tahoma"/>
                        </a:rPr>
                        <a:t>e  (size</a:t>
                      </a:r>
                      <a:r>
                        <a:rPr sz="1200" b="1" spc="-30" dirty="0">
                          <a:solidFill>
                            <a:srgbClr val="538235"/>
                          </a:solidFill>
                          <a:latin typeface="Tahoma"/>
                          <a:cs typeface="Tahoma"/>
                        </a:rPr>
                        <a:t> </a:t>
                      </a:r>
                      <a:r>
                        <a:rPr sz="1200" b="1" dirty="0">
                          <a:solidFill>
                            <a:srgbClr val="538235"/>
                          </a:solidFill>
                          <a:latin typeface="Tahoma"/>
                          <a:cs typeface="Tahoma"/>
                        </a:rPr>
                        <a:t>of</a:t>
                      </a:r>
                      <a:r>
                        <a:rPr sz="1200" b="1" spc="-35" dirty="0">
                          <a:solidFill>
                            <a:srgbClr val="538235"/>
                          </a:solidFill>
                          <a:latin typeface="Tahoma"/>
                          <a:cs typeface="Tahoma"/>
                        </a:rPr>
                        <a:t> </a:t>
                      </a:r>
                      <a:r>
                        <a:rPr sz="1200" b="1" dirty="0">
                          <a:solidFill>
                            <a:srgbClr val="538235"/>
                          </a:solidFill>
                          <a:latin typeface="Tahoma"/>
                          <a:cs typeface="Tahoma"/>
                        </a:rPr>
                        <a:t>n</a:t>
                      </a:r>
                      <a:r>
                        <a:rPr sz="1200" b="1" spc="-10" dirty="0">
                          <a:solidFill>
                            <a:srgbClr val="538235"/>
                          </a:solidFill>
                          <a:latin typeface="Tahoma"/>
                          <a:cs typeface="Tahoma"/>
                        </a:rPr>
                        <a:t> </a:t>
                      </a:r>
                      <a:r>
                        <a:rPr sz="1200" b="1" dirty="0">
                          <a:solidFill>
                            <a:srgbClr val="538235"/>
                          </a:solidFill>
                          <a:latin typeface="Tahoma"/>
                          <a:cs typeface="Tahoma"/>
                        </a:rPr>
                        <a:t>in</a:t>
                      </a:r>
                      <a:r>
                        <a:rPr sz="1200" b="1" spc="-35" dirty="0">
                          <a:solidFill>
                            <a:srgbClr val="538235"/>
                          </a:solidFill>
                          <a:latin typeface="Tahoma"/>
                          <a:cs typeface="Tahoma"/>
                        </a:rPr>
                        <a:t> </a:t>
                      </a:r>
                      <a:r>
                        <a:rPr sz="1200" b="1" dirty="0">
                          <a:solidFill>
                            <a:srgbClr val="538235"/>
                          </a:solidFill>
                          <a:latin typeface="Tahoma"/>
                          <a:cs typeface="Tahoma"/>
                        </a:rPr>
                        <a:t>bits)</a:t>
                      </a:r>
                      <a:endParaRPr sz="1200">
                        <a:latin typeface="Tahoma"/>
                        <a:cs typeface="Tahoma"/>
                      </a:endParaRPr>
                    </a:p>
                  </a:txBody>
                  <a:tcPr marL="0" marR="0" marT="86360"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tc>
                  <a:txBody>
                    <a:bodyPr/>
                    <a:lstStyle/>
                    <a:p>
                      <a:pPr>
                        <a:lnSpc>
                          <a:spcPct val="100000"/>
                        </a:lnSpc>
                        <a:spcBef>
                          <a:spcPts val="20"/>
                        </a:spcBef>
                      </a:pPr>
                      <a:endParaRPr sz="1200">
                        <a:latin typeface="Times New Roman"/>
                        <a:cs typeface="Times New Roman"/>
                      </a:endParaRPr>
                    </a:p>
                    <a:p>
                      <a:pPr marL="5080" algn="ctr">
                        <a:lnSpc>
                          <a:spcPct val="100000"/>
                        </a:lnSpc>
                      </a:pPr>
                      <a:r>
                        <a:rPr sz="1200" b="1" spc="-5" dirty="0">
                          <a:solidFill>
                            <a:srgbClr val="538235"/>
                          </a:solidFill>
                          <a:latin typeface="Tahoma"/>
                          <a:cs typeface="Tahoma"/>
                        </a:rPr>
                        <a:t>RSA/DSA</a:t>
                      </a:r>
                      <a:endParaRPr sz="1200">
                        <a:latin typeface="Tahoma"/>
                        <a:cs typeface="Tahoma"/>
                      </a:endParaRPr>
                    </a:p>
                    <a:p>
                      <a:pPr marL="6350" algn="ctr">
                        <a:lnSpc>
                          <a:spcPct val="100000"/>
                        </a:lnSpc>
                        <a:spcBef>
                          <a:spcPts val="720"/>
                        </a:spcBef>
                      </a:pPr>
                      <a:r>
                        <a:rPr sz="1200" b="1" spc="-5" dirty="0">
                          <a:solidFill>
                            <a:srgbClr val="538235"/>
                          </a:solidFill>
                          <a:latin typeface="Tahoma"/>
                          <a:cs typeface="Tahoma"/>
                        </a:rPr>
                        <a:t>(modulus</a:t>
                      </a:r>
                      <a:r>
                        <a:rPr sz="1200" b="1" spc="-25" dirty="0">
                          <a:solidFill>
                            <a:srgbClr val="538235"/>
                          </a:solidFill>
                          <a:latin typeface="Tahoma"/>
                          <a:cs typeface="Tahoma"/>
                        </a:rPr>
                        <a:t> </a:t>
                      </a:r>
                      <a:r>
                        <a:rPr sz="1200" b="1" spc="-5" dirty="0">
                          <a:solidFill>
                            <a:srgbClr val="538235"/>
                          </a:solidFill>
                          <a:latin typeface="Tahoma"/>
                          <a:cs typeface="Tahoma"/>
                        </a:rPr>
                        <a:t>size</a:t>
                      </a:r>
                      <a:r>
                        <a:rPr sz="1200" b="1" spc="-20" dirty="0">
                          <a:solidFill>
                            <a:srgbClr val="538235"/>
                          </a:solidFill>
                          <a:latin typeface="Tahoma"/>
                          <a:cs typeface="Tahoma"/>
                        </a:rPr>
                        <a:t> </a:t>
                      </a:r>
                      <a:r>
                        <a:rPr sz="1200" b="1" dirty="0">
                          <a:solidFill>
                            <a:srgbClr val="538235"/>
                          </a:solidFill>
                          <a:latin typeface="Tahoma"/>
                          <a:cs typeface="Tahoma"/>
                        </a:rPr>
                        <a:t>in</a:t>
                      </a:r>
                      <a:r>
                        <a:rPr sz="1200" b="1" spc="-25" dirty="0">
                          <a:solidFill>
                            <a:srgbClr val="538235"/>
                          </a:solidFill>
                          <a:latin typeface="Tahoma"/>
                          <a:cs typeface="Tahoma"/>
                        </a:rPr>
                        <a:t> </a:t>
                      </a:r>
                      <a:r>
                        <a:rPr sz="1200" b="1" dirty="0">
                          <a:solidFill>
                            <a:srgbClr val="538235"/>
                          </a:solidFill>
                          <a:latin typeface="Tahoma"/>
                          <a:cs typeface="Tahoma"/>
                        </a:rPr>
                        <a:t>bits)</a:t>
                      </a:r>
                      <a:endParaRPr sz="1200">
                        <a:latin typeface="Tahoma"/>
                        <a:cs typeface="Tahoma"/>
                      </a:endParaRPr>
                    </a:p>
                  </a:txBody>
                  <a:tcPr marL="0" marR="0" marT="2540"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extLst>
                  <a:ext uri="{0D108BD9-81ED-4DB2-BD59-A6C34878D82A}">
                    <a16:rowId xmlns:a16="http://schemas.microsoft.com/office/drawing/2014/main" val="10000"/>
                  </a:ext>
                </a:extLst>
              </a:tr>
              <a:tr h="442595">
                <a:tc>
                  <a:txBody>
                    <a:bodyPr/>
                    <a:lstStyle/>
                    <a:p>
                      <a:pPr>
                        <a:lnSpc>
                          <a:spcPct val="100000"/>
                        </a:lnSpc>
                        <a:spcBef>
                          <a:spcPts val="20"/>
                        </a:spcBef>
                      </a:pPr>
                      <a:endParaRPr sz="1200">
                        <a:latin typeface="Times New Roman"/>
                        <a:cs typeface="Times New Roman"/>
                      </a:endParaRPr>
                    </a:p>
                    <a:p>
                      <a:pPr algn="ctr">
                        <a:lnSpc>
                          <a:spcPct val="100000"/>
                        </a:lnSpc>
                        <a:spcBef>
                          <a:spcPts val="5"/>
                        </a:spcBef>
                      </a:pPr>
                      <a:r>
                        <a:rPr sz="1200" spc="-10" dirty="0">
                          <a:solidFill>
                            <a:srgbClr val="538235"/>
                          </a:solidFill>
                          <a:latin typeface="Tahoma"/>
                          <a:cs typeface="Tahoma"/>
                        </a:rPr>
                        <a:t>56</a:t>
                      </a:r>
                      <a:endParaRPr sz="1200">
                        <a:latin typeface="Tahoma"/>
                        <a:cs typeface="Tahoma"/>
                      </a:endParaRPr>
                    </a:p>
                  </a:txBody>
                  <a:tcPr marL="0" marR="0" marT="2540"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tc>
                  <a:txBody>
                    <a:bodyPr/>
                    <a:lstStyle/>
                    <a:p>
                      <a:pPr>
                        <a:lnSpc>
                          <a:spcPct val="100000"/>
                        </a:lnSpc>
                        <a:spcBef>
                          <a:spcPts val="20"/>
                        </a:spcBef>
                      </a:pPr>
                      <a:endParaRPr sz="1200">
                        <a:latin typeface="Times New Roman"/>
                        <a:cs typeface="Times New Roman"/>
                      </a:endParaRPr>
                    </a:p>
                    <a:p>
                      <a:pPr marL="3810" algn="ctr">
                        <a:lnSpc>
                          <a:spcPct val="100000"/>
                        </a:lnSpc>
                        <a:spcBef>
                          <a:spcPts val="5"/>
                        </a:spcBef>
                      </a:pPr>
                      <a:r>
                        <a:rPr sz="1200" spc="-10" dirty="0">
                          <a:solidFill>
                            <a:srgbClr val="538235"/>
                          </a:solidFill>
                          <a:latin typeface="Tahoma"/>
                          <a:cs typeface="Tahoma"/>
                        </a:rPr>
                        <a:t>112</a:t>
                      </a:r>
                      <a:endParaRPr sz="1200">
                        <a:latin typeface="Tahoma"/>
                        <a:cs typeface="Tahoma"/>
                      </a:endParaRPr>
                    </a:p>
                  </a:txBody>
                  <a:tcPr marL="0" marR="0" marT="2540"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tc>
                  <a:txBody>
                    <a:bodyPr/>
                    <a:lstStyle/>
                    <a:p>
                      <a:pPr>
                        <a:lnSpc>
                          <a:spcPct val="100000"/>
                        </a:lnSpc>
                        <a:spcBef>
                          <a:spcPts val="20"/>
                        </a:spcBef>
                      </a:pPr>
                      <a:endParaRPr sz="1200">
                        <a:latin typeface="Times New Roman"/>
                        <a:cs typeface="Times New Roman"/>
                      </a:endParaRPr>
                    </a:p>
                    <a:p>
                      <a:pPr marL="5080" algn="ctr">
                        <a:lnSpc>
                          <a:spcPct val="100000"/>
                        </a:lnSpc>
                        <a:spcBef>
                          <a:spcPts val="5"/>
                        </a:spcBef>
                      </a:pPr>
                      <a:r>
                        <a:rPr sz="1200" spc="-10" dirty="0">
                          <a:solidFill>
                            <a:srgbClr val="538235"/>
                          </a:solidFill>
                          <a:latin typeface="Tahoma"/>
                          <a:cs typeface="Tahoma"/>
                        </a:rPr>
                        <a:t>512</a:t>
                      </a:r>
                      <a:endParaRPr sz="1200">
                        <a:latin typeface="Tahoma"/>
                        <a:cs typeface="Tahoma"/>
                      </a:endParaRPr>
                    </a:p>
                  </a:txBody>
                  <a:tcPr marL="0" marR="0" marT="2540"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extLst>
                  <a:ext uri="{0D108BD9-81ED-4DB2-BD59-A6C34878D82A}">
                    <a16:rowId xmlns:a16="http://schemas.microsoft.com/office/drawing/2014/main" val="10001"/>
                  </a:ext>
                </a:extLst>
              </a:tr>
              <a:tr h="442594">
                <a:tc>
                  <a:txBody>
                    <a:bodyPr/>
                    <a:lstStyle/>
                    <a:p>
                      <a:pPr>
                        <a:lnSpc>
                          <a:spcPct val="100000"/>
                        </a:lnSpc>
                        <a:spcBef>
                          <a:spcPts val="20"/>
                        </a:spcBef>
                      </a:pPr>
                      <a:endParaRPr sz="1200">
                        <a:latin typeface="Times New Roman"/>
                        <a:cs typeface="Times New Roman"/>
                      </a:endParaRPr>
                    </a:p>
                    <a:p>
                      <a:pPr algn="ctr">
                        <a:lnSpc>
                          <a:spcPct val="100000"/>
                        </a:lnSpc>
                        <a:spcBef>
                          <a:spcPts val="5"/>
                        </a:spcBef>
                      </a:pPr>
                      <a:r>
                        <a:rPr sz="1200" spc="-10" dirty="0">
                          <a:solidFill>
                            <a:srgbClr val="538235"/>
                          </a:solidFill>
                          <a:latin typeface="Tahoma"/>
                          <a:cs typeface="Tahoma"/>
                        </a:rPr>
                        <a:t>80</a:t>
                      </a:r>
                      <a:endParaRPr sz="1200">
                        <a:latin typeface="Tahoma"/>
                        <a:cs typeface="Tahoma"/>
                      </a:endParaRPr>
                    </a:p>
                  </a:txBody>
                  <a:tcPr marL="0" marR="0" marT="2540"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tc>
                  <a:txBody>
                    <a:bodyPr/>
                    <a:lstStyle/>
                    <a:p>
                      <a:pPr>
                        <a:lnSpc>
                          <a:spcPct val="100000"/>
                        </a:lnSpc>
                        <a:spcBef>
                          <a:spcPts val="20"/>
                        </a:spcBef>
                      </a:pPr>
                      <a:endParaRPr sz="1200">
                        <a:latin typeface="Times New Roman"/>
                        <a:cs typeface="Times New Roman"/>
                      </a:endParaRPr>
                    </a:p>
                    <a:p>
                      <a:pPr marL="3810" algn="ctr">
                        <a:lnSpc>
                          <a:spcPct val="100000"/>
                        </a:lnSpc>
                        <a:spcBef>
                          <a:spcPts val="5"/>
                        </a:spcBef>
                      </a:pPr>
                      <a:r>
                        <a:rPr sz="1200" spc="-10" dirty="0">
                          <a:solidFill>
                            <a:srgbClr val="538235"/>
                          </a:solidFill>
                          <a:latin typeface="Tahoma"/>
                          <a:cs typeface="Tahoma"/>
                        </a:rPr>
                        <a:t>160</a:t>
                      </a:r>
                      <a:endParaRPr sz="1200">
                        <a:latin typeface="Tahoma"/>
                        <a:cs typeface="Tahoma"/>
                      </a:endParaRPr>
                    </a:p>
                  </a:txBody>
                  <a:tcPr marL="0" marR="0" marT="2540"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tc>
                  <a:txBody>
                    <a:bodyPr/>
                    <a:lstStyle/>
                    <a:p>
                      <a:pPr>
                        <a:lnSpc>
                          <a:spcPct val="100000"/>
                        </a:lnSpc>
                        <a:spcBef>
                          <a:spcPts val="20"/>
                        </a:spcBef>
                      </a:pPr>
                      <a:endParaRPr sz="1200">
                        <a:latin typeface="Times New Roman"/>
                        <a:cs typeface="Times New Roman"/>
                      </a:endParaRPr>
                    </a:p>
                    <a:p>
                      <a:pPr marL="1905" algn="ctr">
                        <a:lnSpc>
                          <a:spcPct val="100000"/>
                        </a:lnSpc>
                        <a:spcBef>
                          <a:spcPts val="5"/>
                        </a:spcBef>
                      </a:pPr>
                      <a:r>
                        <a:rPr sz="1200" spc="-10" dirty="0">
                          <a:solidFill>
                            <a:srgbClr val="538235"/>
                          </a:solidFill>
                          <a:latin typeface="Tahoma"/>
                          <a:cs typeface="Tahoma"/>
                        </a:rPr>
                        <a:t>1024</a:t>
                      </a:r>
                      <a:endParaRPr sz="1200">
                        <a:latin typeface="Tahoma"/>
                        <a:cs typeface="Tahoma"/>
                      </a:endParaRPr>
                    </a:p>
                  </a:txBody>
                  <a:tcPr marL="0" marR="0" marT="2540"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extLst>
                  <a:ext uri="{0D108BD9-81ED-4DB2-BD59-A6C34878D82A}">
                    <a16:rowId xmlns:a16="http://schemas.microsoft.com/office/drawing/2014/main" val="10002"/>
                  </a:ext>
                </a:extLst>
              </a:tr>
              <a:tr h="442594">
                <a:tc>
                  <a:txBody>
                    <a:bodyPr/>
                    <a:lstStyle/>
                    <a:p>
                      <a:pPr>
                        <a:lnSpc>
                          <a:spcPct val="100000"/>
                        </a:lnSpc>
                        <a:spcBef>
                          <a:spcPts val="25"/>
                        </a:spcBef>
                      </a:pPr>
                      <a:endParaRPr sz="1200">
                        <a:latin typeface="Times New Roman"/>
                        <a:cs typeface="Times New Roman"/>
                      </a:endParaRPr>
                    </a:p>
                    <a:p>
                      <a:pPr marL="1905" algn="ctr">
                        <a:lnSpc>
                          <a:spcPct val="100000"/>
                        </a:lnSpc>
                      </a:pPr>
                      <a:r>
                        <a:rPr sz="1200" spc="-10" dirty="0">
                          <a:solidFill>
                            <a:srgbClr val="538235"/>
                          </a:solidFill>
                          <a:latin typeface="Tahoma"/>
                          <a:cs typeface="Tahoma"/>
                        </a:rPr>
                        <a:t>112</a:t>
                      </a:r>
                      <a:endParaRPr sz="1200">
                        <a:latin typeface="Tahoma"/>
                        <a:cs typeface="Tahoma"/>
                      </a:endParaRPr>
                    </a:p>
                  </a:txBody>
                  <a:tcPr marL="0" marR="0" marT="3175"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tc>
                  <a:txBody>
                    <a:bodyPr/>
                    <a:lstStyle/>
                    <a:p>
                      <a:pPr>
                        <a:lnSpc>
                          <a:spcPct val="100000"/>
                        </a:lnSpc>
                        <a:spcBef>
                          <a:spcPts val="25"/>
                        </a:spcBef>
                      </a:pPr>
                      <a:endParaRPr sz="1200">
                        <a:latin typeface="Times New Roman"/>
                        <a:cs typeface="Times New Roman"/>
                      </a:endParaRPr>
                    </a:p>
                    <a:p>
                      <a:pPr marL="3810" algn="ctr">
                        <a:lnSpc>
                          <a:spcPct val="100000"/>
                        </a:lnSpc>
                      </a:pPr>
                      <a:r>
                        <a:rPr sz="1200" spc="-10" dirty="0">
                          <a:solidFill>
                            <a:srgbClr val="538235"/>
                          </a:solidFill>
                          <a:latin typeface="Tahoma"/>
                          <a:cs typeface="Tahoma"/>
                        </a:rPr>
                        <a:t>224</a:t>
                      </a:r>
                      <a:endParaRPr sz="1200">
                        <a:latin typeface="Tahoma"/>
                        <a:cs typeface="Tahoma"/>
                      </a:endParaRPr>
                    </a:p>
                  </a:txBody>
                  <a:tcPr marL="0" marR="0" marT="3175"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tc>
                  <a:txBody>
                    <a:bodyPr/>
                    <a:lstStyle/>
                    <a:p>
                      <a:pPr>
                        <a:lnSpc>
                          <a:spcPct val="100000"/>
                        </a:lnSpc>
                        <a:spcBef>
                          <a:spcPts val="25"/>
                        </a:spcBef>
                      </a:pPr>
                      <a:endParaRPr sz="1200">
                        <a:latin typeface="Times New Roman"/>
                        <a:cs typeface="Times New Roman"/>
                      </a:endParaRPr>
                    </a:p>
                    <a:p>
                      <a:pPr marL="1905" algn="ctr">
                        <a:lnSpc>
                          <a:spcPct val="100000"/>
                        </a:lnSpc>
                      </a:pPr>
                      <a:r>
                        <a:rPr sz="1200" spc="-10" dirty="0">
                          <a:solidFill>
                            <a:srgbClr val="538235"/>
                          </a:solidFill>
                          <a:latin typeface="Tahoma"/>
                          <a:cs typeface="Tahoma"/>
                        </a:rPr>
                        <a:t>2048</a:t>
                      </a:r>
                      <a:endParaRPr sz="1200">
                        <a:latin typeface="Tahoma"/>
                        <a:cs typeface="Tahoma"/>
                      </a:endParaRPr>
                    </a:p>
                  </a:txBody>
                  <a:tcPr marL="0" marR="0" marT="3175"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extLst>
                  <a:ext uri="{0D108BD9-81ED-4DB2-BD59-A6C34878D82A}">
                    <a16:rowId xmlns:a16="http://schemas.microsoft.com/office/drawing/2014/main" val="10003"/>
                  </a:ext>
                </a:extLst>
              </a:tr>
              <a:tr h="442594">
                <a:tc>
                  <a:txBody>
                    <a:bodyPr/>
                    <a:lstStyle/>
                    <a:p>
                      <a:pPr>
                        <a:lnSpc>
                          <a:spcPct val="100000"/>
                        </a:lnSpc>
                        <a:spcBef>
                          <a:spcPts val="25"/>
                        </a:spcBef>
                      </a:pPr>
                      <a:endParaRPr sz="1200">
                        <a:latin typeface="Times New Roman"/>
                        <a:cs typeface="Times New Roman"/>
                      </a:endParaRPr>
                    </a:p>
                    <a:p>
                      <a:pPr marL="1905" algn="ctr">
                        <a:lnSpc>
                          <a:spcPct val="100000"/>
                        </a:lnSpc>
                      </a:pPr>
                      <a:r>
                        <a:rPr sz="1200" spc="-10" dirty="0">
                          <a:solidFill>
                            <a:srgbClr val="538235"/>
                          </a:solidFill>
                          <a:latin typeface="Tahoma"/>
                          <a:cs typeface="Tahoma"/>
                        </a:rPr>
                        <a:t>128</a:t>
                      </a:r>
                      <a:endParaRPr sz="1200">
                        <a:latin typeface="Tahoma"/>
                        <a:cs typeface="Tahoma"/>
                      </a:endParaRPr>
                    </a:p>
                  </a:txBody>
                  <a:tcPr marL="0" marR="0" marT="3175"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tc>
                  <a:txBody>
                    <a:bodyPr/>
                    <a:lstStyle/>
                    <a:p>
                      <a:pPr>
                        <a:lnSpc>
                          <a:spcPct val="100000"/>
                        </a:lnSpc>
                        <a:spcBef>
                          <a:spcPts val="25"/>
                        </a:spcBef>
                      </a:pPr>
                      <a:endParaRPr sz="1200">
                        <a:latin typeface="Times New Roman"/>
                        <a:cs typeface="Times New Roman"/>
                      </a:endParaRPr>
                    </a:p>
                    <a:p>
                      <a:pPr marL="3810" algn="ctr">
                        <a:lnSpc>
                          <a:spcPct val="100000"/>
                        </a:lnSpc>
                      </a:pPr>
                      <a:r>
                        <a:rPr sz="1200" spc="-10" dirty="0">
                          <a:solidFill>
                            <a:srgbClr val="538235"/>
                          </a:solidFill>
                          <a:latin typeface="Tahoma"/>
                          <a:cs typeface="Tahoma"/>
                        </a:rPr>
                        <a:t>256</a:t>
                      </a:r>
                      <a:endParaRPr sz="1200">
                        <a:latin typeface="Tahoma"/>
                        <a:cs typeface="Tahoma"/>
                      </a:endParaRPr>
                    </a:p>
                  </a:txBody>
                  <a:tcPr marL="0" marR="0" marT="3175"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tc>
                  <a:txBody>
                    <a:bodyPr/>
                    <a:lstStyle/>
                    <a:p>
                      <a:pPr>
                        <a:lnSpc>
                          <a:spcPct val="100000"/>
                        </a:lnSpc>
                        <a:spcBef>
                          <a:spcPts val="25"/>
                        </a:spcBef>
                      </a:pPr>
                      <a:endParaRPr sz="1200">
                        <a:latin typeface="Times New Roman"/>
                        <a:cs typeface="Times New Roman"/>
                      </a:endParaRPr>
                    </a:p>
                    <a:p>
                      <a:pPr marL="1905" algn="ctr">
                        <a:lnSpc>
                          <a:spcPct val="100000"/>
                        </a:lnSpc>
                      </a:pPr>
                      <a:r>
                        <a:rPr sz="1200" spc="-10" dirty="0">
                          <a:solidFill>
                            <a:srgbClr val="538235"/>
                          </a:solidFill>
                          <a:latin typeface="Tahoma"/>
                          <a:cs typeface="Tahoma"/>
                        </a:rPr>
                        <a:t>3072</a:t>
                      </a:r>
                      <a:endParaRPr sz="1200">
                        <a:latin typeface="Tahoma"/>
                        <a:cs typeface="Tahoma"/>
                      </a:endParaRPr>
                    </a:p>
                  </a:txBody>
                  <a:tcPr marL="0" marR="0" marT="3175"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extLst>
                  <a:ext uri="{0D108BD9-81ED-4DB2-BD59-A6C34878D82A}">
                    <a16:rowId xmlns:a16="http://schemas.microsoft.com/office/drawing/2014/main" val="10004"/>
                  </a:ext>
                </a:extLst>
              </a:tr>
              <a:tr h="442595">
                <a:tc>
                  <a:txBody>
                    <a:bodyPr/>
                    <a:lstStyle/>
                    <a:p>
                      <a:pPr>
                        <a:lnSpc>
                          <a:spcPct val="100000"/>
                        </a:lnSpc>
                        <a:spcBef>
                          <a:spcPts val="25"/>
                        </a:spcBef>
                      </a:pPr>
                      <a:endParaRPr sz="1200">
                        <a:latin typeface="Times New Roman"/>
                        <a:cs typeface="Times New Roman"/>
                      </a:endParaRPr>
                    </a:p>
                    <a:p>
                      <a:pPr marL="1905" algn="ctr">
                        <a:lnSpc>
                          <a:spcPct val="100000"/>
                        </a:lnSpc>
                      </a:pPr>
                      <a:r>
                        <a:rPr sz="1200" spc="-10" dirty="0">
                          <a:solidFill>
                            <a:srgbClr val="538235"/>
                          </a:solidFill>
                          <a:latin typeface="Tahoma"/>
                          <a:cs typeface="Tahoma"/>
                        </a:rPr>
                        <a:t>192</a:t>
                      </a:r>
                      <a:endParaRPr sz="1200">
                        <a:latin typeface="Tahoma"/>
                        <a:cs typeface="Tahoma"/>
                      </a:endParaRPr>
                    </a:p>
                  </a:txBody>
                  <a:tcPr marL="0" marR="0" marT="3175"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tc>
                  <a:txBody>
                    <a:bodyPr/>
                    <a:lstStyle/>
                    <a:p>
                      <a:pPr>
                        <a:lnSpc>
                          <a:spcPct val="100000"/>
                        </a:lnSpc>
                        <a:spcBef>
                          <a:spcPts val="25"/>
                        </a:spcBef>
                      </a:pPr>
                      <a:endParaRPr sz="1200">
                        <a:latin typeface="Times New Roman"/>
                        <a:cs typeface="Times New Roman"/>
                      </a:endParaRPr>
                    </a:p>
                    <a:p>
                      <a:pPr marL="3810" algn="ctr">
                        <a:lnSpc>
                          <a:spcPct val="100000"/>
                        </a:lnSpc>
                      </a:pPr>
                      <a:r>
                        <a:rPr sz="1200" spc="-10" dirty="0">
                          <a:solidFill>
                            <a:srgbClr val="538235"/>
                          </a:solidFill>
                          <a:latin typeface="Tahoma"/>
                          <a:cs typeface="Tahoma"/>
                        </a:rPr>
                        <a:t>384</a:t>
                      </a:r>
                      <a:endParaRPr sz="1200">
                        <a:latin typeface="Tahoma"/>
                        <a:cs typeface="Tahoma"/>
                      </a:endParaRPr>
                    </a:p>
                  </a:txBody>
                  <a:tcPr marL="0" marR="0" marT="3175"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tc>
                  <a:txBody>
                    <a:bodyPr/>
                    <a:lstStyle/>
                    <a:p>
                      <a:pPr>
                        <a:lnSpc>
                          <a:spcPct val="100000"/>
                        </a:lnSpc>
                        <a:spcBef>
                          <a:spcPts val="25"/>
                        </a:spcBef>
                      </a:pPr>
                      <a:endParaRPr sz="1200">
                        <a:latin typeface="Times New Roman"/>
                        <a:cs typeface="Times New Roman"/>
                      </a:endParaRPr>
                    </a:p>
                    <a:p>
                      <a:pPr marL="1905" algn="ctr">
                        <a:lnSpc>
                          <a:spcPct val="100000"/>
                        </a:lnSpc>
                      </a:pPr>
                      <a:r>
                        <a:rPr sz="1200" spc="-10" dirty="0">
                          <a:solidFill>
                            <a:srgbClr val="538235"/>
                          </a:solidFill>
                          <a:latin typeface="Tahoma"/>
                          <a:cs typeface="Tahoma"/>
                        </a:rPr>
                        <a:t>7680</a:t>
                      </a:r>
                      <a:endParaRPr sz="1200">
                        <a:latin typeface="Tahoma"/>
                        <a:cs typeface="Tahoma"/>
                      </a:endParaRPr>
                    </a:p>
                  </a:txBody>
                  <a:tcPr marL="0" marR="0" marT="3175"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extLst>
                  <a:ext uri="{0D108BD9-81ED-4DB2-BD59-A6C34878D82A}">
                    <a16:rowId xmlns:a16="http://schemas.microsoft.com/office/drawing/2014/main" val="10005"/>
                  </a:ext>
                </a:extLst>
              </a:tr>
              <a:tr h="442594">
                <a:tc>
                  <a:txBody>
                    <a:bodyPr/>
                    <a:lstStyle/>
                    <a:p>
                      <a:pPr>
                        <a:lnSpc>
                          <a:spcPct val="100000"/>
                        </a:lnSpc>
                        <a:spcBef>
                          <a:spcPts val="25"/>
                        </a:spcBef>
                      </a:pPr>
                      <a:endParaRPr sz="1200">
                        <a:latin typeface="Times New Roman"/>
                        <a:cs typeface="Times New Roman"/>
                      </a:endParaRPr>
                    </a:p>
                    <a:p>
                      <a:pPr marL="1905" algn="ctr">
                        <a:lnSpc>
                          <a:spcPct val="100000"/>
                        </a:lnSpc>
                      </a:pPr>
                      <a:r>
                        <a:rPr sz="1200" spc="-10" dirty="0">
                          <a:solidFill>
                            <a:srgbClr val="538235"/>
                          </a:solidFill>
                          <a:latin typeface="Tahoma"/>
                          <a:cs typeface="Tahoma"/>
                        </a:rPr>
                        <a:t>256</a:t>
                      </a:r>
                      <a:endParaRPr sz="1200">
                        <a:latin typeface="Tahoma"/>
                        <a:cs typeface="Tahoma"/>
                      </a:endParaRPr>
                    </a:p>
                  </a:txBody>
                  <a:tcPr marL="0" marR="0" marT="3175"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tc>
                  <a:txBody>
                    <a:bodyPr/>
                    <a:lstStyle/>
                    <a:p>
                      <a:pPr>
                        <a:lnSpc>
                          <a:spcPct val="100000"/>
                        </a:lnSpc>
                        <a:spcBef>
                          <a:spcPts val="25"/>
                        </a:spcBef>
                      </a:pPr>
                      <a:endParaRPr sz="1200">
                        <a:latin typeface="Times New Roman"/>
                        <a:cs typeface="Times New Roman"/>
                      </a:endParaRPr>
                    </a:p>
                    <a:p>
                      <a:pPr marL="3810" algn="ctr">
                        <a:lnSpc>
                          <a:spcPct val="100000"/>
                        </a:lnSpc>
                      </a:pPr>
                      <a:r>
                        <a:rPr sz="1200" spc="-10" dirty="0">
                          <a:solidFill>
                            <a:srgbClr val="538235"/>
                          </a:solidFill>
                          <a:latin typeface="Tahoma"/>
                          <a:cs typeface="Tahoma"/>
                        </a:rPr>
                        <a:t>512</a:t>
                      </a:r>
                      <a:endParaRPr sz="1200">
                        <a:latin typeface="Tahoma"/>
                        <a:cs typeface="Tahoma"/>
                      </a:endParaRPr>
                    </a:p>
                  </a:txBody>
                  <a:tcPr marL="0" marR="0" marT="3175"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tc>
                  <a:txBody>
                    <a:bodyPr/>
                    <a:lstStyle/>
                    <a:p>
                      <a:pPr>
                        <a:lnSpc>
                          <a:spcPct val="100000"/>
                        </a:lnSpc>
                        <a:spcBef>
                          <a:spcPts val="25"/>
                        </a:spcBef>
                      </a:pPr>
                      <a:endParaRPr sz="1200">
                        <a:latin typeface="Times New Roman"/>
                        <a:cs typeface="Times New Roman"/>
                      </a:endParaRPr>
                    </a:p>
                    <a:p>
                      <a:pPr marL="6350" algn="ctr">
                        <a:lnSpc>
                          <a:spcPct val="100000"/>
                        </a:lnSpc>
                      </a:pPr>
                      <a:r>
                        <a:rPr sz="1200" spc="-10" dirty="0">
                          <a:solidFill>
                            <a:srgbClr val="538235"/>
                          </a:solidFill>
                          <a:latin typeface="Tahoma"/>
                          <a:cs typeface="Tahoma"/>
                        </a:rPr>
                        <a:t>15360</a:t>
                      </a:r>
                      <a:endParaRPr sz="1200">
                        <a:latin typeface="Tahoma"/>
                        <a:cs typeface="Tahoma"/>
                      </a:endParaRPr>
                    </a:p>
                  </a:txBody>
                  <a:tcPr marL="0" marR="0" marT="3175" marB="0">
                    <a:lnL w="12700">
                      <a:solidFill>
                        <a:srgbClr val="6FAC46"/>
                      </a:solidFill>
                      <a:prstDash val="solid"/>
                    </a:lnL>
                    <a:lnR w="12700">
                      <a:solidFill>
                        <a:srgbClr val="6FAC46"/>
                      </a:solidFill>
                      <a:prstDash val="solid"/>
                    </a:lnR>
                    <a:lnT w="12700">
                      <a:solidFill>
                        <a:srgbClr val="6FAC46"/>
                      </a:solidFill>
                      <a:prstDash val="solid"/>
                    </a:lnT>
                    <a:lnB w="12700">
                      <a:solidFill>
                        <a:srgbClr val="6FAC46"/>
                      </a:solidFill>
                      <a:prstDash val="solid"/>
                    </a:lnB>
                    <a:solidFill>
                      <a:srgbClr val="EBF0E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306192" y="393573"/>
            <a:ext cx="2570608" cy="258404"/>
          </a:xfrm>
          <a:prstGeom prst="rect">
            <a:avLst/>
          </a:prstGeom>
        </p:spPr>
        <p:txBody>
          <a:bodyPr vert="horz" wrap="square" lIns="0" tIns="12065" rIns="0" bIns="0" rtlCol="0">
            <a:spAutoFit/>
          </a:bodyPr>
          <a:lstStyle/>
          <a:p>
            <a:pPr marL="12700">
              <a:lnSpc>
                <a:spcPct val="100000"/>
              </a:lnSpc>
              <a:spcBef>
                <a:spcPts val="95"/>
              </a:spcBef>
            </a:pPr>
            <a:r>
              <a:rPr sz="1600" b="1" spc="15" dirty="0">
                <a:solidFill>
                  <a:srgbClr val="528235"/>
                </a:solidFill>
                <a:latin typeface="Tahoma"/>
                <a:cs typeface="Tahoma"/>
              </a:rPr>
              <a:t>A</a:t>
            </a:r>
            <a:r>
              <a:rPr sz="1600" b="1" spc="-20" dirty="0">
                <a:solidFill>
                  <a:srgbClr val="528235"/>
                </a:solidFill>
                <a:latin typeface="Tahoma"/>
                <a:cs typeface="Tahoma"/>
              </a:rPr>
              <a:t>SSIG</a:t>
            </a:r>
            <a:r>
              <a:rPr sz="1600" b="1" dirty="0">
                <a:solidFill>
                  <a:srgbClr val="528235"/>
                </a:solidFill>
                <a:latin typeface="Tahoma"/>
                <a:cs typeface="Tahoma"/>
              </a:rPr>
              <a:t>N</a:t>
            </a:r>
            <a:r>
              <a:rPr sz="1600" b="1" spc="-5" dirty="0">
                <a:solidFill>
                  <a:srgbClr val="528235"/>
                </a:solidFill>
                <a:latin typeface="Tahoma"/>
                <a:cs typeface="Tahoma"/>
              </a:rPr>
              <a:t>M</a:t>
            </a:r>
            <a:r>
              <a:rPr sz="1600" b="1" spc="20" dirty="0">
                <a:solidFill>
                  <a:srgbClr val="528235"/>
                </a:solidFill>
                <a:latin typeface="Tahoma"/>
                <a:cs typeface="Tahoma"/>
              </a:rPr>
              <a:t>E</a:t>
            </a:r>
            <a:r>
              <a:rPr sz="1600" b="1" spc="10" dirty="0">
                <a:solidFill>
                  <a:srgbClr val="528235"/>
                </a:solidFill>
                <a:latin typeface="Tahoma"/>
                <a:cs typeface="Tahoma"/>
              </a:rPr>
              <a:t>N</a:t>
            </a:r>
            <a:r>
              <a:rPr sz="1600" b="1" spc="-5" dirty="0">
                <a:solidFill>
                  <a:srgbClr val="528235"/>
                </a:solidFill>
                <a:latin typeface="Tahoma"/>
                <a:cs typeface="Tahoma"/>
              </a:rPr>
              <a:t>T</a:t>
            </a:r>
            <a:r>
              <a:rPr sz="1600" b="1" spc="40" dirty="0">
                <a:solidFill>
                  <a:srgbClr val="528235"/>
                </a:solidFill>
                <a:latin typeface="Tahoma"/>
                <a:cs typeface="Tahoma"/>
              </a:rPr>
              <a:t> </a:t>
            </a:r>
            <a:r>
              <a:rPr sz="1600" b="1" spc="-10" dirty="0">
                <a:solidFill>
                  <a:srgbClr val="528235"/>
                </a:solidFill>
                <a:latin typeface="Tahoma"/>
                <a:cs typeface="Tahoma"/>
              </a:rPr>
              <a:t>U</a:t>
            </a:r>
            <a:r>
              <a:rPr sz="1600" b="1" dirty="0">
                <a:solidFill>
                  <a:srgbClr val="528235"/>
                </a:solidFill>
                <a:latin typeface="Tahoma"/>
                <a:cs typeface="Tahoma"/>
              </a:rPr>
              <a:t>N</a:t>
            </a:r>
            <a:r>
              <a:rPr sz="1600" b="1" spc="-25" dirty="0">
                <a:solidFill>
                  <a:srgbClr val="528235"/>
                </a:solidFill>
                <a:latin typeface="Tahoma"/>
                <a:cs typeface="Tahoma"/>
              </a:rPr>
              <a:t>I</a:t>
            </a:r>
            <a:r>
              <a:rPr sz="1600" b="1" spc="-5" dirty="0">
                <a:solidFill>
                  <a:srgbClr val="528235"/>
                </a:solidFill>
                <a:latin typeface="Tahoma"/>
                <a:cs typeface="Tahoma"/>
              </a:rPr>
              <a:t>T</a:t>
            </a:r>
            <a:r>
              <a:rPr sz="1600" b="1" spc="-114" dirty="0">
                <a:solidFill>
                  <a:srgbClr val="528235"/>
                </a:solidFill>
                <a:latin typeface="Tahoma"/>
                <a:cs typeface="Tahoma"/>
              </a:rPr>
              <a:t> </a:t>
            </a:r>
            <a:r>
              <a:rPr sz="1600" b="1" spc="-25" dirty="0">
                <a:solidFill>
                  <a:srgbClr val="528235"/>
                </a:solidFill>
                <a:latin typeface="Tahoma"/>
                <a:cs typeface="Tahoma"/>
              </a:rPr>
              <a:t>II</a:t>
            </a:r>
            <a:r>
              <a:rPr lang="en-IN" sz="1600" b="1" spc="-25" dirty="0">
                <a:solidFill>
                  <a:srgbClr val="528235"/>
                </a:solidFill>
                <a:latin typeface="Tahoma"/>
                <a:cs typeface="Tahoma"/>
              </a:rPr>
              <a:t>I</a:t>
            </a:r>
            <a:endParaRPr sz="1600" dirty="0">
              <a:latin typeface="Tahoma"/>
              <a:cs typeface="Tahoma"/>
            </a:endParaRPr>
          </a:p>
        </p:txBody>
      </p:sp>
      <p:sp>
        <p:nvSpPr>
          <p:cNvPr id="3" name="object 3"/>
          <p:cNvSpPr txBox="1"/>
          <p:nvPr/>
        </p:nvSpPr>
        <p:spPr>
          <a:xfrm>
            <a:off x="1036015" y="3200325"/>
            <a:ext cx="955040" cy="184150"/>
          </a:xfrm>
          <a:prstGeom prst="rect">
            <a:avLst/>
          </a:prstGeom>
        </p:spPr>
        <p:txBody>
          <a:bodyPr vert="horz" wrap="square" lIns="0" tIns="0" rIns="0" bIns="0" rtlCol="0">
            <a:spAutoFit/>
          </a:bodyPr>
          <a:lstStyle/>
          <a:p>
            <a:pPr>
              <a:lnSpc>
                <a:spcPct val="100000"/>
              </a:lnSpc>
            </a:pPr>
            <a:r>
              <a:rPr sz="1200" b="1" spc="-5" dirty="0">
                <a:solidFill>
                  <a:srgbClr val="528235"/>
                </a:solidFill>
                <a:latin typeface="Tahoma"/>
                <a:cs typeface="Tahoma"/>
              </a:rPr>
              <a:t>I</a:t>
            </a:r>
            <a:r>
              <a:rPr sz="1200" b="1" spc="10" dirty="0">
                <a:solidFill>
                  <a:srgbClr val="528235"/>
                </a:solidFill>
                <a:latin typeface="Tahoma"/>
                <a:cs typeface="Tahoma"/>
              </a:rPr>
              <a:t>n</a:t>
            </a:r>
            <a:r>
              <a:rPr sz="1200" b="1" spc="25" dirty="0">
                <a:solidFill>
                  <a:srgbClr val="528235"/>
                </a:solidFill>
                <a:latin typeface="Tahoma"/>
                <a:cs typeface="Tahoma"/>
              </a:rPr>
              <a:t>p</a:t>
            </a:r>
            <a:r>
              <a:rPr sz="1200" b="1" spc="10" dirty="0">
                <a:solidFill>
                  <a:srgbClr val="528235"/>
                </a:solidFill>
                <a:latin typeface="Tahoma"/>
                <a:cs typeface="Tahoma"/>
              </a:rPr>
              <a:t>u</a:t>
            </a:r>
            <a:r>
              <a:rPr sz="1200" b="1" dirty="0">
                <a:solidFill>
                  <a:srgbClr val="528235"/>
                </a:solidFill>
                <a:latin typeface="Tahoma"/>
                <a:cs typeface="Tahoma"/>
              </a:rPr>
              <a:t>t</a:t>
            </a:r>
            <a:r>
              <a:rPr sz="1200" b="1" spc="-110" dirty="0">
                <a:solidFill>
                  <a:srgbClr val="528235"/>
                </a:solidFill>
                <a:latin typeface="Tahoma"/>
                <a:cs typeface="Tahoma"/>
              </a:rPr>
              <a:t> </a:t>
            </a:r>
            <a:r>
              <a:rPr sz="1200" b="1" spc="-20" dirty="0">
                <a:solidFill>
                  <a:srgbClr val="528235"/>
                </a:solidFill>
                <a:latin typeface="Tahoma"/>
                <a:cs typeface="Tahoma"/>
              </a:rPr>
              <a:t>M</a:t>
            </a:r>
            <a:r>
              <a:rPr sz="1200" b="1" dirty="0">
                <a:solidFill>
                  <a:srgbClr val="528235"/>
                </a:solidFill>
                <a:latin typeface="Tahoma"/>
                <a:cs typeface="Tahoma"/>
              </a:rPr>
              <a:t>a</a:t>
            </a:r>
            <a:r>
              <a:rPr sz="1200" b="1" spc="-20" dirty="0">
                <a:solidFill>
                  <a:srgbClr val="528235"/>
                </a:solidFill>
                <a:latin typeface="Tahoma"/>
                <a:cs typeface="Tahoma"/>
              </a:rPr>
              <a:t>t</a:t>
            </a:r>
            <a:r>
              <a:rPr sz="1200" b="1" spc="-5" dirty="0">
                <a:solidFill>
                  <a:srgbClr val="528235"/>
                </a:solidFill>
                <a:latin typeface="Tahoma"/>
                <a:cs typeface="Tahoma"/>
              </a:rPr>
              <a:t>rix</a:t>
            </a:r>
            <a:endParaRPr sz="1200">
              <a:latin typeface="Tahoma"/>
              <a:cs typeface="Tahoma"/>
            </a:endParaRPr>
          </a:p>
        </p:txBody>
      </p:sp>
      <p:sp>
        <p:nvSpPr>
          <p:cNvPr id="4" name="object 4"/>
          <p:cNvSpPr txBox="1"/>
          <p:nvPr/>
        </p:nvSpPr>
        <p:spPr>
          <a:xfrm>
            <a:off x="381000" y="5393346"/>
            <a:ext cx="5640705" cy="821055"/>
          </a:xfrm>
          <a:prstGeom prst="rect">
            <a:avLst/>
          </a:prstGeom>
        </p:spPr>
        <p:txBody>
          <a:bodyPr vert="horz" wrap="square" lIns="0" tIns="84455" rIns="0" bIns="0" rtlCol="0">
            <a:spAutoFit/>
          </a:bodyPr>
          <a:lstStyle/>
          <a:p>
            <a:pPr marL="12700">
              <a:lnSpc>
                <a:spcPct val="100000"/>
              </a:lnSpc>
              <a:spcBef>
                <a:spcPts val="665"/>
              </a:spcBef>
            </a:pPr>
            <a:r>
              <a:rPr sz="1350" b="1" spc="10" dirty="0">
                <a:solidFill>
                  <a:srgbClr val="528235"/>
                </a:solidFill>
                <a:latin typeface="Tahoma"/>
                <a:cs typeface="Tahoma"/>
              </a:rPr>
              <a:t>Real</a:t>
            </a:r>
            <a:r>
              <a:rPr sz="1350" b="1" spc="15" dirty="0">
                <a:solidFill>
                  <a:srgbClr val="528235"/>
                </a:solidFill>
                <a:latin typeface="Tahoma"/>
                <a:cs typeface="Tahoma"/>
              </a:rPr>
              <a:t> </a:t>
            </a:r>
            <a:r>
              <a:rPr sz="1350" b="1" spc="-5" dirty="0">
                <a:solidFill>
                  <a:srgbClr val="528235"/>
                </a:solidFill>
                <a:latin typeface="Tahoma"/>
                <a:cs typeface="Tahoma"/>
              </a:rPr>
              <a:t>life</a:t>
            </a:r>
            <a:r>
              <a:rPr sz="1350" b="1" spc="35" dirty="0">
                <a:solidFill>
                  <a:srgbClr val="528235"/>
                </a:solidFill>
                <a:latin typeface="Tahoma"/>
                <a:cs typeface="Tahoma"/>
              </a:rPr>
              <a:t> </a:t>
            </a:r>
            <a:r>
              <a:rPr sz="1350" b="1" spc="10" dirty="0">
                <a:solidFill>
                  <a:srgbClr val="528235"/>
                </a:solidFill>
                <a:latin typeface="Tahoma"/>
                <a:cs typeface="Tahoma"/>
              </a:rPr>
              <a:t>case</a:t>
            </a:r>
            <a:r>
              <a:rPr sz="1350" b="1" spc="-40" dirty="0">
                <a:solidFill>
                  <a:srgbClr val="528235"/>
                </a:solidFill>
                <a:latin typeface="Tahoma"/>
                <a:cs typeface="Tahoma"/>
              </a:rPr>
              <a:t> </a:t>
            </a:r>
            <a:r>
              <a:rPr sz="1350" b="1" spc="20" dirty="0">
                <a:solidFill>
                  <a:srgbClr val="528235"/>
                </a:solidFill>
                <a:latin typeface="Tahoma"/>
                <a:cs typeface="Tahoma"/>
              </a:rPr>
              <a:t>study</a:t>
            </a:r>
            <a:endParaRPr sz="1350" dirty="0">
              <a:latin typeface="Tahoma"/>
              <a:cs typeface="Tahoma"/>
            </a:endParaRPr>
          </a:p>
          <a:p>
            <a:pPr marL="699770">
              <a:lnSpc>
                <a:spcPct val="100000"/>
              </a:lnSpc>
              <a:spcBef>
                <a:spcPts val="500"/>
              </a:spcBef>
            </a:pPr>
            <a:r>
              <a:rPr sz="1200" spc="-5" dirty="0">
                <a:solidFill>
                  <a:srgbClr val="528235"/>
                </a:solidFill>
                <a:latin typeface="Tahoma"/>
                <a:cs typeface="Tahoma"/>
              </a:rPr>
              <a:t>Whether</a:t>
            </a:r>
            <a:r>
              <a:rPr sz="1200" spc="20" dirty="0">
                <a:solidFill>
                  <a:srgbClr val="528235"/>
                </a:solidFill>
                <a:latin typeface="Tahoma"/>
                <a:cs typeface="Tahoma"/>
              </a:rPr>
              <a:t> </a:t>
            </a:r>
            <a:r>
              <a:rPr sz="1200" spc="-5" dirty="0">
                <a:solidFill>
                  <a:srgbClr val="528235"/>
                </a:solidFill>
                <a:latin typeface="Tahoma"/>
                <a:cs typeface="Tahoma"/>
              </a:rPr>
              <a:t>symmetric</a:t>
            </a:r>
            <a:r>
              <a:rPr sz="1200" spc="-110" dirty="0">
                <a:solidFill>
                  <a:srgbClr val="528235"/>
                </a:solidFill>
                <a:latin typeface="Tahoma"/>
                <a:cs typeface="Tahoma"/>
              </a:rPr>
              <a:t> </a:t>
            </a:r>
            <a:r>
              <a:rPr sz="1200" spc="-5" dirty="0">
                <a:solidFill>
                  <a:srgbClr val="528235"/>
                </a:solidFill>
                <a:latin typeface="Tahoma"/>
                <a:cs typeface="Tahoma"/>
              </a:rPr>
              <a:t>algorithm</a:t>
            </a:r>
            <a:r>
              <a:rPr sz="1200" spc="-25" dirty="0">
                <a:solidFill>
                  <a:srgbClr val="528235"/>
                </a:solidFill>
                <a:latin typeface="Tahoma"/>
                <a:cs typeface="Tahoma"/>
              </a:rPr>
              <a:t> </a:t>
            </a:r>
            <a:r>
              <a:rPr sz="1200" spc="-5" dirty="0">
                <a:solidFill>
                  <a:srgbClr val="528235"/>
                </a:solidFill>
                <a:latin typeface="Tahoma"/>
                <a:cs typeface="Tahoma"/>
              </a:rPr>
              <a:t>or</a:t>
            </a:r>
            <a:r>
              <a:rPr sz="1200" spc="-30" dirty="0">
                <a:solidFill>
                  <a:srgbClr val="528235"/>
                </a:solidFill>
                <a:latin typeface="Tahoma"/>
                <a:cs typeface="Tahoma"/>
              </a:rPr>
              <a:t> </a:t>
            </a:r>
            <a:r>
              <a:rPr sz="1200" spc="-5" dirty="0">
                <a:solidFill>
                  <a:srgbClr val="528235"/>
                </a:solidFill>
                <a:latin typeface="Tahoma"/>
                <a:cs typeface="Tahoma"/>
              </a:rPr>
              <a:t>Public</a:t>
            </a:r>
            <a:r>
              <a:rPr sz="1200" spc="-40" dirty="0">
                <a:solidFill>
                  <a:srgbClr val="528235"/>
                </a:solidFill>
                <a:latin typeface="Tahoma"/>
                <a:cs typeface="Tahoma"/>
              </a:rPr>
              <a:t> </a:t>
            </a:r>
            <a:r>
              <a:rPr sz="1200" spc="-5" dirty="0">
                <a:solidFill>
                  <a:srgbClr val="528235"/>
                </a:solidFill>
                <a:latin typeface="Tahoma"/>
                <a:cs typeface="Tahoma"/>
              </a:rPr>
              <a:t>key</a:t>
            </a:r>
            <a:r>
              <a:rPr sz="1200" dirty="0">
                <a:solidFill>
                  <a:srgbClr val="528235"/>
                </a:solidFill>
                <a:latin typeface="Tahoma"/>
                <a:cs typeface="Tahoma"/>
              </a:rPr>
              <a:t> </a:t>
            </a:r>
            <a:r>
              <a:rPr sz="1200" spc="-20" dirty="0">
                <a:solidFill>
                  <a:srgbClr val="528235"/>
                </a:solidFill>
                <a:latin typeface="Tahoma"/>
                <a:cs typeface="Tahoma"/>
              </a:rPr>
              <a:t>cryptography</a:t>
            </a:r>
            <a:r>
              <a:rPr sz="1200" spc="10" dirty="0">
                <a:solidFill>
                  <a:srgbClr val="528235"/>
                </a:solidFill>
                <a:latin typeface="Tahoma"/>
                <a:cs typeface="Tahoma"/>
              </a:rPr>
              <a:t> </a:t>
            </a:r>
            <a:r>
              <a:rPr sz="1200" dirty="0">
                <a:solidFill>
                  <a:srgbClr val="528235"/>
                </a:solidFill>
                <a:latin typeface="Tahoma"/>
                <a:cs typeface="Tahoma"/>
              </a:rPr>
              <a:t>is </a:t>
            </a:r>
            <a:r>
              <a:rPr sz="1200" spc="-5" dirty="0">
                <a:solidFill>
                  <a:srgbClr val="528235"/>
                </a:solidFill>
                <a:latin typeface="Tahoma"/>
                <a:cs typeface="Tahoma"/>
              </a:rPr>
              <a:t>widely</a:t>
            </a:r>
            <a:r>
              <a:rPr sz="1200" spc="-95" dirty="0">
                <a:solidFill>
                  <a:srgbClr val="528235"/>
                </a:solidFill>
                <a:latin typeface="Tahoma"/>
                <a:cs typeface="Tahoma"/>
              </a:rPr>
              <a:t> </a:t>
            </a:r>
            <a:r>
              <a:rPr sz="1200" dirty="0">
                <a:solidFill>
                  <a:srgbClr val="528235"/>
                </a:solidFill>
                <a:latin typeface="Tahoma"/>
                <a:cs typeface="Tahoma"/>
              </a:rPr>
              <a:t>used</a:t>
            </a:r>
            <a:r>
              <a:rPr sz="1200" spc="-20" dirty="0">
                <a:solidFill>
                  <a:srgbClr val="528235"/>
                </a:solidFill>
                <a:latin typeface="Tahoma"/>
                <a:cs typeface="Tahoma"/>
              </a:rPr>
              <a:t> </a:t>
            </a:r>
            <a:r>
              <a:rPr sz="1200" dirty="0">
                <a:solidFill>
                  <a:srgbClr val="528235"/>
                </a:solidFill>
                <a:latin typeface="Tahoma"/>
                <a:cs typeface="Tahoma"/>
              </a:rPr>
              <a:t>in</a:t>
            </a:r>
            <a:endParaRPr sz="1200" dirty="0">
              <a:latin typeface="Tahoma"/>
              <a:cs typeface="Tahoma"/>
            </a:endParaRPr>
          </a:p>
          <a:p>
            <a:pPr marL="12700">
              <a:lnSpc>
                <a:spcPct val="100000"/>
              </a:lnSpc>
              <a:spcBef>
                <a:spcPts val="695"/>
              </a:spcBef>
            </a:pPr>
            <a:r>
              <a:rPr sz="1200" spc="-15" dirty="0">
                <a:solidFill>
                  <a:srgbClr val="528235"/>
                </a:solidFill>
                <a:latin typeface="Tahoma"/>
                <a:cs typeface="Tahoma"/>
              </a:rPr>
              <a:t>c</a:t>
            </a:r>
            <a:r>
              <a:rPr sz="1200" spc="-10" dirty="0">
                <a:solidFill>
                  <a:srgbClr val="528235"/>
                </a:solidFill>
                <a:latin typeface="Tahoma"/>
                <a:cs typeface="Tahoma"/>
              </a:rPr>
              <a:t>u</a:t>
            </a:r>
            <a:r>
              <a:rPr sz="1200" spc="-15" dirty="0">
                <a:solidFill>
                  <a:srgbClr val="528235"/>
                </a:solidFill>
                <a:latin typeface="Tahoma"/>
                <a:cs typeface="Tahoma"/>
              </a:rPr>
              <a:t>rr</a:t>
            </a:r>
            <a:r>
              <a:rPr sz="1200" spc="-10" dirty="0">
                <a:solidFill>
                  <a:srgbClr val="528235"/>
                </a:solidFill>
                <a:latin typeface="Tahoma"/>
                <a:cs typeface="Tahoma"/>
              </a:rPr>
              <a:t>en</a:t>
            </a:r>
            <a:r>
              <a:rPr sz="1200" dirty="0">
                <a:solidFill>
                  <a:srgbClr val="528235"/>
                </a:solidFill>
                <a:latin typeface="Tahoma"/>
                <a:cs typeface="Tahoma"/>
              </a:rPr>
              <a:t>t</a:t>
            </a:r>
            <a:r>
              <a:rPr sz="1200" spc="50" dirty="0">
                <a:solidFill>
                  <a:srgbClr val="528235"/>
                </a:solidFill>
                <a:latin typeface="Tahoma"/>
                <a:cs typeface="Tahoma"/>
              </a:rPr>
              <a:t> </a:t>
            </a:r>
            <a:r>
              <a:rPr sz="1200" dirty="0">
                <a:solidFill>
                  <a:srgbClr val="528235"/>
                </a:solidFill>
                <a:latin typeface="Tahoma"/>
                <a:cs typeface="Tahoma"/>
              </a:rPr>
              <a:t>s</a:t>
            </a:r>
            <a:r>
              <a:rPr sz="1200" spc="-5" dirty="0">
                <a:solidFill>
                  <a:srgbClr val="528235"/>
                </a:solidFill>
                <a:latin typeface="Tahoma"/>
                <a:cs typeface="Tahoma"/>
              </a:rPr>
              <a:t>c</a:t>
            </a:r>
            <a:r>
              <a:rPr sz="1200" dirty="0">
                <a:solidFill>
                  <a:srgbClr val="528235"/>
                </a:solidFill>
                <a:latin typeface="Tahoma"/>
                <a:cs typeface="Tahoma"/>
              </a:rPr>
              <a:t>en</a:t>
            </a:r>
            <a:r>
              <a:rPr sz="1200" spc="-5" dirty="0">
                <a:solidFill>
                  <a:srgbClr val="528235"/>
                </a:solidFill>
                <a:latin typeface="Tahoma"/>
                <a:cs typeface="Tahoma"/>
              </a:rPr>
              <a:t>ari</a:t>
            </a:r>
            <a:r>
              <a:rPr sz="1200" spc="-15" dirty="0">
                <a:solidFill>
                  <a:srgbClr val="528235"/>
                </a:solidFill>
                <a:latin typeface="Tahoma"/>
                <a:cs typeface="Tahoma"/>
              </a:rPr>
              <a:t>o</a:t>
            </a:r>
            <a:r>
              <a:rPr sz="1200" dirty="0">
                <a:solidFill>
                  <a:srgbClr val="528235"/>
                </a:solidFill>
                <a:latin typeface="Tahoma"/>
                <a:cs typeface="Tahoma"/>
              </a:rPr>
              <a:t>.</a:t>
            </a:r>
            <a:r>
              <a:rPr sz="1200" spc="-125" dirty="0">
                <a:solidFill>
                  <a:srgbClr val="528235"/>
                </a:solidFill>
                <a:latin typeface="Tahoma"/>
                <a:cs typeface="Tahoma"/>
              </a:rPr>
              <a:t> </a:t>
            </a:r>
            <a:r>
              <a:rPr sz="1200" dirty="0">
                <a:solidFill>
                  <a:srgbClr val="528235"/>
                </a:solidFill>
                <a:latin typeface="Tahoma"/>
                <a:cs typeface="Tahoma"/>
              </a:rPr>
              <a:t>Expl</a:t>
            </a:r>
            <a:r>
              <a:rPr sz="1200" spc="-10" dirty="0">
                <a:solidFill>
                  <a:srgbClr val="528235"/>
                </a:solidFill>
                <a:latin typeface="Tahoma"/>
                <a:cs typeface="Tahoma"/>
              </a:rPr>
              <a:t>a</a:t>
            </a:r>
            <a:r>
              <a:rPr sz="1200" dirty="0">
                <a:solidFill>
                  <a:srgbClr val="528235"/>
                </a:solidFill>
                <a:latin typeface="Tahoma"/>
                <a:cs typeface="Tahoma"/>
              </a:rPr>
              <a:t>in</a:t>
            </a:r>
            <a:endParaRPr sz="1200" dirty="0">
              <a:latin typeface="Tahoma"/>
              <a:cs typeface="Tahoma"/>
            </a:endParaRPr>
          </a:p>
        </p:txBody>
      </p:sp>
      <p:graphicFrame>
        <p:nvGraphicFramePr>
          <p:cNvPr id="5" name="object 5"/>
          <p:cNvGraphicFramePr>
            <a:graphicFrameLocks noGrp="1"/>
          </p:cNvGraphicFramePr>
          <p:nvPr>
            <p:extLst>
              <p:ext uri="{D42A27DB-BD31-4B8C-83A1-F6EECF244321}">
                <p14:modId xmlns:p14="http://schemas.microsoft.com/office/powerpoint/2010/main" val="2859118706"/>
              </p:ext>
            </p:extLst>
          </p:nvPr>
        </p:nvGraphicFramePr>
        <p:xfrm>
          <a:off x="228600" y="681474"/>
          <a:ext cx="6400799" cy="4356860"/>
        </p:xfrm>
        <a:graphic>
          <a:graphicData uri="http://schemas.openxmlformats.org/drawingml/2006/table">
            <a:tbl>
              <a:tblPr firstRow="1" bandRow="1">
                <a:tableStyleId>{2D5ABB26-0587-4C30-8999-92F81FD0307C}</a:tableStyleId>
              </a:tblPr>
              <a:tblGrid>
                <a:gridCol w="682140">
                  <a:extLst>
                    <a:ext uri="{9D8B030D-6E8A-4147-A177-3AD203B41FA5}">
                      <a16:colId xmlns:a16="http://schemas.microsoft.com/office/drawing/2014/main" val="20000"/>
                    </a:ext>
                  </a:extLst>
                </a:gridCol>
                <a:gridCol w="4683796">
                  <a:extLst>
                    <a:ext uri="{9D8B030D-6E8A-4147-A177-3AD203B41FA5}">
                      <a16:colId xmlns:a16="http://schemas.microsoft.com/office/drawing/2014/main" val="20001"/>
                    </a:ext>
                  </a:extLst>
                </a:gridCol>
                <a:gridCol w="453503">
                  <a:extLst>
                    <a:ext uri="{9D8B030D-6E8A-4147-A177-3AD203B41FA5}">
                      <a16:colId xmlns:a16="http://schemas.microsoft.com/office/drawing/2014/main" val="20006"/>
                    </a:ext>
                  </a:extLst>
                </a:gridCol>
                <a:gridCol w="581360">
                  <a:extLst>
                    <a:ext uri="{9D8B030D-6E8A-4147-A177-3AD203B41FA5}">
                      <a16:colId xmlns:a16="http://schemas.microsoft.com/office/drawing/2014/main" val="20007"/>
                    </a:ext>
                  </a:extLst>
                </a:gridCol>
              </a:tblGrid>
              <a:tr h="409702">
                <a:tc>
                  <a:txBody>
                    <a:bodyPr/>
                    <a:lstStyle/>
                    <a:p>
                      <a:pPr marL="91440">
                        <a:lnSpc>
                          <a:spcPct val="100000"/>
                        </a:lnSpc>
                        <a:spcBef>
                          <a:spcPts val="240"/>
                        </a:spcBef>
                      </a:pPr>
                      <a:r>
                        <a:rPr sz="1800" b="1" dirty="0">
                          <a:solidFill>
                            <a:srgbClr val="FFFFFF"/>
                          </a:solidFill>
                          <a:latin typeface="Calibri"/>
                          <a:cs typeface="Calibri"/>
                        </a:rPr>
                        <a:t>S.No</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BBA58"/>
                    </a:solidFill>
                  </a:tcPr>
                </a:tc>
                <a:tc>
                  <a:txBody>
                    <a:bodyPr/>
                    <a:lstStyle/>
                    <a:p>
                      <a:pPr marL="91440">
                        <a:lnSpc>
                          <a:spcPct val="100000"/>
                        </a:lnSpc>
                        <a:spcBef>
                          <a:spcPts val="240"/>
                        </a:spcBef>
                      </a:pPr>
                      <a:r>
                        <a:rPr sz="1800" b="1" spc="-5" dirty="0">
                          <a:solidFill>
                            <a:srgbClr val="FFFFFF"/>
                          </a:solidFill>
                          <a:latin typeface="Calibri"/>
                          <a:cs typeface="Calibri"/>
                        </a:rPr>
                        <a:t>Questions</a:t>
                      </a:r>
                      <a:endParaRPr sz="1800" dirty="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BBA58"/>
                    </a:solidFill>
                  </a:tcPr>
                </a:tc>
                <a:tc>
                  <a:txBody>
                    <a:bodyPr/>
                    <a:lstStyle/>
                    <a:p>
                      <a:pPr marL="92075">
                        <a:lnSpc>
                          <a:spcPct val="100000"/>
                        </a:lnSpc>
                        <a:spcBef>
                          <a:spcPts val="240"/>
                        </a:spcBef>
                      </a:pPr>
                      <a:r>
                        <a:rPr sz="1800" b="1" spc="-5" dirty="0">
                          <a:solidFill>
                            <a:srgbClr val="FFFFFF"/>
                          </a:solidFill>
                          <a:latin typeface="Calibri"/>
                          <a:cs typeface="Calibri"/>
                        </a:rPr>
                        <a:t>CO</a:t>
                      </a:r>
                      <a:endParaRPr sz="1800">
                        <a:latin typeface="Calibri"/>
                        <a:cs typeface="Calibri"/>
                      </a:endParaRPr>
                    </a:p>
                  </a:txBody>
                  <a:tcPr marL="0" marR="0" marT="30480"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9BBA58"/>
                    </a:solidFill>
                  </a:tcPr>
                </a:tc>
                <a:tc>
                  <a:txBody>
                    <a:bodyPr/>
                    <a:lstStyle/>
                    <a:p>
                      <a:pPr marL="92710">
                        <a:lnSpc>
                          <a:spcPct val="100000"/>
                        </a:lnSpc>
                        <a:spcBef>
                          <a:spcPts val="240"/>
                        </a:spcBef>
                      </a:pPr>
                      <a:r>
                        <a:rPr sz="1800" b="1" dirty="0">
                          <a:solidFill>
                            <a:srgbClr val="FFFFFF"/>
                          </a:solidFill>
                          <a:latin typeface="Calibri"/>
                          <a:cs typeface="Calibri"/>
                        </a:rPr>
                        <a:t>K</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BBA58"/>
                    </a:solidFill>
                  </a:tcPr>
                </a:tc>
                <a:extLst>
                  <a:ext uri="{0D108BD9-81ED-4DB2-BD59-A6C34878D82A}">
                    <a16:rowId xmlns:a16="http://schemas.microsoft.com/office/drawing/2014/main" val="10000"/>
                  </a:ext>
                </a:extLst>
              </a:tr>
              <a:tr h="370839">
                <a:tc gridSpan="4">
                  <a:txBody>
                    <a:bodyPr/>
                    <a:lstStyle/>
                    <a:p>
                      <a:pPr marL="167640">
                        <a:lnSpc>
                          <a:spcPct val="100000"/>
                        </a:lnSpc>
                        <a:spcBef>
                          <a:spcPts val="350"/>
                        </a:spcBef>
                      </a:pPr>
                      <a:r>
                        <a:rPr lang="en-US" sz="1400" b="1" spc="5" dirty="0">
                          <a:solidFill>
                            <a:srgbClr val="528235"/>
                          </a:solidFill>
                          <a:latin typeface="Tahoma"/>
                          <a:ea typeface="+mn-ea"/>
                          <a:cs typeface="Tahoma"/>
                        </a:rPr>
                        <a:t>SET 1</a:t>
                      </a:r>
                      <a:endParaRPr sz="1400" b="1" spc="5" dirty="0">
                        <a:solidFill>
                          <a:srgbClr val="528235"/>
                        </a:solidFill>
                        <a:latin typeface="Tahoma"/>
                        <a:ea typeface="+mn-ea"/>
                        <a:cs typeface="Tahoma"/>
                      </a:endParaRPr>
                    </a:p>
                  </a:txBody>
                  <a:tcPr marL="0" marR="0" marT="44450" marB="0">
                    <a:lnL w="12700">
                      <a:solidFill>
                        <a:srgbClr val="FFFFFF"/>
                      </a:solidFill>
                      <a:prstDash val="soli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EE7D1"/>
                    </a:solidFill>
                  </a:tcPr>
                </a:tc>
                <a:tc hMerge="1">
                  <a:txBody>
                    <a:bodyPr/>
                    <a:lstStyle/>
                    <a:p>
                      <a:pPr marL="167640">
                        <a:lnSpc>
                          <a:spcPct val="100000"/>
                        </a:lnSpc>
                        <a:spcBef>
                          <a:spcPts val="350"/>
                        </a:spcBef>
                      </a:pPr>
                      <a:endParaRPr sz="1200" dirty="0">
                        <a:latin typeface="Tahoma"/>
                        <a:cs typeface="Tahoma"/>
                      </a:endParaRPr>
                    </a:p>
                  </a:txBody>
                  <a:tcPr marL="0" marR="0" marT="444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EE7D1"/>
                    </a:solidFill>
                  </a:tcPr>
                </a:tc>
                <a:tc hMerge="1">
                  <a:txBody>
                    <a:bodyPr/>
                    <a:lstStyle/>
                    <a:p>
                      <a:pPr marL="92075">
                        <a:lnSpc>
                          <a:spcPct val="100000"/>
                        </a:lnSpc>
                        <a:spcBef>
                          <a:spcPts val="350"/>
                        </a:spcBef>
                      </a:pPr>
                      <a:endParaRPr sz="1400" dirty="0">
                        <a:latin typeface="Tahoma"/>
                        <a:cs typeface="Tahoma"/>
                      </a:endParaRPr>
                    </a:p>
                  </a:txBody>
                  <a:tcPr marL="0" marR="0" marT="444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EE7D1"/>
                    </a:solidFill>
                  </a:tcPr>
                </a:tc>
                <a:tc hMerge="1">
                  <a:txBody>
                    <a:bodyPr/>
                    <a:lstStyle/>
                    <a:p>
                      <a:pPr marL="92710">
                        <a:lnSpc>
                          <a:spcPct val="100000"/>
                        </a:lnSpc>
                        <a:spcBef>
                          <a:spcPts val="350"/>
                        </a:spcBef>
                      </a:pPr>
                      <a:endParaRPr sz="1400" dirty="0">
                        <a:latin typeface="Tahoma"/>
                        <a:cs typeface="Tahoma"/>
                      </a:endParaRPr>
                    </a:p>
                  </a:txBody>
                  <a:tcPr marL="0" marR="0" marT="44450"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EE7D1"/>
                    </a:solidFill>
                  </a:tcPr>
                </a:tc>
                <a:extLst>
                  <a:ext uri="{0D108BD9-81ED-4DB2-BD59-A6C34878D82A}">
                    <a16:rowId xmlns:a16="http://schemas.microsoft.com/office/drawing/2014/main" val="1324299383"/>
                  </a:ext>
                </a:extLst>
              </a:tr>
              <a:tr h="370839">
                <a:tc>
                  <a:txBody>
                    <a:bodyPr/>
                    <a:lstStyle/>
                    <a:p>
                      <a:pPr marL="167640">
                        <a:lnSpc>
                          <a:spcPct val="100000"/>
                        </a:lnSpc>
                        <a:spcBef>
                          <a:spcPts val="350"/>
                        </a:spcBef>
                      </a:pPr>
                      <a:r>
                        <a:rPr sz="1200" dirty="0">
                          <a:solidFill>
                            <a:srgbClr val="528235"/>
                          </a:solidFill>
                          <a:latin typeface="Tahoma"/>
                          <a:cs typeface="Tahoma"/>
                        </a:rPr>
                        <a:t>1.</a:t>
                      </a:r>
                      <a:endParaRPr sz="1200" dirty="0">
                        <a:latin typeface="Tahoma"/>
                        <a:cs typeface="Tahoma"/>
                      </a:endParaRPr>
                    </a:p>
                  </a:txBody>
                  <a:tcPr marL="0" marR="0" marT="44450" marB="0" anchor="ctr">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cap="flat" cmpd="sng" algn="ctr">
                      <a:solidFill>
                        <a:srgbClr val="FFFFFF"/>
                      </a:solidFill>
                      <a:prstDash val="solid"/>
                      <a:round/>
                      <a:headEnd type="none" w="med" len="med"/>
                      <a:tailEnd type="none" w="med" len="med"/>
                    </a:lnB>
                    <a:solidFill>
                      <a:srgbClr val="DEE7D1"/>
                    </a:solidFill>
                  </a:tcPr>
                </a:tc>
                <a:tc>
                  <a:txBody>
                    <a:bodyPr/>
                    <a:lstStyle/>
                    <a:p>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A number n=561 passes </a:t>
                      </a:r>
                      <a:r>
                        <a:rPr lang="en-US" sz="1200" b="1" dirty="0">
                          <a:solidFill>
                            <a:srgbClr val="3C5F27"/>
                          </a:solidFill>
                          <a:effectLst/>
                          <a:latin typeface="Tahoma" panose="020B0604030504040204" pitchFamily="34" charset="0"/>
                          <a:ea typeface="Tahoma" panose="020B0604030504040204" pitchFamily="34" charset="0"/>
                          <a:cs typeface="Tahoma" panose="020B0604030504040204" pitchFamily="34" charset="0"/>
                        </a:rPr>
                        <a:t>Fermat's Little Theorem</a:t>
                      </a:r>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 for base a=2 </a:t>
                      </a:r>
                      <a:endParaRPr lang="en-IN" sz="12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lvl="1"/>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Prove that 561 is composite. </a:t>
                      </a:r>
                      <a:endParaRPr lang="en-IN" sz="12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lvl="1"/>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Explain why it is a </a:t>
                      </a:r>
                      <a:r>
                        <a:rPr lang="en-US" sz="1200" b="1" dirty="0">
                          <a:solidFill>
                            <a:srgbClr val="3C5F27"/>
                          </a:solidFill>
                          <a:effectLst/>
                          <a:latin typeface="Tahoma" panose="020B0604030504040204" pitchFamily="34" charset="0"/>
                          <a:ea typeface="Tahoma" panose="020B0604030504040204" pitchFamily="34" charset="0"/>
                          <a:cs typeface="Tahoma" panose="020B0604030504040204" pitchFamily="34" charset="0"/>
                        </a:rPr>
                        <a:t>Carmichael number</a:t>
                      </a:r>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 </a:t>
                      </a:r>
                      <a:endParaRPr lang="en-IN" sz="12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Show how </a:t>
                      </a:r>
                      <a:r>
                        <a:rPr lang="en-US" sz="1200" b="1" dirty="0">
                          <a:solidFill>
                            <a:srgbClr val="3C5F27"/>
                          </a:solidFill>
                          <a:effectLst/>
                          <a:latin typeface="Tahoma" panose="020B0604030504040204" pitchFamily="34" charset="0"/>
                          <a:ea typeface="Tahoma" panose="020B0604030504040204" pitchFamily="34" charset="0"/>
                          <a:cs typeface="Tahoma" panose="020B0604030504040204" pitchFamily="34" charset="0"/>
                        </a:rPr>
                        <a:t>Miller–Rabin primality test</a:t>
                      </a:r>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 detects it. </a:t>
                      </a:r>
                      <a:r>
                        <a:rPr lang="en-US" sz="1200" spc="-5" dirty="0">
                          <a:solidFill>
                            <a:srgbClr val="3C5F27"/>
                          </a:solidFill>
                          <a:latin typeface="Tahoma" panose="020B0604030504040204" pitchFamily="34" charset="0"/>
                          <a:ea typeface="Tahoma" panose="020B0604030504040204" pitchFamily="34" charset="0"/>
                          <a:cs typeface="Tahoma" panose="020B0604030504040204" pitchFamily="34" charset="0"/>
                        </a:rPr>
                        <a:t>.</a:t>
                      </a:r>
                      <a:endParaRPr sz="1200" spc="-5" dirty="0">
                        <a:solidFill>
                          <a:srgbClr val="3C5F27"/>
                        </a:solidFill>
                        <a:latin typeface="Tahoma" panose="020B0604030504040204" pitchFamily="34" charset="0"/>
                        <a:ea typeface="Tahoma" panose="020B0604030504040204" pitchFamily="34" charset="0"/>
                        <a:cs typeface="Tahoma" panose="020B0604030504040204" pitchFamily="34" charset="0"/>
                      </a:endParaRPr>
                    </a:p>
                  </a:txBody>
                  <a:tcPr marL="0" marR="0" marT="44450" marB="0" anchor="ctr">
                    <a:lnL w="12700">
                      <a:solidFill>
                        <a:srgbClr val="FFFFFF"/>
                      </a:solidFill>
                      <a:prstDash val="solid"/>
                    </a:lnL>
                    <a:lnR w="12700" cap="flat" cmpd="sng" algn="ctr">
                      <a:solidFill>
                        <a:srgbClr val="FFFFFF"/>
                      </a:solidFill>
                      <a:prstDash val="solid"/>
                      <a:round/>
                      <a:headEnd type="none" w="med" len="med"/>
                      <a:tailEnd type="none" w="med" len="med"/>
                    </a:lnR>
                    <a:lnT w="38100">
                      <a:solidFill>
                        <a:srgbClr val="FFFFFF"/>
                      </a:solidFill>
                      <a:prstDash val="solid"/>
                    </a:lnT>
                    <a:lnB w="12700" cap="flat" cmpd="sng" algn="ctr">
                      <a:solidFill>
                        <a:srgbClr val="FFFFFF"/>
                      </a:solidFill>
                      <a:prstDash val="solid"/>
                      <a:round/>
                      <a:headEnd type="none" w="med" len="med"/>
                      <a:tailEnd type="none" w="med" len="med"/>
                    </a:lnB>
                    <a:solidFill>
                      <a:srgbClr val="DEE7D1"/>
                    </a:solidFill>
                  </a:tcPr>
                </a:tc>
                <a:tc>
                  <a:txBody>
                    <a:bodyPr/>
                    <a:lstStyle/>
                    <a:p>
                      <a:pPr marL="92075">
                        <a:lnSpc>
                          <a:spcPct val="100000"/>
                        </a:lnSpc>
                        <a:spcBef>
                          <a:spcPts val="355"/>
                        </a:spcBef>
                      </a:pPr>
                      <a:r>
                        <a:rPr lang="en-IN" sz="1400" spc="-10" dirty="0">
                          <a:solidFill>
                            <a:srgbClr val="528235"/>
                          </a:solidFill>
                          <a:latin typeface="Tahoma"/>
                          <a:cs typeface="Tahoma"/>
                        </a:rPr>
                        <a:t>CO3</a:t>
                      </a:r>
                      <a:endParaRPr sz="1400" dirty="0">
                        <a:latin typeface="Tahoma"/>
                        <a:cs typeface="Tahoma"/>
                      </a:endParaRPr>
                    </a:p>
                  </a:txBody>
                  <a:tcPr marL="0" marR="0" marT="45085" marB="0" anchor="ctr">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710">
                        <a:lnSpc>
                          <a:spcPct val="100000"/>
                        </a:lnSpc>
                        <a:spcBef>
                          <a:spcPts val="355"/>
                        </a:spcBef>
                      </a:pPr>
                      <a:r>
                        <a:rPr lang="en-IN" sz="1400" spc="-10" dirty="0">
                          <a:solidFill>
                            <a:srgbClr val="528235"/>
                          </a:solidFill>
                          <a:latin typeface="Tahoma"/>
                          <a:cs typeface="Tahoma"/>
                        </a:rPr>
                        <a:t>K5</a:t>
                      </a:r>
                      <a:endParaRPr sz="1400" dirty="0">
                        <a:latin typeface="Tahoma"/>
                        <a:cs typeface="Tahoma"/>
                      </a:endParaRPr>
                    </a:p>
                  </a:txBody>
                  <a:tcPr marL="0" marR="0" marT="45085" marB="0" anchor="ctr">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12700" cap="flat" cmpd="sng" algn="ctr">
                      <a:solidFill>
                        <a:srgbClr val="FFFFFF"/>
                      </a:solidFill>
                      <a:prstDash val="solid"/>
                      <a:round/>
                      <a:headEnd type="none" w="med" len="med"/>
                      <a:tailEnd type="none" w="med" len="med"/>
                    </a:lnB>
                    <a:solidFill>
                      <a:srgbClr val="DEE7D1"/>
                    </a:solidFill>
                  </a:tcPr>
                </a:tc>
                <a:extLst>
                  <a:ext uri="{0D108BD9-81ED-4DB2-BD59-A6C34878D82A}">
                    <a16:rowId xmlns:a16="http://schemas.microsoft.com/office/drawing/2014/main" val="10001"/>
                  </a:ext>
                </a:extLst>
              </a:tr>
              <a:tr h="370839">
                <a:tc>
                  <a:txBody>
                    <a:bodyPr/>
                    <a:lstStyle/>
                    <a:p>
                      <a:pPr marL="167640">
                        <a:lnSpc>
                          <a:spcPct val="100000"/>
                        </a:lnSpc>
                        <a:spcBef>
                          <a:spcPts val="350"/>
                        </a:spcBef>
                      </a:pPr>
                      <a:r>
                        <a:rPr lang="en-IN" sz="1200" dirty="0">
                          <a:solidFill>
                            <a:srgbClr val="528235"/>
                          </a:solidFill>
                          <a:latin typeface="Tahoma"/>
                          <a:cs typeface="Tahoma"/>
                        </a:rPr>
                        <a:t>2.</a:t>
                      </a:r>
                      <a:endParaRPr lang="en-IN" sz="1200" dirty="0">
                        <a:latin typeface="Tahoma"/>
                        <a:cs typeface="Tahoma"/>
                      </a:endParaRPr>
                    </a:p>
                  </a:txBody>
                  <a:tcPr marL="0" marR="0" marT="38100" marB="0" anchor="ctr">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lvl="0"/>
                      <a:r>
                        <a:rPr lang="en-US" sz="1800" dirty="0">
                          <a:solidFill>
                            <a:schemeClr val="tx1"/>
                          </a:solidFill>
                          <a:effectLst/>
                          <a:latin typeface="+mn-lt"/>
                          <a:ea typeface="+mn-ea"/>
                          <a:cs typeface="+mn-cs"/>
                        </a:rPr>
                        <a:t> </a:t>
                      </a:r>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Design a hybrid primality test:</a:t>
                      </a:r>
                      <a:endParaRPr lang="en-IN" sz="12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marL="628650" lvl="1" indent="-171450">
                        <a:buFont typeface="Wingdings" panose="05000000000000000000" pitchFamily="2" charset="2"/>
                        <a:buChar char="§"/>
                      </a:pPr>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Combine Fermat + Miller-Rabin </a:t>
                      </a:r>
                      <a:endParaRPr lang="en-IN" sz="12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marL="628650" lvl="1" indent="-171450">
                        <a:buFont typeface="Wingdings" panose="05000000000000000000" pitchFamily="2" charset="2"/>
                        <a:buChar char="§"/>
                      </a:pPr>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Analyze worst-case time complexity </a:t>
                      </a:r>
                      <a:endParaRPr lang="en-IN" sz="12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marL="628650" lvl="1" indent="-171450">
                        <a:buFont typeface="Wingdings" panose="05000000000000000000" pitchFamily="2" charset="2"/>
                        <a:buChar char="§"/>
                      </a:pPr>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Evaluate probability of false positives after 5 iterations</a:t>
                      </a:r>
                      <a:endParaRPr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txBody>
                  <a:tcPr marL="0" marR="0" marT="3810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075">
                        <a:lnSpc>
                          <a:spcPct val="100000"/>
                        </a:lnSpc>
                        <a:spcBef>
                          <a:spcPts val="355"/>
                        </a:spcBef>
                      </a:pPr>
                      <a:r>
                        <a:rPr lang="en-IN" sz="1400" spc="-10" dirty="0">
                          <a:solidFill>
                            <a:srgbClr val="528235"/>
                          </a:solidFill>
                          <a:latin typeface="Tahoma"/>
                          <a:cs typeface="Tahoma"/>
                        </a:rPr>
                        <a:t>CO3</a:t>
                      </a:r>
                      <a:endParaRPr lang="en-IN" sz="1400" dirty="0">
                        <a:latin typeface="Tahoma"/>
                        <a:cs typeface="Tahoma"/>
                      </a:endParaRPr>
                    </a:p>
                  </a:txBody>
                  <a:tcPr marL="0" marR="0" marT="4508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710">
                        <a:lnSpc>
                          <a:spcPct val="100000"/>
                        </a:lnSpc>
                        <a:spcBef>
                          <a:spcPts val="350"/>
                        </a:spcBef>
                      </a:pPr>
                      <a:r>
                        <a:rPr sz="1400" spc="-10" dirty="0">
                          <a:solidFill>
                            <a:srgbClr val="528235"/>
                          </a:solidFill>
                          <a:latin typeface="Tahoma"/>
                          <a:cs typeface="Tahoma"/>
                        </a:rPr>
                        <a:t>K</a:t>
                      </a:r>
                      <a:r>
                        <a:rPr lang="en-IN" sz="1400" spc="-10" dirty="0">
                          <a:solidFill>
                            <a:srgbClr val="528235"/>
                          </a:solidFill>
                          <a:latin typeface="Tahoma"/>
                          <a:cs typeface="Tahoma"/>
                        </a:rPr>
                        <a:t>6</a:t>
                      </a:r>
                      <a:endParaRPr sz="1400" dirty="0">
                        <a:latin typeface="Tahoma"/>
                        <a:cs typeface="Tahoma"/>
                      </a:endParaRPr>
                    </a:p>
                  </a:txBody>
                  <a:tcPr marL="0" marR="0" marT="44450" marB="0"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extLst>
                  <a:ext uri="{0D108BD9-81ED-4DB2-BD59-A6C34878D82A}">
                    <a16:rowId xmlns:a16="http://schemas.microsoft.com/office/drawing/2014/main" val="138827898"/>
                  </a:ext>
                </a:extLst>
              </a:tr>
              <a:tr h="370840">
                <a:tc gridSpan="4">
                  <a:txBody>
                    <a:bodyPr/>
                    <a:lstStyle/>
                    <a:p>
                      <a:pPr marL="161290" marR="0" lvl="0" indent="0" defTabSz="914400" eaLnBrk="1" fontAlgn="auto" latinLnBrk="0" hangingPunct="1">
                        <a:lnSpc>
                          <a:spcPct val="100000"/>
                        </a:lnSpc>
                        <a:spcBef>
                          <a:spcPts val="300"/>
                        </a:spcBef>
                        <a:spcAft>
                          <a:spcPts val="0"/>
                        </a:spcAft>
                        <a:buClrTx/>
                        <a:buSzTx/>
                        <a:buFontTx/>
                        <a:buNone/>
                        <a:tabLst/>
                        <a:defRPr/>
                      </a:pPr>
                      <a:r>
                        <a:rPr lang="en-US" sz="1400" b="1" spc="5" dirty="0">
                          <a:solidFill>
                            <a:srgbClr val="528235"/>
                          </a:solidFill>
                          <a:latin typeface="Tahoma"/>
                          <a:ea typeface="+mn-ea"/>
                          <a:cs typeface="Tahoma"/>
                        </a:rPr>
                        <a:t>SET 2</a:t>
                      </a:r>
                      <a:endParaRPr sz="1400" dirty="0">
                        <a:latin typeface="Tahoma"/>
                        <a:cs typeface="Tahoma"/>
                      </a:endParaRPr>
                    </a:p>
                  </a:txBody>
                  <a:tcPr marL="0" marR="0" marT="3810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EF3EA"/>
                    </a:solidFill>
                  </a:tcPr>
                </a:tc>
                <a:tc hMerge="1">
                  <a:txBody>
                    <a:bodyPr/>
                    <a:lstStyle/>
                    <a:p>
                      <a:endParaRPr/>
                    </a:p>
                  </a:txBody>
                  <a:tcPr marL="0" marR="0" marT="3810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EF3EA"/>
                    </a:solidFill>
                  </a:tcPr>
                </a:tc>
                <a:tc hMerge="1">
                  <a:txBody>
                    <a:bodyPr/>
                    <a:lstStyle/>
                    <a:p>
                      <a:endParaRPr/>
                    </a:p>
                  </a:txBody>
                  <a:tcPr marL="0" marR="0" marT="4445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EF3EA"/>
                    </a:solidFill>
                  </a:tcPr>
                </a:tc>
                <a:tc hMerge="1">
                  <a:txBody>
                    <a:bodyPr/>
                    <a:lstStyle/>
                    <a:p>
                      <a:endParaRPr dirty="0"/>
                    </a:p>
                  </a:txBody>
                  <a:tcPr marL="0" marR="0" marT="4445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EF3EA"/>
                    </a:solidFill>
                  </a:tcPr>
                </a:tc>
                <a:extLst>
                  <a:ext uri="{0D108BD9-81ED-4DB2-BD59-A6C34878D82A}">
                    <a16:rowId xmlns:a16="http://schemas.microsoft.com/office/drawing/2014/main" val="10002"/>
                  </a:ext>
                </a:extLst>
              </a:tr>
              <a:tr h="640079">
                <a:tc>
                  <a:txBody>
                    <a:bodyPr/>
                    <a:lstStyle/>
                    <a:p>
                      <a:pPr marL="186055" marR="0" lvl="0" indent="0" defTabSz="914400" eaLnBrk="1" fontAlgn="auto" latinLnBrk="0" hangingPunct="1">
                        <a:lnSpc>
                          <a:spcPct val="100000"/>
                        </a:lnSpc>
                        <a:spcBef>
                          <a:spcPts val="300"/>
                        </a:spcBef>
                        <a:spcAft>
                          <a:spcPts val="0"/>
                        </a:spcAft>
                        <a:buClrTx/>
                        <a:buSzTx/>
                        <a:buFontTx/>
                        <a:buNone/>
                        <a:tabLst/>
                        <a:defRPr/>
                      </a:pPr>
                      <a:r>
                        <a:rPr lang="en-IN" sz="1200" dirty="0">
                          <a:solidFill>
                            <a:srgbClr val="528235"/>
                          </a:solidFill>
                          <a:latin typeface="Tahoma"/>
                          <a:cs typeface="Tahoma"/>
                        </a:rPr>
                        <a:t>3.</a:t>
                      </a:r>
                      <a:endParaRPr lang="en-IN" sz="1200" dirty="0">
                        <a:latin typeface="Tahoma"/>
                        <a:cs typeface="Tahoma"/>
                      </a:endParaRPr>
                    </a:p>
                    <a:p>
                      <a:pPr marL="186055">
                        <a:lnSpc>
                          <a:spcPct val="100000"/>
                        </a:lnSpc>
                        <a:spcBef>
                          <a:spcPts val="300"/>
                        </a:spcBef>
                      </a:pPr>
                      <a:endParaRPr lang="en-IN" sz="1200" dirty="0">
                        <a:latin typeface="Tahoma"/>
                        <a:cs typeface="Tahoma"/>
                      </a:endParaRPr>
                    </a:p>
                  </a:txBody>
                  <a:tcPr marL="0" marR="0" marT="38100" marB="0" anchor="ctr">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1440" marR="277495">
                        <a:lnSpc>
                          <a:spcPct val="100000"/>
                        </a:lnSpc>
                        <a:spcBef>
                          <a:spcPts val="350"/>
                        </a:spcBef>
                      </a:pPr>
                      <a:r>
                        <a:rPr lang="en-US" sz="1200" spc="-5" dirty="0">
                          <a:solidFill>
                            <a:srgbClr val="528235"/>
                          </a:solidFill>
                          <a:latin typeface="Tahoma"/>
                          <a:ea typeface="+mn-ea"/>
                          <a:cs typeface="Tahoma"/>
                        </a:rPr>
                        <a:t>Solve and justify uniqueness:</a:t>
                      </a:r>
                    </a:p>
                    <a:p>
                      <a:pPr marL="91440" marR="277495">
                        <a:lnSpc>
                          <a:spcPct val="100000"/>
                        </a:lnSpc>
                        <a:spcBef>
                          <a:spcPts val="350"/>
                        </a:spcBef>
                      </a:pPr>
                      <a:endParaRPr lang="en-US" sz="1200" spc="-5" dirty="0">
                        <a:solidFill>
                          <a:srgbClr val="528235"/>
                        </a:solidFill>
                        <a:latin typeface="Tahoma"/>
                        <a:ea typeface="+mn-ea"/>
                        <a:cs typeface="Tahoma"/>
                      </a:endParaRPr>
                    </a:p>
                    <a:p>
                      <a:pPr marL="91440" marR="277495">
                        <a:lnSpc>
                          <a:spcPct val="100000"/>
                        </a:lnSpc>
                        <a:spcBef>
                          <a:spcPts val="350"/>
                        </a:spcBef>
                      </a:pPr>
                      <a:endParaRPr lang="en-US" sz="1200" spc="-5" dirty="0">
                        <a:solidFill>
                          <a:srgbClr val="528235"/>
                        </a:solidFill>
                        <a:latin typeface="Tahoma"/>
                        <a:ea typeface="+mn-ea"/>
                        <a:cs typeface="Tahoma"/>
                      </a:endParaRPr>
                    </a:p>
                    <a:p>
                      <a:pPr marL="91440" marR="277495">
                        <a:lnSpc>
                          <a:spcPct val="100000"/>
                        </a:lnSpc>
                        <a:spcBef>
                          <a:spcPts val="350"/>
                        </a:spcBef>
                      </a:pPr>
                      <a:r>
                        <a:rPr lang="en-US" sz="1200" spc="-5" dirty="0">
                          <a:solidFill>
                            <a:srgbClr val="528235"/>
                          </a:solidFill>
                          <a:latin typeface="Tahoma"/>
                          <a:ea typeface="+mn-ea"/>
                          <a:cs typeface="Tahoma"/>
                        </a:rPr>
                        <a:t>Verify solution using Chinese Reminder Theorem.</a:t>
                      </a:r>
                    </a:p>
                  </a:txBody>
                  <a:tcPr marL="0" marR="0" marT="444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075">
                        <a:lnSpc>
                          <a:spcPct val="100000"/>
                        </a:lnSpc>
                        <a:spcBef>
                          <a:spcPts val="355"/>
                        </a:spcBef>
                      </a:pPr>
                      <a:r>
                        <a:rPr lang="en-IN" sz="1400" spc="-10" dirty="0">
                          <a:solidFill>
                            <a:srgbClr val="528235"/>
                          </a:solidFill>
                          <a:latin typeface="Tahoma"/>
                          <a:cs typeface="Tahoma"/>
                        </a:rPr>
                        <a:t>CO3</a:t>
                      </a:r>
                      <a:endParaRPr sz="1400" dirty="0">
                        <a:latin typeface="Tahoma"/>
                        <a:cs typeface="Tahoma"/>
                      </a:endParaRPr>
                    </a:p>
                  </a:txBody>
                  <a:tcPr marL="0" marR="0" marT="4508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710">
                        <a:lnSpc>
                          <a:spcPct val="100000"/>
                        </a:lnSpc>
                        <a:spcBef>
                          <a:spcPts val="350"/>
                        </a:spcBef>
                      </a:pPr>
                      <a:r>
                        <a:rPr sz="1400" spc="-10" dirty="0">
                          <a:solidFill>
                            <a:srgbClr val="528235"/>
                          </a:solidFill>
                          <a:latin typeface="Tahoma"/>
                          <a:cs typeface="Tahoma"/>
                        </a:rPr>
                        <a:t>K</a:t>
                      </a:r>
                      <a:r>
                        <a:rPr lang="en-IN" sz="1400" spc="-10" dirty="0">
                          <a:solidFill>
                            <a:srgbClr val="528235"/>
                          </a:solidFill>
                          <a:latin typeface="Tahoma"/>
                          <a:cs typeface="Tahoma"/>
                        </a:rPr>
                        <a:t>4</a:t>
                      </a:r>
                      <a:endParaRPr sz="1400" dirty="0">
                        <a:latin typeface="Tahoma"/>
                        <a:cs typeface="Tahoma"/>
                      </a:endParaRPr>
                    </a:p>
                  </a:txBody>
                  <a:tcPr marL="0" marR="0" marT="44450" marB="0"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extLst>
                  <a:ext uri="{0D108BD9-81ED-4DB2-BD59-A6C34878D82A}">
                    <a16:rowId xmlns:a16="http://schemas.microsoft.com/office/drawing/2014/main" val="629073576"/>
                  </a:ext>
                </a:extLst>
              </a:tr>
              <a:tr h="640079">
                <a:tc>
                  <a:txBody>
                    <a:bodyPr/>
                    <a:lstStyle/>
                    <a:p>
                      <a:pPr marL="186055">
                        <a:lnSpc>
                          <a:spcPct val="100000"/>
                        </a:lnSpc>
                        <a:spcBef>
                          <a:spcPts val="300"/>
                        </a:spcBef>
                      </a:pPr>
                      <a:r>
                        <a:rPr lang="en-IN" sz="1200" dirty="0">
                          <a:solidFill>
                            <a:srgbClr val="528235"/>
                          </a:solidFill>
                          <a:latin typeface="Tahoma"/>
                          <a:cs typeface="Tahoma"/>
                        </a:rPr>
                        <a:t>4.</a:t>
                      </a:r>
                      <a:endParaRPr lang="en-IN" sz="1200" dirty="0">
                        <a:latin typeface="Tahoma"/>
                        <a:cs typeface="Tahoma"/>
                      </a:endParaRPr>
                    </a:p>
                  </a:txBody>
                  <a:tcPr marL="0" marR="0" marT="38100" marB="0" anchor="ctr">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38100" marR="30480" indent="0">
                        <a:lnSpc>
                          <a:spcPct val="100000"/>
                        </a:lnSpc>
                        <a:spcBef>
                          <a:spcPts val="185"/>
                        </a:spcBef>
                        <a:buNone/>
                        <a:tabLst>
                          <a:tab pos="266700" algn="l"/>
                        </a:tabLst>
                      </a:pPr>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Show how CRT reduces decryption complexity from O(n</a:t>
                      </a:r>
                      <a:r>
                        <a:rPr lang="en-US" sz="1200" baseline="30000" dirty="0">
                          <a:solidFill>
                            <a:srgbClr val="3C5F27"/>
                          </a:solidFill>
                          <a:effectLst/>
                          <a:latin typeface="Tahoma" panose="020B0604030504040204" pitchFamily="34" charset="0"/>
                          <a:ea typeface="Tahoma" panose="020B0604030504040204" pitchFamily="34" charset="0"/>
                          <a:cs typeface="Tahoma" panose="020B0604030504040204" pitchFamily="34" charset="0"/>
                        </a:rPr>
                        <a:t>3</a:t>
                      </a:r>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)to smaller components. Compute decryption using CRT for p=11, q=13, d=7, C=9.</a:t>
                      </a:r>
                      <a:endParaRPr sz="1200" spc="-5" dirty="0">
                        <a:solidFill>
                          <a:srgbClr val="3C5F27"/>
                        </a:solidFill>
                        <a:latin typeface="Tahoma" panose="020B0604030504040204" pitchFamily="34" charset="0"/>
                        <a:ea typeface="Tahoma" panose="020B0604030504040204" pitchFamily="34" charset="0"/>
                        <a:cs typeface="Tahoma" panose="020B0604030504040204" pitchFamily="34" charset="0"/>
                      </a:endParaRPr>
                    </a:p>
                  </a:txBody>
                  <a:tcPr marL="0" marR="0" marT="444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075">
                        <a:lnSpc>
                          <a:spcPct val="100000"/>
                        </a:lnSpc>
                        <a:spcBef>
                          <a:spcPts val="355"/>
                        </a:spcBef>
                      </a:pPr>
                      <a:r>
                        <a:rPr lang="en-IN" sz="1400" spc="-10" dirty="0">
                          <a:solidFill>
                            <a:srgbClr val="528235"/>
                          </a:solidFill>
                          <a:latin typeface="Tahoma"/>
                          <a:cs typeface="Tahoma"/>
                        </a:rPr>
                        <a:t>CO3</a:t>
                      </a:r>
                      <a:endParaRPr sz="1400" dirty="0">
                        <a:latin typeface="Tahoma"/>
                        <a:cs typeface="Tahoma"/>
                      </a:endParaRPr>
                    </a:p>
                  </a:txBody>
                  <a:tcPr marL="0" marR="0" marT="4508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710">
                        <a:lnSpc>
                          <a:spcPct val="100000"/>
                        </a:lnSpc>
                        <a:spcBef>
                          <a:spcPts val="355"/>
                        </a:spcBef>
                      </a:pPr>
                      <a:r>
                        <a:rPr sz="1400" spc="-10" dirty="0">
                          <a:solidFill>
                            <a:srgbClr val="528235"/>
                          </a:solidFill>
                          <a:latin typeface="Tahoma"/>
                          <a:cs typeface="Tahoma"/>
                        </a:rPr>
                        <a:t>K</a:t>
                      </a:r>
                      <a:r>
                        <a:rPr lang="en-IN" sz="1400" spc="-10" dirty="0">
                          <a:solidFill>
                            <a:srgbClr val="528235"/>
                          </a:solidFill>
                          <a:latin typeface="Tahoma"/>
                          <a:cs typeface="Tahoma"/>
                        </a:rPr>
                        <a:t>4</a:t>
                      </a:r>
                      <a:endParaRPr sz="1400" dirty="0">
                        <a:latin typeface="Tahoma"/>
                        <a:cs typeface="Tahoma"/>
                      </a:endParaRPr>
                    </a:p>
                  </a:txBody>
                  <a:tcPr marL="0" marR="0" marT="45085" marB="0"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extLst>
                  <a:ext uri="{0D108BD9-81ED-4DB2-BD59-A6C34878D82A}">
                    <a16:rowId xmlns:a16="http://schemas.microsoft.com/office/drawing/2014/main" val="1819141673"/>
                  </a:ext>
                </a:extLst>
              </a:tr>
            </a:tbl>
          </a:graphicData>
        </a:graphic>
      </p:graphicFrame>
      <p:pic>
        <p:nvPicPr>
          <p:cNvPr id="6" name="Picture 5">
            <a:extLst>
              <a:ext uri="{FF2B5EF4-FFF2-40B4-BE49-F238E27FC236}">
                <a16:creationId xmlns:a16="http://schemas.microsoft.com/office/drawing/2014/main" id="{264F2518-5A8D-8811-FE93-68B7B3D4BDC2}"/>
              </a:ext>
            </a:extLst>
          </p:cNvPr>
          <p:cNvPicPr>
            <a:picLocks noChangeAspect="1"/>
          </p:cNvPicPr>
          <p:nvPr/>
        </p:nvPicPr>
        <p:blipFill>
          <a:blip r:embed="rId2"/>
          <a:srcRect/>
          <a:stretch>
            <a:fillRect/>
          </a:stretch>
        </p:blipFill>
        <p:spPr bwMode="auto">
          <a:xfrm>
            <a:off x="1009857" y="3733800"/>
            <a:ext cx="3657601" cy="329944"/>
          </a:xfrm>
          <a:prstGeom prst="rect">
            <a:avLst/>
          </a:prstGeom>
          <a:noFill/>
          <a:ln w="9525">
            <a:noFill/>
            <a:miter lim="800000"/>
            <a:headEnd/>
            <a:tailEnd/>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8B90E-AB83-5EA4-296D-BC3CEDA879B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49D254A-6EC6-7C71-B895-50CB86B95BA2}"/>
              </a:ext>
            </a:extLst>
          </p:cNvPr>
          <p:cNvSpPr txBox="1"/>
          <p:nvPr/>
        </p:nvSpPr>
        <p:spPr>
          <a:xfrm>
            <a:off x="2306192" y="393573"/>
            <a:ext cx="2570608" cy="258404"/>
          </a:xfrm>
          <a:prstGeom prst="rect">
            <a:avLst/>
          </a:prstGeom>
        </p:spPr>
        <p:txBody>
          <a:bodyPr vert="horz" wrap="square" lIns="0" tIns="12065" rIns="0" bIns="0" rtlCol="0">
            <a:spAutoFit/>
          </a:bodyPr>
          <a:lstStyle/>
          <a:p>
            <a:pPr marL="12700">
              <a:lnSpc>
                <a:spcPct val="100000"/>
              </a:lnSpc>
              <a:spcBef>
                <a:spcPts val="95"/>
              </a:spcBef>
            </a:pPr>
            <a:r>
              <a:rPr sz="1600" b="1" spc="15" dirty="0">
                <a:solidFill>
                  <a:srgbClr val="528235"/>
                </a:solidFill>
                <a:latin typeface="Tahoma"/>
                <a:cs typeface="Tahoma"/>
              </a:rPr>
              <a:t>A</a:t>
            </a:r>
            <a:r>
              <a:rPr sz="1600" b="1" spc="-20" dirty="0">
                <a:solidFill>
                  <a:srgbClr val="528235"/>
                </a:solidFill>
                <a:latin typeface="Tahoma"/>
                <a:cs typeface="Tahoma"/>
              </a:rPr>
              <a:t>SSIG</a:t>
            </a:r>
            <a:r>
              <a:rPr sz="1600" b="1" dirty="0">
                <a:solidFill>
                  <a:srgbClr val="528235"/>
                </a:solidFill>
                <a:latin typeface="Tahoma"/>
                <a:cs typeface="Tahoma"/>
              </a:rPr>
              <a:t>N</a:t>
            </a:r>
            <a:r>
              <a:rPr sz="1600" b="1" spc="-5" dirty="0">
                <a:solidFill>
                  <a:srgbClr val="528235"/>
                </a:solidFill>
                <a:latin typeface="Tahoma"/>
                <a:cs typeface="Tahoma"/>
              </a:rPr>
              <a:t>M</a:t>
            </a:r>
            <a:r>
              <a:rPr sz="1600" b="1" spc="20" dirty="0">
                <a:solidFill>
                  <a:srgbClr val="528235"/>
                </a:solidFill>
                <a:latin typeface="Tahoma"/>
                <a:cs typeface="Tahoma"/>
              </a:rPr>
              <a:t>E</a:t>
            </a:r>
            <a:r>
              <a:rPr sz="1600" b="1" spc="10" dirty="0">
                <a:solidFill>
                  <a:srgbClr val="528235"/>
                </a:solidFill>
                <a:latin typeface="Tahoma"/>
                <a:cs typeface="Tahoma"/>
              </a:rPr>
              <a:t>N</a:t>
            </a:r>
            <a:r>
              <a:rPr sz="1600" b="1" spc="-5" dirty="0">
                <a:solidFill>
                  <a:srgbClr val="528235"/>
                </a:solidFill>
                <a:latin typeface="Tahoma"/>
                <a:cs typeface="Tahoma"/>
              </a:rPr>
              <a:t>T</a:t>
            </a:r>
            <a:r>
              <a:rPr sz="1600" b="1" spc="40" dirty="0">
                <a:solidFill>
                  <a:srgbClr val="528235"/>
                </a:solidFill>
                <a:latin typeface="Tahoma"/>
                <a:cs typeface="Tahoma"/>
              </a:rPr>
              <a:t> </a:t>
            </a:r>
            <a:r>
              <a:rPr sz="1600" b="1" spc="-10" dirty="0">
                <a:solidFill>
                  <a:srgbClr val="528235"/>
                </a:solidFill>
                <a:latin typeface="Tahoma"/>
                <a:cs typeface="Tahoma"/>
              </a:rPr>
              <a:t>U</a:t>
            </a:r>
            <a:r>
              <a:rPr sz="1600" b="1" dirty="0">
                <a:solidFill>
                  <a:srgbClr val="528235"/>
                </a:solidFill>
                <a:latin typeface="Tahoma"/>
                <a:cs typeface="Tahoma"/>
              </a:rPr>
              <a:t>N</a:t>
            </a:r>
            <a:r>
              <a:rPr sz="1600" b="1" spc="-25" dirty="0">
                <a:solidFill>
                  <a:srgbClr val="528235"/>
                </a:solidFill>
                <a:latin typeface="Tahoma"/>
                <a:cs typeface="Tahoma"/>
              </a:rPr>
              <a:t>I</a:t>
            </a:r>
            <a:r>
              <a:rPr sz="1600" b="1" spc="-5" dirty="0">
                <a:solidFill>
                  <a:srgbClr val="528235"/>
                </a:solidFill>
                <a:latin typeface="Tahoma"/>
                <a:cs typeface="Tahoma"/>
              </a:rPr>
              <a:t>T</a:t>
            </a:r>
            <a:r>
              <a:rPr sz="1600" b="1" spc="-114" dirty="0">
                <a:solidFill>
                  <a:srgbClr val="528235"/>
                </a:solidFill>
                <a:latin typeface="Tahoma"/>
                <a:cs typeface="Tahoma"/>
              </a:rPr>
              <a:t> </a:t>
            </a:r>
            <a:r>
              <a:rPr sz="1600" b="1" spc="-25" dirty="0">
                <a:solidFill>
                  <a:srgbClr val="528235"/>
                </a:solidFill>
                <a:latin typeface="Tahoma"/>
                <a:cs typeface="Tahoma"/>
              </a:rPr>
              <a:t>II</a:t>
            </a:r>
            <a:r>
              <a:rPr lang="en-IN" sz="1600" b="1" spc="-25" dirty="0">
                <a:solidFill>
                  <a:srgbClr val="528235"/>
                </a:solidFill>
                <a:latin typeface="Tahoma"/>
                <a:cs typeface="Tahoma"/>
              </a:rPr>
              <a:t>I</a:t>
            </a:r>
            <a:endParaRPr sz="1600" dirty="0">
              <a:latin typeface="Tahoma"/>
              <a:cs typeface="Tahoma"/>
            </a:endParaRPr>
          </a:p>
        </p:txBody>
      </p:sp>
      <p:sp>
        <p:nvSpPr>
          <p:cNvPr id="3" name="object 3">
            <a:extLst>
              <a:ext uri="{FF2B5EF4-FFF2-40B4-BE49-F238E27FC236}">
                <a16:creationId xmlns:a16="http://schemas.microsoft.com/office/drawing/2014/main" id="{845AAD4C-2CD6-BE35-86D1-86CFE5718806}"/>
              </a:ext>
            </a:extLst>
          </p:cNvPr>
          <p:cNvSpPr txBox="1"/>
          <p:nvPr/>
        </p:nvSpPr>
        <p:spPr>
          <a:xfrm>
            <a:off x="1036015" y="3200325"/>
            <a:ext cx="955040" cy="184150"/>
          </a:xfrm>
          <a:prstGeom prst="rect">
            <a:avLst/>
          </a:prstGeom>
        </p:spPr>
        <p:txBody>
          <a:bodyPr vert="horz" wrap="square" lIns="0" tIns="0" rIns="0" bIns="0" rtlCol="0">
            <a:spAutoFit/>
          </a:bodyPr>
          <a:lstStyle/>
          <a:p>
            <a:pPr>
              <a:lnSpc>
                <a:spcPct val="100000"/>
              </a:lnSpc>
            </a:pPr>
            <a:r>
              <a:rPr sz="1200" b="1" spc="-5" dirty="0">
                <a:solidFill>
                  <a:srgbClr val="528235"/>
                </a:solidFill>
                <a:latin typeface="Tahoma"/>
                <a:cs typeface="Tahoma"/>
              </a:rPr>
              <a:t>I</a:t>
            </a:r>
            <a:r>
              <a:rPr sz="1200" b="1" spc="10" dirty="0">
                <a:solidFill>
                  <a:srgbClr val="528235"/>
                </a:solidFill>
                <a:latin typeface="Tahoma"/>
                <a:cs typeface="Tahoma"/>
              </a:rPr>
              <a:t>n</a:t>
            </a:r>
            <a:r>
              <a:rPr sz="1200" b="1" spc="25" dirty="0">
                <a:solidFill>
                  <a:srgbClr val="528235"/>
                </a:solidFill>
                <a:latin typeface="Tahoma"/>
                <a:cs typeface="Tahoma"/>
              </a:rPr>
              <a:t>p</a:t>
            </a:r>
            <a:r>
              <a:rPr sz="1200" b="1" spc="10" dirty="0">
                <a:solidFill>
                  <a:srgbClr val="528235"/>
                </a:solidFill>
                <a:latin typeface="Tahoma"/>
                <a:cs typeface="Tahoma"/>
              </a:rPr>
              <a:t>u</a:t>
            </a:r>
            <a:r>
              <a:rPr sz="1200" b="1" dirty="0">
                <a:solidFill>
                  <a:srgbClr val="528235"/>
                </a:solidFill>
                <a:latin typeface="Tahoma"/>
                <a:cs typeface="Tahoma"/>
              </a:rPr>
              <a:t>t</a:t>
            </a:r>
            <a:r>
              <a:rPr sz="1200" b="1" spc="-110" dirty="0">
                <a:solidFill>
                  <a:srgbClr val="528235"/>
                </a:solidFill>
                <a:latin typeface="Tahoma"/>
                <a:cs typeface="Tahoma"/>
              </a:rPr>
              <a:t> </a:t>
            </a:r>
            <a:r>
              <a:rPr sz="1200" b="1" spc="-20" dirty="0">
                <a:solidFill>
                  <a:srgbClr val="528235"/>
                </a:solidFill>
                <a:latin typeface="Tahoma"/>
                <a:cs typeface="Tahoma"/>
              </a:rPr>
              <a:t>M</a:t>
            </a:r>
            <a:r>
              <a:rPr sz="1200" b="1" dirty="0">
                <a:solidFill>
                  <a:srgbClr val="528235"/>
                </a:solidFill>
                <a:latin typeface="Tahoma"/>
                <a:cs typeface="Tahoma"/>
              </a:rPr>
              <a:t>a</a:t>
            </a:r>
            <a:r>
              <a:rPr sz="1200" b="1" spc="-20" dirty="0">
                <a:solidFill>
                  <a:srgbClr val="528235"/>
                </a:solidFill>
                <a:latin typeface="Tahoma"/>
                <a:cs typeface="Tahoma"/>
              </a:rPr>
              <a:t>t</a:t>
            </a:r>
            <a:r>
              <a:rPr sz="1200" b="1" spc="-5" dirty="0">
                <a:solidFill>
                  <a:srgbClr val="528235"/>
                </a:solidFill>
                <a:latin typeface="Tahoma"/>
                <a:cs typeface="Tahoma"/>
              </a:rPr>
              <a:t>rix</a:t>
            </a:r>
            <a:endParaRPr sz="1200">
              <a:latin typeface="Tahoma"/>
              <a:cs typeface="Tahoma"/>
            </a:endParaRPr>
          </a:p>
        </p:txBody>
      </p:sp>
      <p:sp>
        <p:nvSpPr>
          <p:cNvPr id="4" name="object 4">
            <a:extLst>
              <a:ext uri="{FF2B5EF4-FFF2-40B4-BE49-F238E27FC236}">
                <a16:creationId xmlns:a16="http://schemas.microsoft.com/office/drawing/2014/main" id="{F3A070B2-F14A-6149-659B-1B574A42E673}"/>
              </a:ext>
            </a:extLst>
          </p:cNvPr>
          <p:cNvSpPr txBox="1"/>
          <p:nvPr/>
        </p:nvSpPr>
        <p:spPr>
          <a:xfrm>
            <a:off x="716672" y="4419600"/>
            <a:ext cx="5640705" cy="821055"/>
          </a:xfrm>
          <a:prstGeom prst="rect">
            <a:avLst/>
          </a:prstGeom>
        </p:spPr>
        <p:txBody>
          <a:bodyPr vert="horz" wrap="square" lIns="0" tIns="84455" rIns="0" bIns="0" rtlCol="0">
            <a:spAutoFit/>
          </a:bodyPr>
          <a:lstStyle/>
          <a:p>
            <a:pPr marL="12700">
              <a:lnSpc>
                <a:spcPct val="100000"/>
              </a:lnSpc>
              <a:spcBef>
                <a:spcPts val="665"/>
              </a:spcBef>
            </a:pPr>
            <a:r>
              <a:rPr sz="1350" b="1" spc="10" dirty="0">
                <a:solidFill>
                  <a:srgbClr val="528235"/>
                </a:solidFill>
                <a:latin typeface="Tahoma"/>
                <a:cs typeface="Tahoma"/>
              </a:rPr>
              <a:t>Real</a:t>
            </a:r>
            <a:r>
              <a:rPr sz="1350" b="1" spc="15" dirty="0">
                <a:solidFill>
                  <a:srgbClr val="528235"/>
                </a:solidFill>
                <a:latin typeface="Tahoma"/>
                <a:cs typeface="Tahoma"/>
              </a:rPr>
              <a:t> </a:t>
            </a:r>
            <a:r>
              <a:rPr sz="1350" b="1" spc="-5" dirty="0">
                <a:solidFill>
                  <a:srgbClr val="528235"/>
                </a:solidFill>
                <a:latin typeface="Tahoma"/>
                <a:cs typeface="Tahoma"/>
              </a:rPr>
              <a:t>life</a:t>
            </a:r>
            <a:r>
              <a:rPr sz="1350" b="1" spc="35" dirty="0">
                <a:solidFill>
                  <a:srgbClr val="528235"/>
                </a:solidFill>
                <a:latin typeface="Tahoma"/>
                <a:cs typeface="Tahoma"/>
              </a:rPr>
              <a:t> </a:t>
            </a:r>
            <a:r>
              <a:rPr sz="1350" b="1" spc="10" dirty="0">
                <a:solidFill>
                  <a:srgbClr val="528235"/>
                </a:solidFill>
                <a:latin typeface="Tahoma"/>
                <a:cs typeface="Tahoma"/>
              </a:rPr>
              <a:t>case</a:t>
            </a:r>
            <a:r>
              <a:rPr sz="1350" b="1" spc="-40" dirty="0">
                <a:solidFill>
                  <a:srgbClr val="528235"/>
                </a:solidFill>
                <a:latin typeface="Tahoma"/>
                <a:cs typeface="Tahoma"/>
              </a:rPr>
              <a:t> </a:t>
            </a:r>
            <a:r>
              <a:rPr sz="1350" b="1" spc="20" dirty="0">
                <a:solidFill>
                  <a:srgbClr val="528235"/>
                </a:solidFill>
                <a:latin typeface="Tahoma"/>
                <a:cs typeface="Tahoma"/>
              </a:rPr>
              <a:t>study</a:t>
            </a:r>
            <a:endParaRPr sz="1350" dirty="0">
              <a:latin typeface="Tahoma"/>
              <a:cs typeface="Tahoma"/>
            </a:endParaRPr>
          </a:p>
          <a:p>
            <a:pPr marL="699770">
              <a:lnSpc>
                <a:spcPct val="100000"/>
              </a:lnSpc>
              <a:spcBef>
                <a:spcPts val="500"/>
              </a:spcBef>
            </a:pPr>
            <a:r>
              <a:rPr sz="1200" spc="-5" dirty="0">
                <a:solidFill>
                  <a:srgbClr val="528235"/>
                </a:solidFill>
                <a:latin typeface="Tahoma"/>
                <a:cs typeface="Tahoma"/>
              </a:rPr>
              <a:t>Whether</a:t>
            </a:r>
            <a:r>
              <a:rPr sz="1200" spc="20" dirty="0">
                <a:solidFill>
                  <a:srgbClr val="528235"/>
                </a:solidFill>
                <a:latin typeface="Tahoma"/>
                <a:cs typeface="Tahoma"/>
              </a:rPr>
              <a:t> </a:t>
            </a:r>
            <a:r>
              <a:rPr sz="1200" spc="-5" dirty="0">
                <a:solidFill>
                  <a:srgbClr val="528235"/>
                </a:solidFill>
                <a:latin typeface="Tahoma"/>
                <a:cs typeface="Tahoma"/>
              </a:rPr>
              <a:t>symmetric</a:t>
            </a:r>
            <a:r>
              <a:rPr sz="1200" spc="-110" dirty="0">
                <a:solidFill>
                  <a:srgbClr val="528235"/>
                </a:solidFill>
                <a:latin typeface="Tahoma"/>
                <a:cs typeface="Tahoma"/>
              </a:rPr>
              <a:t> </a:t>
            </a:r>
            <a:r>
              <a:rPr sz="1200" spc="-5" dirty="0">
                <a:solidFill>
                  <a:srgbClr val="528235"/>
                </a:solidFill>
                <a:latin typeface="Tahoma"/>
                <a:cs typeface="Tahoma"/>
              </a:rPr>
              <a:t>algorithm</a:t>
            </a:r>
            <a:r>
              <a:rPr sz="1200" spc="-25" dirty="0">
                <a:solidFill>
                  <a:srgbClr val="528235"/>
                </a:solidFill>
                <a:latin typeface="Tahoma"/>
                <a:cs typeface="Tahoma"/>
              </a:rPr>
              <a:t> </a:t>
            </a:r>
            <a:r>
              <a:rPr sz="1200" spc="-5" dirty="0">
                <a:solidFill>
                  <a:srgbClr val="528235"/>
                </a:solidFill>
                <a:latin typeface="Tahoma"/>
                <a:cs typeface="Tahoma"/>
              </a:rPr>
              <a:t>or</a:t>
            </a:r>
            <a:r>
              <a:rPr sz="1200" spc="-30" dirty="0">
                <a:solidFill>
                  <a:srgbClr val="528235"/>
                </a:solidFill>
                <a:latin typeface="Tahoma"/>
                <a:cs typeface="Tahoma"/>
              </a:rPr>
              <a:t> </a:t>
            </a:r>
            <a:r>
              <a:rPr sz="1200" spc="-5" dirty="0">
                <a:solidFill>
                  <a:srgbClr val="528235"/>
                </a:solidFill>
                <a:latin typeface="Tahoma"/>
                <a:cs typeface="Tahoma"/>
              </a:rPr>
              <a:t>Public</a:t>
            </a:r>
            <a:r>
              <a:rPr sz="1200" spc="-40" dirty="0">
                <a:solidFill>
                  <a:srgbClr val="528235"/>
                </a:solidFill>
                <a:latin typeface="Tahoma"/>
                <a:cs typeface="Tahoma"/>
              </a:rPr>
              <a:t> </a:t>
            </a:r>
            <a:r>
              <a:rPr sz="1200" spc="-5" dirty="0">
                <a:solidFill>
                  <a:srgbClr val="528235"/>
                </a:solidFill>
                <a:latin typeface="Tahoma"/>
                <a:cs typeface="Tahoma"/>
              </a:rPr>
              <a:t>key</a:t>
            </a:r>
            <a:r>
              <a:rPr sz="1200" dirty="0">
                <a:solidFill>
                  <a:srgbClr val="528235"/>
                </a:solidFill>
                <a:latin typeface="Tahoma"/>
                <a:cs typeface="Tahoma"/>
              </a:rPr>
              <a:t> </a:t>
            </a:r>
            <a:r>
              <a:rPr sz="1200" spc="-20" dirty="0">
                <a:solidFill>
                  <a:srgbClr val="528235"/>
                </a:solidFill>
                <a:latin typeface="Tahoma"/>
                <a:cs typeface="Tahoma"/>
              </a:rPr>
              <a:t>cryptography</a:t>
            </a:r>
            <a:r>
              <a:rPr sz="1200" spc="10" dirty="0">
                <a:solidFill>
                  <a:srgbClr val="528235"/>
                </a:solidFill>
                <a:latin typeface="Tahoma"/>
                <a:cs typeface="Tahoma"/>
              </a:rPr>
              <a:t> </a:t>
            </a:r>
            <a:r>
              <a:rPr sz="1200" dirty="0">
                <a:solidFill>
                  <a:srgbClr val="528235"/>
                </a:solidFill>
                <a:latin typeface="Tahoma"/>
                <a:cs typeface="Tahoma"/>
              </a:rPr>
              <a:t>is </a:t>
            </a:r>
            <a:r>
              <a:rPr sz="1200" spc="-5" dirty="0">
                <a:solidFill>
                  <a:srgbClr val="528235"/>
                </a:solidFill>
                <a:latin typeface="Tahoma"/>
                <a:cs typeface="Tahoma"/>
              </a:rPr>
              <a:t>widely</a:t>
            </a:r>
            <a:r>
              <a:rPr sz="1200" spc="-95" dirty="0">
                <a:solidFill>
                  <a:srgbClr val="528235"/>
                </a:solidFill>
                <a:latin typeface="Tahoma"/>
                <a:cs typeface="Tahoma"/>
              </a:rPr>
              <a:t> </a:t>
            </a:r>
            <a:r>
              <a:rPr sz="1200" dirty="0">
                <a:solidFill>
                  <a:srgbClr val="528235"/>
                </a:solidFill>
                <a:latin typeface="Tahoma"/>
                <a:cs typeface="Tahoma"/>
              </a:rPr>
              <a:t>used</a:t>
            </a:r>
            <a:r>
              <a:rPr sz="1200" spc="-20" dirty="0">
                <a:solidFill>
                  <a:srgbClr val="528235"/>
                </a:solidFill>
                <a:latin typeface="Tahoma"/>
                <a:cs typeface="Tahoma"/>
              </a:rPr>
              <a:t> </a:t>
            </a:r>
            <a:r>
              <a:rPr sz="1200" dirty="0">
                <a:solidFill>
                  <a:srgbClr val="528235"/>
                </a:solidFill>
                <a:latin typeface="Tahoma"/>
                <a:cs typeface="Tahoma"/>
              </a:rPr>
              <a:t>in</a:t>
            </a:r>
            <a:endParaRPr sz="1200" dirty="0">
              <a:latin typeface="Tahoma"/>
              <a:cs typeface="Tahoma"/>
            </a:endParaRPr>
          </a:p>
          <a:p>
            <a:pPr marL="12700">
              <a:lnSpc>
                <a:spcPct val="100000"/>
              </a:lnSpc>
              <a:spcBef>
                <a:spcPts val="695"/>
              </a:spcBef>
            </a:pPr>
            <a:r>
              <a:rPr sz="1200" spc="-15" dirty="0">
                <a:solidFill>
                  <a:srgbClr val="528235"/>
                </a:solidFill>
                <a:latin typeface="Tahoma"/>
                <a:cs typeface="Tahoma"/>
              </a:rPr>
              <a:t>c</a:t>
            </a:r>
            <a:r>
              <a:rPr sz="1200" spc="-10" dirty="0">
                <a:solidFill>
                  <a:srgbClr val="528235"/>
                </a:solidFill>
                <a:latin typeface="Tahoma"/>
                <a:cs typeface="Tahoma"/>
              </a:rPr>
              <a:t>u</a:t>
            </a:r>
            <a:r>
              <a:rPr sz="1200" spc="-15" dirty="0">
                <a:solidFill>
                  <a:srgbClr val="528235"/>
                </a:solidFill>
                <a:latin typeface="Tahoma"/>
                <a:cs typeface="Tahoma"/>
              </a:rPr>
              <a:t>rr</a:t>
            </a:r>
            <a:r>
              <a:rPr sz="1200" spc="-10" dirty="0">
                <a:solidFill>
                  <a:srgbClr val="528235"/>
                </a:solidFill>
                <a:latin typeface="Tahoma"/>
                <a:cs typeface="Tahoma"/>
              </a:rPr>
              <a:t>en</a:t>
            </a:r>
            <a:r>
              <a:rPr sz="1200" dirty="0">
                <a:solidFill>
                  <a:srgbClr val="528235"/>
                </a:solidFill>
                <a:latin typeface="Tahoma"/>
                <a:cs typeface="Tahoma"/>
              </a:rPr>
              <a:t>t</a:t>
            </a:r>
            <a:r>
              <a:rPr sz="1200" spc="50" dirty="0">
                <a:solidFill>
                  <a:srgbClr val="528235"/>
                </a:solidFill>
                <a:latin typeface="Tahoma"/>
                <a:cs typeface="Tahoma"/>
              </a:rPr>
              <a:t> </a:t>
            </a:r>
            <a:r>
              <a:rPr sz="1200" dirty="0">
                <a:solidFill>
                  <a:srgbClr val="528235"/>
                </a:solidFill>
                <a:latin typeface="Tahoma"/>
                <a:cs typeface="Tahoma"/>
              </a:rPr>
              <a:t>s</a:t>
            </a:r>
            <a:r>
              <a:rPr sz="1200" spc="-5" dirty="0">
                <a:solidFill>
                  <a:srgbClr val="528235"/>
                </a:solidFill>
                <a:latin typeface="Tahoma"/>
                <a:cs typeface="Tahoma"/>
              </a:rPr>
              <a:t>c</a:t>
            </a:r>
            <a:r>
              <a:rPr sz="1200" dirty="0">
                <a:solidFill>
                  <a:srgbClr val="528235"/>
                </a:solidFill>
                <a:latin typeface="Tahoma"/>
                <a:cs typeface="Tahoma"/>
              </a:rPr>
              <a:t>en</a:t>
            </a:r>
            <a:r>
              <a:rPr sz="1200" spc="-5" dirty="0">
                <a:solidFill>
                  <a:srgbClr val="528235"/>
                </a:solidFill>
                <a:latin typeface="Tahoma"/>
                <a:cs typeface="Tahoma"/>
              </a:rPr>
              <a:t>ari</a:t>
            </a:r>
            <a:r>
              <a:rPr sz="1200" spc="-15" dirty="0">
                <a:solidFill>
                  <a:srgbClr val="528235"/>
                </a:solidFill>
                <a:latin typeface="Tahoma"/>
                <a:cs typeface="Tahoma"/>
              </a:rPr>
              <a:t>o</a:t>
            </a:r>
            <a:r>
              <a:rPr sz="1200" dirty="0">
                <a:solidFill>
                  <a:srgbClr val="528235"/>
                </a:solidFill>
                <a:latin typeface="Tahoma"/>
                <a:cs typeface="Tahoma"/>
              </a:rPr>
              <a:t>.</a:t>
            </a:r>
            <a:r>
              <a:rPr sz="1200" spc="-125" dirty="0">
                <a:solidFill>
                  <a:srgbClr val="528235"/>
                </a:solidFill>
                <a:latin typeface="Tahoma"/>
                <a:cs typeface="Tahoma"/>
              </a:rPr>
              <a:t> </a:t>
            </a:r>
            <a:r>
              <a:rPr sz="1200" dirty="0">
                <a:solidFill>
                  <a:srgbClr val="528235"/>
                </a:solidFill>
                <a:latin typeface="Tahoma"/>
                <a:cs typeface="Tahoma"/>
              </a:rPr>
              <a:t>Expl</a:t>
            </a:r>
            <a:r>
              <a:rPr sz="1200" spc="-10" dirty="0">
                <a:solidFill>
                  <a:srgbClr val="528235"/>
                </a:solidFill>
                <a:latin typeface="Tahoma"/>
                <a:cs typeface="Tahoma"/>
              </a:rPr>
              <a:t>a</a:t>
            </a:r>
            <a:r>
              <a:rPr sz="1200" dirty="0">
                <a:solidFill>
                  <a:srgbClr val="528235"/>
                </a:solidFill>
                <a:latin typeface="Tahoma"/>
                <a:cs typeface="Tahoma"/>
              </a:rPr>
              <a:t>in</a:t>
            </a:r>
            <a:endParaRPr sz="1200" dirty="0">
              <a:latin typeface="Tahoma"/>
              <a:cs typeface="Tahoma"/>
            </a:endParaRPr>
          </a:p>
        </p:txBody>
      </p:sp>
      <p:graphicFrame>
        <p:nvGraphicFramePr>
          <p:cNvPr id="5" name="object 5">
            <a:extLst>
              <a:ext uri="{FF2B5EF4-FFF2-40B4-BE49-F238E27FC236}">
                <a16:creationId xmlns:a16="http://schemas.microsoft.com/office/drawing/2014/main" id="{77E5565E-494B-1867-8229-0919DFD135B4}"/>
              </a:ext>
            </a:extLst>
          </p:cNvPr>
          <p:cNvGraphicFramePr>
            <a:graphicFrameLocks noGrp="1"/>
          </p:cNvGraphicFramePr>
          <p:nvPr>
            <p:extLst>
              <p:ext uri="{D42A27DB-BD31-4B8C-83A1-F6EECF244321}">
                <p14:modId xmlns:p14="http://schemas.microsoft.com/office/powerpoint/2010/main" val="3225370011"/>
              </p:ext>
            </p:extLst>
          </p:nvPr>
        </p:nvGraphicFramePr>
        <p:xfrm>
          <a:off x="428701" y="657098"/>
          <a:ext cx="5928676" cy="6444741"/>
        </p:xfrm>
        <a:graphic>
          <a:graphicData uri="http://schemas.openxmlformats.org/drawingml/2006/table">
            <a:tbl>
              <a:tblPr firstRow="1" bandRow="1">
                <a:tableStyleId>{2D5ABB26-0587-4C30-8999-92F81FD0307C}</a:tableStyleId>
              </a:tblPr>
              <a:tblGrid>
                <a:gridCol w="631825">
                  <a:extLst>
                    <a:ext uri="{9D8B030D-6E8A-4147-A177-3AD203B41FA5}">
                      <a16:colId xmlns:a16="http://schemas.microsoft.com/office/drawing/2014/main" val="20000"/>
                    </a:ext>
                  </a:extLst>
                </a:gridCol>
                <a:gridCol w="4338319">
                  <a:extLst>
                    <a:ext uri="{9D8B030D-6E8A-4147-A177-3AD203B41FA5}">
                      <a16:colId xmlns:a16="http://schemas.microsoft.com/office/drawing/2014/main" val="20001"/>
                    </a:ext>
                  </a:extLst>
                </a:gridCol>
                <a:gridCol w="420053">
                  <a:extLst>
                    <a:ext uri="{9D8B030D-6E8A-4147-A177-3AD203B41FA5}">
                      <a16:colId xmlns:a16="http://schemas.microsoft.com/office/drawing/2014/main" val="20006"/>
                    </a:ext>
                  </a:extLst>
                </a:gridCol>
                <a:gridCol w="538479">
                  <a:extLst>
                    <a:ext uri="{9D8B030D-6E8A-4147-A177-3AD203B41FA5}">
                      <a16:colId xmlns:a16="http://schemas.microsoft.com/office/drawing/2014/main" val="20007"/>
                    </a:ext>
                  </a:extLst>
                </a:gridCol>
              </a:tblGrid>
              <a:tr h="409702">
                <a:tc>
                  <a:txBody>
                    <a:bodyPr/>
                    <a:lstStyle/>
                    <a:p>
                      <a:pPr marL="91440">
                        <a:lnSpc>
                          <a:spcPct val="100000"/>
                        </a:lnSpc>
                        <a:spcBef>
                          <a:spcPts val="240"/>
                        </a:spcBef>
                      </a:pPr>
                      <a:r>
                        <a:rPr sz="1800" b="1" dirty="0">
                          <a:solidFill>
                            <a:srgbClr val="FFFFFF"/>
                          </a:solidFill>
                          <a:latin typeface="Calibri"/>
                          <a:cs typeface="Calibri"/>
                        </a:rPr>
                        <a:t>S.No</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BBA58"/>
                    </a:solidFill>
                  </a:tcPr>
                </a:tc>
                <a:tc>
                  <a:txBody>
                    <a:bodyPr/>
                    <a:lstStyle/>
                    <a:p>
                      <a:pPr marL="91440">
                        <a:lnSpc>
                          <a:spcPct val="100000"/>
                        </a:lnSpc>
                        <a:spcBef>
                          <a:spcPts val="240"/>
                        </a:spcBef>
                      </a:pPr>
                      <a:r>
                        <a:rPr sz="1800" b="1" spc="-5" dirty="0">
                          <a:solidFill>
                            <a:srgbClr val="FFFFFF"/>
                          </a:solidFill>
                          <a:latin typeface="Calibri"/>
                          <a:cs typeface="Calibri"/>
                        </a:rPr>
                        <a:t>Questions</a:t>
                      </a:r>
                      <a:endParaRPr sz="1800" dirty="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BBA58"/>
                    </a:solidFill>
                  </a:tcPr>
                </a:tc>
                <a:tc>
                  <a:txBody>
                    <a:bodyPr/>
                    <a:lstStyle/>
                    <a:p>
                      <a:pPr marL="92075">
                        <a:lnSpc>
                          <a:spcPct val="100000"/>
                        </a:lnSpc>
                        <a:spcBef>
                          <a:spcPts val="240"/>
                        </a:spcBef>
                      </a:pPr>
                      <a:r>
                        <a:rPr sz="1800" b="1" spc="-5" dirty="0">
                          <a:solidFill>
                            <a:srgbClr val="FFFFFF"/>
                          </a:solidFill>
                          <a:latin typeface="Calibri"/>
                          <a:cs typeface="Calibri"/>
                        </a:rPr>
                        <a:t>CO</a:t>
                      </a:r>
                      <a:endParaRPr sz="1800">
                        <a:latin typeface="Calibri"/>
                        <a:cs typeface="Calibri"/>
                      </a:endParaRPr>
                    </a:p>
                  </a:txBody>
                  <a:tcPr marL="0" marR="0" marT="30480" marB="0">
                    <a:lnL w="12700" cap="flat" cmpd="sng" algn="ctr">
                      <a:solidFill>
                        <a:srgbClr val="FFFFFF"/>
                      </a:solidFill>
                      <a:prstDash val="solid"/>
                      <a:round/>
                      <a:headEnd type="none" w="med" len="med"/>
                      <a:tailEnd type="none" w="med" len="me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9BBA58"/>
                    </a:solidFill>
                  </a:tcPr>
                </a:tc>
                <a:tc>
                  <a:txBody>
                    <a:bodyPr/>
                    <a:lstStyle/>
                    <a:p>
                      <a:pPr marL="92710">
                        <a:lnSpc>
                          <a:spcPct val="100000"/>
                        </a:lnSpc>
                        <a:spcBef>
                          <a:spcPts val="240"/>
                        </a:spcBef>
                      </a:pPr>
                      <a:r>
                        <a:rPr sz="1800" b="1" dirty="0">
                          <a:solidFill>
                            <a:srgbClr val="FFFFFF"/>
                          </a:solidFill>
                          <a:latin typeface="Calibri"/>
                          <a:cs typeface="Calibri"/>
                        </a:rPr>
                        <a:t>K</a:t>
                      </a:r>
                      <a:endParaRPr sz="1800">
                        <a:latin typeface="Calibri"/>
                        <a:cs typeface="Calibri"/>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BBA58"/>
                    </a:solidFill>
                  </a:tcPr>
                </a:tc>
                <a:extLst>
                  <a:ext uri="{0D108BD9-81ED-4DB2-BD59-A6C34878D82A}">
                    <a16:rowId xmlns:a16="http://schemas.microsoft.com/office/drawing/2014/main" val="10000"/>
                  </a:ext>
                </a:extLst>
              </a:tr>
              <a:tr h="370839">
                <a:tc gridSpan="4">
                  <a:txBody>
                    <a:bodyPr/>
                    <a:lstStyle/>
                    <a:p>
                      <a:pPr marL="167640">
                        <a:lnSpc>
                          <a:spcPct val="100000"/>
                        </a:lnSpc>
                        <a:spcBef>
                          <a:spcPts val="350"/>
                        </a:spcBef>
                      </a:pPr>
                      <a:r>
                        <a:rPr lang="en-US" sz="1400" b="1" spc="5" dirty="0">
                          <a:solidFill>
                            <a:srgbClr val="528235"/>
                          </a:solidFill>
                          <a:latin typeface="Tahoma"/>
                          <a:ea typeface="+mn-ea"/>
                          <a:cs typeface="Tahoma"/>
                        </a:rPr>
                        <a:t>SET 3</a:t>
                      </a:r>
                      <a:endParaRPr sz="1400" b="1" spc="5" dirty="0">
                        <a:solidFill>
                          <a:srgbClr val="528235"/>
                        </a:solidFill>
                        <a:latin typeface="Tahoma"/>
                        <a:ea typeface="+mn-ea"/>
                        <a:cs typeface="Tahoma"/>
                      </a:endParaRPr>
                    </a:p>
                  </a:txBody>
                  <a:tcPr marL="0" marR="0" marT="44450" marB="0">
                    <a:lnL w="12700">
                      <a:solidFill>
                        <a:srgbClr val="FFFFFF"/>
                      </a:solidFill>
                      <a:prstDash val="solid"/>
                    </a:lnL>
                    <a:lnR w="12700">
                      <a:solidFill>
                        <a:srgbClr val="FFFFFF"/>
                      </a:solidFill>
                      <a:prstDash val="soli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EE7D1"/>
                    </a:solidFill>
                  </a:tcPr>
                </a:tc>
                <a:tc hMerge="1">
                  <a:txBody>
                    <a:bodyPr/>
                    <a:lstStyle/>
                    <a:p>
                      <a:pPr marL="167640">
                        <a:lnSpc>
                          <a:spcPct val="100000"/>
                        </a:lnSpc>
                        <a:spcBef>
                          <a:spcPts val="350"/>
                        </a:spcBef>
                      </a:pPr>
                      <a:endParaRPr sz="1200" dirty="0">
                        <a:latin typeface="Tahoma"/>
                        <a:cs typeface="Tahoma"/>
                      </a:endParaRPr>
                    </a:p>
                  </a:txBody>
                  <a:tcPr marL="0" marR="0" marT="444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EE7D1"/>
                    </a:solidFill>
                  </a:tcPr>
                </a:tc>
                <a:tc hMerge="1">
                  <a:txBody>
                    <a:bodyPr/>
                    <a:lstStyle/>
                    <a:p>
                      <a:pPr marL="92075">
                        <a:lnSpc>
                          <a:spcPct val="100000"/>
                        </a:lnSpc>
                        <a:spcBef>
                          <a:spcPts val="350"/>
                        </a:spcBef>
                      </a:pPr>
                      <a:endParaRPr sz="1400" dirty="0">
                        <a:latin typeface="Tahoma"/>
                        <a:cs typeface="Tahoma"/>
                      </a:endParaRPr>
                    </a:p>
                  </a:txBody>
                  <a:tcPr marL="0" marR="0" marT="444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a:solidFill>
                        <a:srgbClr val="FFFFFF"/>
                      </a:solidFill>
                      <a:prstDash val="solid"/>
                    </a:lnT>
                    <a:lnB w="38100" cap="flat" cmpd="sng" algn="ctr">
                      <a:solidFill>
                        <a:srgbClr val="FFFFFF"/>
                      </a:solidFill>
                      <a:prstDash val="solid"/>
                      <a:round/>
                      <a:headEnd type="none" w="med" len="med"/>
                      <a:tailEnd type="none" w="med" len="med"/>
                    </a:lnB>
                    <a:solidFill>
                      <a:srgbClr val="DEE7D1"/>
                    </a:solidFill>
                  </a:tcPr>
                </a:tc>
                <a:tc hMerge="1">
                  <a:txBody>
                    <a:bodyPr/>
                    <a:lstStyle/>
                    <a:p>
                      <a:pPr marL="92710">
                        <a:lnSpc>
                          <a:spcPct val="100000"/>
                        </a:lnSpc>
                        <a:spcBef>
                          <a:spcPts val="350"/>
                        </a:spcBef>
                      </a:pPr>
                      <a:endParaRPr sz="1400" dirty="0">
                        <a:latin typeface="Tahoma"/>
                        <a:cs typeface="Tahoma"/>
                      </a:endParaRPr>
                    </a:p>
                  </a:txBody>
                  <a:tcPr marL="0" marR="0" marT="44450" marB="0">
                    <a:lnL w="12700" cap="flat" cmpd="sng" algn="ctr">
                      <a:solidFill>
                        <a:srgbClr val="FFFFFF"/>
                      </a:solidFill>
                      <a:prstDash val="solid"/>
                      <a:round/>
                      <a:headEnd type="none" w="med" len="med"/>
                      <a:tailEnd type="none" w="med" len="med"/>
                    </a:lnL>
                    <a:lnR w="12700">
                      <a:solidFill>
                        <a:srgbClr val="FFFFFF"/>
                      </a:solidFill>
                      <a:prstDash val="solid"/>
                    </a:lnR>
                    <a:lnT w="38100">
                      <a:solidFill>
                        <a:srgbClr val="FFFFFF"/>
                      </a:solidFill>
                      <a:prstDash val="solid"/>
                    </a:lnT>
                    <a:lnB w="38100" cap="flat" cmpd="sng" algn="ctr">
                      <a:solidFill>
                        <a:srgbClr val="FFFFFF"/>
                      </a:solidFill>
                      <a:prstDash val="solid"/>
                      <a:round/>
                      <a:headEnd type="none" w="med" len="med"/>
                      <a:tailEnd type="none" w="med" len="med"/>
                    </a:lnB>
                    <a:solidFill>
                      <a:srgbClr val="DEE7D1"/>
                    </a:solidFill>
                  </a:tcPr>
                </a:tc>
                <a:extLst>
                  <a:ext uri="{0D108BD9-81ED-4DB2-BD59-A6C34878D82A}">
                    <a16:rowId xmlns:a16="http://schemas.microsoft.com/office/drawing/2014/main" val="1324299383"/>
                  </a:ext>
                </a:extLst>
              </a:tr>
              <a:tr h="543561">
                <a:tc>
                  <a:txBody>
                    <a:bodyPr/>
                    <a:lstStyle/>
                    <a:p>
                      <a:pPr marL="161290">
                        <a:lnSpc>
                          <a:spcPct val="100000"/>
                        </a:lnSpc>
                        <a:spcBef>
                          <a:spcPts val="300"/>
                        </a:spcBef>
                      </a:pPr>
                      <a:r>
                        <a:rPr lang="en-US" sz="1200" dirty="0">
                          <a:solidFill>
                            <a:srgbClr val="528235"/>
                          </a:solidFill>
                          <a:latin typeface="Tahoma"/>
                          <a:cs typeface="Tahoma"/>
                        </a:rPr>
                        <a:t>5</a:t>
                      </a:r>
                      <a:r>
                        <a:rPr sz="1200" dirty="0">
                          <a:solidFill>
                            <a:srgbClr val="528235"/>
                          </a:solidFill>
                          <a:latin typeface="Tahoma"/>
                          <a:cs typeface="Tahoma"/>
                        </a:rPr>
                        <a:t>.</a:t>
                      </a:r>
                      <a:endParaRPr sz="1200" dirty="0">
                        <a:latin typeface="Tahoma"/>
                        <a:cs typeface="Tahoma"/>
                      </a:endParaRPr>
                    </a:p>
                  </a:txBody>
                  <a:tcPr marL="0" marR="0" marT="38100" marB="0" anchor="ctr">
                    <a:lnL w="12700">
                      <a:solidFill>
                        <a:srgbClr val="FFFFFF"/>
                      </a:solidFill>
                      <a:prstDash val="soli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EE7D1"/>
                    </a:solidFill>
                  </a:tcPr>
                </a:tc>
                <a:tc>
                  <a:txBody>
                    <a:bodyPr/>
                    <a:lstStyle/>
                    <a:p>
                      <a:pPr marL="0" marR="43180" indent="0">
                        <a:lnSpc>
                          <a:spcPct val="100000"/>
                        </a:lnSpc>
                        <a:buNone/>
                        <a:tabLst>
                          <a:tab pos="279400" algn="l"/>
                          <a:tab pos="2157730" algn="l"/>
                        </a:tabLst>
                      </a:pPr>
                      <a:r>
                        <a:rPr lang="en-US" sz="1200" spc="-10" dirty="0">
                          <a:solidFill>
                            <a:srgbClr val="538235"/>
                          </a:solidFill>
                          <a:latin typeface="Tahoma"/>
                          <a:ea typeface="+mn-ea"/>
                          <a:cs typeface="Tahoma"/>
                        </a:rPr>
                        <a:t> Given p = 23, g =5. Alice a = 6, Bob b = 15. </a:t>
                      </a:r>
                    </a:p>
                    <a:p>
                      <a:pPr marL="171450" marR="43180" lvl="0" indent="-171450">
                        <a:lnSpc>
                          <a:spcPct val="100000"/>
                        </a:lnSpc>
                        <a:buFont typeface="Wingdings" panose="05000000000000000000" pitchFamily="2" charset="2"/>
                        <a:buChar char="§"/>
                        <a:tabLst>
                          <a:tab pos="279400" algn="l"/>
                          <a:tab pos="2157730" algn="l"/>
                        </a:tabLst>
                      </a:pPr>
                      <a:r>
                        <a:rPr lang="en-US" sz="1200" spc="-10" dirty="0">
                          <a:solidFill>
                            <a:srgbClr val="538235"/>
                          </a:solidFill>
                          <a:latin typeface="Tahoma"/>
                          <a:ea typeface="+mn-ea"/>
                          <a:cs typeface="Tahoma"/>
                        </a:rPr>
                        <a:t>Compute Shared key using Diffie-Hellman Key Exchange.</a:t>
                      </a:r>
                    </a:p>
                    <a:p>
                      <a:pPr marL="171450" marR="43180" lvl="0" indent="-171450">
                        <a:lnSpc>
                          <a:spcPct val="100000"/>
                        </a:lnSpc>
                        <a:buFont typeface="Wingdings" panose="05000000000000000000" pitchFamily="2" charset="2"/>
                        <a:buChar char="§"/>
                        <a:tabLst>
                          <a:tab pos="279400" algn="l"/>
                          <a:tab pos="2157730" algn="l"/>
                        </a:tabLst>
                      </a:pPr>
                      <a:r>
                        <a:rPr lang="en-US" sz="1200" spc="-10" dirty="0">
                          <a:solidFill>
                            <a:srgbClr val="538235"/>
                          </a:solidFill>
                          <a:latin typeface="Tahoma"/>
                          <a:ea typeface="+mn-ea"/>
                          <a:cs typeface="Tahoma"/>
                        </a:rPr>
                        <a:t>Simulate a Man-in-the-Middle Attack.</a:t>
                      </a:r>
                    </a:p>
                    <a:p>
                      <a:pPr marL="171450" marR="43180" lvl="0" indent="-171450">
                        <a:lnSpc>
                          <a:spcPct val="100000"/>
                        </a:lnSpc>
                        <a:buFont typeface="Wingdings" panose="05000000000000000000" pitchFamily="2" charset="2"/>
                        <a:buChar char="§"/>
                        <a:tabLst>
                          <a:tab pos="279400" algn="l"/>
                          <a:tab pos="2157730" algn="l"/>
                        </a:tabLst>
                      </a:pPr>
                      <a:r>
                        <a:rPr lang="en-US" sz="1200" spc="-10" dirty="0">
                          <a:solidFill>
                            <a:srgbClr val="538235"/>
                          </a:solidFill>
                          <a:latin typeface="Tahoma"/>
                          <a:ea typeface="+mn-ea"/>
                          <a:cs typeface="Tahoma"/>
                        </a:rPr>
                        <a:t>Show mathematically how attacker derives different keys.</a:t>
                      </a:r>
                    </a:p>
                  </a:txBody>
                  <a:tcPr marL="0" marR="0" marT="444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EE7D1"/>
                    </a:solidFill>
                  </a:tcPr>
                </a:tc>
                <a:tc>
                  <a:txBody>
                    <a:bodyPr/>
                    <a:lstStyle/>
                    <a:p>
                      <a:pPr marL="92075">
                        <a:lnSpc>
                          <a:spcPct val="100000"/>
                        </a:lnSpc>
                        <a:spcBef>
                          <a:spcPts val="355"/>
                        </a:spcBef>
                      </a:pPr>
                      <a:r>
                        <a:rPr lang="en-IN" sz="1400" spc="-10" dirty="0">
                          <a:solidFill>
                            <a:srgbClr val="528235"/>
                          </a:solidFill>
                          <a:latin typeface="Tahoma"/>
                          <a:cs typeface="Tahoma"/>
                        </a:rPr>
                        <a:t>CO3</a:t>
                      </a:r>
                      <a:endParaRPr sz="1400" dirty="0">
                        <a:latin typeface="Tahoma"/>
                        <a:cs typeface="Tahoma"/>
                      </a:endParaRPr>
                    </a:p>
                  </a:txBody>
                  <a:tcPr marL="0" marR="0" marT="4508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EE7D1"/>
                    </a:solidFill>
                  </a:tcPr>
                </a:tc>
                <a:tc>
                  <a:txBody>
                    <a:bodyPr/>
                    <a:lstStyle/>
                    <a:p>
                      <a:pPr marL="92710">
                        <a:lnSpc>
                          <a:spcPct val="100000"/>
                        </a:lnSpc>
                        <a:spcBef>
                          <a:spcPts val="355"/>
                        </a:spcBef>
                      </a:pPr>
                      <a:r>
                        <a:rPr sz="1400" spc="-10" dirty="0">
                          <a:solidFill>
                            <a:srgbClr val="528235"/>
                          </a:solidFill>
                          <a:latin typeface="Tahoma"/>
                          <a:cs typeface="Tahoma"/>
                        </a:rPr>
                        <a:t>K3</a:t>
                      </a:r>
                      <a:r>
                        <a:rPr lang="en-IN" sz="1400" spc="-10" dirty="0">
                          <a:solidFill>
                            <a:srgbClr val="528235"/>
                          </a:solidFill>
                          <a:latin typeface="Tahoma"/>
                          <a:cs typeface="Tahoma"/>
                        </a:rPr>
                        <a:t>, K4</a:t>
                      </a:r>
                      <a:endParaRPr sz="1400" dirty="0">
                        <a:latin typeface="Tahoma"/>
                        <a:cs typeface="Tahoma"/>
                      </a:endParaRPr>
                    </a:p>
                  </a:txBody>
                  <a:tcPr marL="0" marR="0" marT="45085" marB="0" anchor="ctr">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EE7D1"/>
                    </a:solidFill>
                  </a:tcPr>
                </a:tc>
                <a:extLst>
                  <a:ext uri="{0D108BD9-81ED-4DB2-BD59-A6C34878D82A}">
                    <a16:rowId xmlns:a16="http://schemas.microsoft.com/office/drawing/2014/main" val="2436955183"/>
                  </a:ext>
                </a:extLst>
              </a:tr>
              <a:tr h="543561">
                <a:tc>
                  <a:txBody>
                    <a:bodyPr/>
                    <a:lstStyle/>
                    <a:p>
                      <a:pPr marL="186055">
                        <a:lnSpc>
                          <a:spcPct val="100000"/>
                        </a:lnSpc>
                        <a:spcBef>
                          <a:spcPts val="300"/>
                        </a:spcBef>
                      </a:pPr>
                      <a:r>
                        <a:rPr lang="en-US" sz="1200" dirty="0">
                          <a:solidFill>
                            <a:srgbClr val="528235"/>
                          </a:solidFill>
                          <a:latin typeface="Tahoma"/>
                          <a:cs typeface="Tahoma"/>
                        </a:rPr>
                        <a:t>6</a:t>
                      </a:r>
                      <a:r>
                        <a:rPr sz="1200" dirty="0">
                          <a:solidFill>
                            <a:srgbClr val="528235"/>
                          </a:solidFill>
                          <a:latin typeface="Tahoma"/>
                          <a:cs typeface="Tahoma"/>
                        </a:rPr>
                        <a:t>.</a:t>
                      </a:r>
                      <a:endParaRPr sz="1200" dirty="0">
                        <a:latin typeface="Tahoma"/>
                        <a:cs typeface="Tahoma"/>
                      </a:endParaRPr>
                    </a:p>
                  </a:txBody>
                  <a:tcPr marL="0" marR="0" marT="38100" marB="0" anchor="ctr">
                    <a:lnL w="12700">
                      <a:solidFill>
                        <a:srgbClr val="FFFFFF"/>
                      </a:solidFill>
                      <a:prstDash val="soli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EE7D1"/>
                    </a:solidFill>
                  </a:tcPr>
                </a:tc>
                <a:tc>
                  <a:txBody>
                    <a:bodyPr/>
                    <a:lstStyle/>
                    <a:p>
                      <a:pPr marL="0" marR="43180" indent="0">
                        <a:lnSpc>
                          <a:spcPct val="100000"/>
                        </a:lnSpc>
                        <a:buNone/>
                        <a:tabLst>
                          <a:tab pos="279400" algn="l"/>
                          <a:tab pos="2157730" algn="l"/>
                        </a:tabLst>
                      </a:pPr>
                      <a:r>
                        <a:rPr lang="en-US" sz="1200" spc="-10" dirty="0">
                          <a:solidFill>
                            <a:srgbClr val="538235"/>
                          </a:solidFill>
                          <a:latin typeface="Tahoma"/>
                          <a:ea typeface="+mn-ea"/>
                          <a:cs typeface="Tahoma"/>
                        </a:rPr>
                        <a:t>Given p = 23, g = 5, x = 6 (private key) Message M = 10, random k = 7.</a:t>
                      </a:r>
                    </a:p>
                    <a:p>
                      <a:pPr marL="171450" marR="43180" lvl="0" indent="-171450">
                        <a:lnSpc>
                          <a:spcPct val="100000"/>
                        </a:lnSpc>
                        <a:buFont typeface="Wingdings" panose="05000000000000000000" pitchFamily="2" charset="2"/>
                        <a:buChar char="§"/>
                        <a:tabLst>
                          <a:tab pos="279400" algn="l"/>
                          <a:tab pos="2157730" algn="l"/>
                        </a:tabLst>
                      </a:pPr>
                      <a:r>
                        <a:rPr lang="en-US" sz="1200" spc="-10" dirty="0">
                          <a:solidFill>
                            <a:srgbClr val="538235"/>
                          </a:solidFill>
                          <a:latin typeface="Tahoma"/>
                          <a:ea typeface="+mn-ea"/>
                          <a:cs typeface="Tahoma"/>
                        </a:rPr>
                        <a:t>Compute public key.</a:t>
                      </a:r>
                    </a:p>
                    <a:p>
                      <a:pPr marL="171450" marR="43180" lvl="0" indent="-171450">
                        <a:lnSpc>
                          <a:spcPct val="100000"/>
                        </a:lnSpc>
                        <a:buFont typeface="Wingdings" panose="05000000000000000000" pitchFamily="2" charset="2"/>
                        <a:buChar char="§"/>
                        <a:tabLst>
                          <a:tab pos="279400" algn="l"/>
                          <a:tab pos="2157730" algn="l"/>
                        </a:tabLst>
                      </a:pPr>
                      <a:r>
                        <a:rPr lang="en-US" sz="1200" spc="-10" dirty="0">
                          <a:solidFill>
                            <a:srgbClr val="538235"/>
                          </a:solidFill>
                          <a:latin typeface="Tahoma"/>
                          <a:ea typeface="+mn-ea"/>
                          <a:cs typeface="Tahoma"/>
                        </a:rPr>
                        <a:t>Encrypt using El-Gamal Encryption.</a:t>
                      </a:r>
                    </a:p>
                    <a:p>
                      <a:pPr marL="171450" marR="43180" lvl="0" indent="-171450">
                        <a:lnSpc>
                          <a:spcPct val="100000"/>
                        </a:lnSpc>
                        <a:buFont typeface="Wingdings" panose="05000000000000000000" pitchFamily="2" charset="2"/>
                        <a:buChar char="§"/>
                        <a:tabLst>
                          <a:tab pos="279400" algn="l"/>
                          <a:tab pos="2157730" algn="l"/>
                        </a:tabLst>
                      </a:pPr>
                      <a:r>
                        <a:rPr lang="en-US" sz="1200" spc="-10" dirty="0">
                          <a:solidFill>
                            <a:srgbClr val="538235"/>
                          </a:solidFill>
                          <a:latin typeface="Tahoma"/>
                          <a:ea typeface="+mn-ea"/>
                          <a:cs typeface="Tahoma"/>
                        </a:rPr>
                        <a:t>Decrypt and verify correctness</a:t>
                      </a:r>
                      <a:r>
                        <a:rPr lang="en-US" sz="1200" spc="-5" dirty="0">
                          <a:solidFill>
                            <a:srgbClr val="538235"/>
                          </a:solidFill>
                          <a:latin typeface="Tahoma"/>
                          <a:cs typeface="Tahoma"/>
                        </a:rPr>
                        <a:t>.</a:t>
                      </a:r>
                      <a:endParaRPr lang="en-US" sz="1200" dirty="0">
                        <a:latin typeface="Tahoma"/>
                        <a:cs typeface="Tahoma"/>
                      </a:endParaRPr>
                    </a:p>
                  </a:txBody>
                  <a:tcPr marL="0" marR="0" marT="444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EE7D1"/>
                    </a:solidFill>
                  </a:tcPr>
                </a:tc>
                <a:tc>
                  <a:txBody>
                    <a:bodyPr/>
                    <a:lstStyle/>
                    <a:p>
                      <a:pPr marL="92075">
                        <a:lnSpc>
                          <a:spcPct val="100000"/>
                        </a:lnSpc>
                        <a:spcBef>
                          <a:spcPts val="355"/>
                        </a:spcBef>
                      </a:pPr>
                      <a:r>
                        <a:rPr lang="en-IN" sz="1400" spc="-10" dirty="0">
                          <a:solidFill>
                            <a:srgbClr val="528235"/>
                          </a:solidFill>
                          <a:latin typeface="Tahoma"/>
                          <a:cs typeface="Tahoma"/>
                        </a:rPr>
                        <a:t>CO3</a:t>
                      </a:r>
                      <a:endParaRPr sz="1400" dirty="0">
                        <a:latin typeface="Tahoma"/>
                        <a:cs typeface="Tahoma"/>
                      </a:endParaRPr>
                    </a:p>
                  </a:txBody>
                  <a:tcPr marL="0" marR="0" marT="4508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EE7D1"/>
                    </a:solidFill>
                  </a:tcPr>
                </a:tc>
                <a:tc>
                  <a:txBody>
                    <a:bodyPr/>
                    <a:lstStyle/>
                    <a:p>
                      <a:pPr marL="92710">
                        <a:lnSpc>
                          <a:spcPct val="100000"/>
                        </a:lnSpc>
                        <a:spcBef>
                          <a:spcPts val="355"/>
                        </a:spcBef>
                      </a:pPr>
                      <a:r>
                        <a:rPr lang="en-IN" sz="1400" spc="-10" dirty="0">
                          <a:solidFill>
                            <a:srgbClr val="528235"/>
                          </a:solidFill>
                          <a:latin typeface="Tahoma"/>
                          <a:cs typeface="Tahoma"/>
                        </a:rPr>
                        <a:t>K5</a:t>
                      </a:r>
                      <a:endParaRPr sz="1400" dirty="0">
                        <a:latin typeface="Tahoma"/>
                        <a:cs typeface="Tahoma"/>
                      </a:endParaRPr>
                    </a:p>
                  </a:txBody>
                  <a:tcPr marL="0" marR="0" marT="45085" marB="0" anchor="ctr">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EE7D1"/>
                    </a:solidFill>
                  </a:tcPr>
                </a:tc>
                <a:extLst>
                  <a:ext uri="{0D108BD9-81ED-4DB2-BD59-A6C34878D82A}">
                    <a16:rowId xmlns:a16="http://schemas.microsoft.com/office/drawing/2014/main" val="99912066"/>
                  </a:ext>
                </a:extLst>
              </a:tr>
              <a:tr h="543561">
                <a:tc gridSpan="4">
                  <a:txBody>
                    <a:bodyPr/>
                    <a:lstStyle/>
                    <a:p>
                      <a:pPr marL="167640" marR="0" lvl="0" indent="0" defTabSz="914400" eaLnBrk="1" fontAlgn="auto" latinLnBrk="0" hangingPunct="1">
                        <a:lnSpc>
                          <a:spcPct val="100000"/>
                        </a:lnSpc>
                        <a:spcBef>
                          <a:spcPts val="350"/>
                        </a:spcBef>
                        <a:spcAft>
                          <a:spcPts val="0"/>
                        </a:spcAft>
                        <a:buClrTx/>
                        <a:buSzTx/>
                        <a:buFontTx/>
                        <a:buNone/>
                        <a:tabLst/>
                        <a:defRPr/>
                      </a:pPr>
                      <a:r>
                        <a:rPr lang="en-US" sz="1200" b="1" spc="5" dirty="0">
                          <a:solidFill>
                            <a:srgbClr val="528235"/>
                          </a:solidFill>
                          <a:latin typeface="Tahoma"/>
                          <a:ea typeface="+mn-ea"/>
                          <a:cs typeface="Tahoma"/>
                        </a:rPr>
                        <a:t>SET 4</a:t>
                      </a:r>
                    </a:p>
                    <a:p>
                      <a:pPr marL="167640">
                        <a:lnSpc>
                          <a:spcPct val="100000"/>
                        </a:lnSpc>
                        <a:spcBef>
                          <a:spcPts val="350"/>
                        </a:spcBef>
                      </a:pPr>
                      <a:endParaRPr sz="1200" dirty="0">
                        <a:latin typeface="Tahoma"/>
                        <a:cs typeface="Tahoma"/>
                      </a:endParaRPr>
                    </a:p>
                  </a:txBody>
                  <a:tcPr marL="0" marR="0" marT="44450" marB="0">
                    <a:lnL w="12700">
                      <a:solidFill>
                        <a:srgbClr val="FFFFFF"/>
                      </a:solidFill>
                      <a:prstDash val="solid"/>
                    </a:lnL>
                    <a:lnR w="12700">
                      <a:solidFill>
                        <a:srgbClr val="FFFFFF"/>
                      </a:solidFill>
                      <a:prstDash val="soli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EE7D1"/>
                    </a:solidFill>
                  </a:tcPr>
                </a:tc>
                <a:tc hMerge="1">
                  <a:txBody>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sz="1200" spc="-5" dirty="0">
                        <a:solidFill>
                          <a:srgbClr val="528235"/>
                        </a:solidFill>
                        <a:latin typeface="Tahoma"/>
                        <a:ea typeface="+mn-ea"/>
                        <a:cs typeface="Tahoma"/>
                      </a:endParaRPr>
                    </a:p>
                  </a:txBody>
                  <a:tcPr marL="0" marR="0" marT="4445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EE7D1"/>
                    </a:solidFill>
                  </a:tcPr>
                </a:tc>
                <a:tc hMerge="1">
                  <a:txBody>
                    <a:bodyPr/>
                    <a:lstStyle/>
                    <a:p>
                      <a:pPr marL="92075">
                        <a:lnSpc>
                          <a:spcPct val="100000"/>
                        </a:lnSpc>
                        <a:spcBef>
                          <a:spcPts val="355"/>
                        </a:spcBef>
                      </a:pPr>
                      <a:endParaRPr sz="1400" dirty="0">
                        <a:latin typeface="Tahoma"/>
                        <a:cs typeface="Tahoma"/>
                      </a:endParaRPr>
                    </a:p>
                  </a:txBody>
                  <a:tcPr marL="0" marR="0" marT="45085"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EE7D1"/>
                    </a:solidFill>
                  </a:tcPr>
                </a:tc>
                <a:tc hMerge="1">
                  <a:txBody>
                    <a:bodyPr/>
                    <a:lstStyle/>
                    <a:p>
                      <a:pPr marL="92710">
                        <a:lnSpc>
                          <a:spcPct val="100000"/>
                        </a:lnSpc>
                        <a:spcBef>
                          <a:spcPts val="355"/>
                        </a:spcBef>
                      </a:pPr>
                      <a:endParaRPr sz="1400" dirty="0">
                        <a:latin typeface="Tahoma"/>
                        <a:cs typeface="Tahoma"/>
                      </a:endParaRPr>
                    </a:p>
                  </a:txBody>
                  <a:tcPr marL="0" marR="0" marT="45085" marB="0">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solidFill>
                      <a:srgbClr val="DEE7D1"/>
                    </a:solidFill>
                  </a:tcPr>
                </a:tc>
                <a:extLst>
                  <a:ext uri="{0D108BD9-81ED-4DB2-BD59-A6C34878D82A}">
                    <a16:rowId xmlns:a16="http://schemas.microsoft.com/office/drawing/2014/main" val="2175333053"/>
                  </a:ext>
                </a:extLst>
              </a:tr>
              <a:tr h="543561">
                <a:tc>
                  <a:txBody>
                    <a:bodyPr/>
                    <a:lstStyle/>
                    <a:p>
                      <a:pPr marL="167640">
                        <a:lnSpc>
                          <a:spcPct val="100000"/>
                        </a:lnSpc>
                        <a:spcBef>
                          <a:spcPts val="350"/>
                        </a:spcBef>
                      </a:pPr>
                      <a:r>
                        <a:rPr lang="en-US" sz="1200" dirty="0">
                          <a:solidFill>
                            <a:srgbClr val="528235"/>
                          </a:solidFill>
                          <a:latin typeface="Tahoma"/>
                          <a:cs typeface="Tahoma"/>
                        </a:rPr>
                        <a:t>7</a:t>
                      </a:r>
                      <a:r>
                        <a:rPr sz="1200" dirty="0">
                          <a:solidFill>
                            <a:srgbClr val="528235"/>
                          </a:solidFill>
                          <a:latin typeface="Tahoma"/>
                          <a:cs typeface="Tahoma"/>
                        </a:rPr>
                        <a:t>.</a:t>
                      </a:r>
                      <a:endParaRPr sz="1200" dirty="0">
                        <a:latin typeface="Tahoma"/>
                        <a:cs typeface="Tahoma"/>
                      </a:endParaRPr>
                    </a:p>
                  </a:txBody>
                  <a:tcPr marL="0" marR="0" marT="44450" marB="0" anchor="ctr">
                    <a:lnL w="12700">
                      <a:solidFill>
                        <a:srgbClr val="FFFFFF"/>
                      </a:solidFill>
                      <a:prstDash val="soli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Post-Quantum Analysis - Evaluate impact of </a:t>
                      </a:r>
                      <a:r>
                        <a:rPr lang="en-US" sz="1200" b="1" dirty="0">
                          <a:solidFill>
                            <a:srgbClr val="3C5F27"/>
                          </a:solidFill>
                          <a:effectLst/>
                          <a:latin typeface="Tahoma" panose="020B0604030504040204" pitchFamily="34" charset="0"/>
                          <a:ea typeface="Tahoma" panose="020B0604030504040204" pitchFamily="34" charset="0"/>
                          <a:cs typeface="Tahoma" panose="020B0604030504040204" pitchFamily="34" charset="0"/>
                        </a:rPr>
                        <a:t>Shor's Algorithm</a:t>
                      </a:r>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 on: </a:t>
                      </a:r>
                      <a:endParaRPr lang="en-IN" sz="12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lvl="1"/>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RSA </a:t>
                      </a:r>
                      <a:endParaRPr lang="en-IN" sz="12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lvl="1"/>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Diffie-Hellman </a:t>
                      </a:r>
                      <a:endParaRPr lang="en-IN" sz="12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lvl="1"/>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ECC</a:t>
                      </a:r>
                      <a:endParaRPr lang="en-IN" sz="12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txBody>
                  <a:tcPr marL="0" marR="0" marT="444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075">
                        <a:lnSpc>
                          <a:spcPct val="100000"/>
                        </a:lnSpc>
                        <a:spcBef>
                          <a:spcPts val="355"/>
                        </a:spcBef>
                      </a:pPr>
                      <a:r>
                        <a:rPr lang="en-IN" sz="1400" spc="-10" dirty="0">
                          <a:solidFill>
                            <a:srgbClr val="528235"/>
                          </a:solidFill>
                          <a:latin typeface="Tahoma"/>
                          <a:cs typeface="Tahoma"/>
                        </a:rPr>
                        <a:t>CO3</a:t>
                      </a:r>
                      <a:endParaRPr sz="1400" dirty="0">
                        <a:latin typeface="Tahoma"/>
                        <a:cs typeface="Tahoma"/>
                      </a:endParaRPr>
                    </a:p>
                  </a:txBody>
                  <a:tcPr marL="0" marR="0" marT="4508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710">
                        <a:lnSpc>
                          <a:spcPct val="100000"/>
                        </a:lnSpc>
                        <a:spcBef>
                          <a:spcPts val="355"/>
                        </a:spcBef>
                      </a:pPr>
                      <a:r>
                        <a:rPr sz="1400" spc="-10" dirty="0">
                          <a:solidFill>
                            <a:srgbClr val="528235"/>
                          </a:solidFill>
                          <a:latin typeface="Tahoma"/>
                          <a:cs typeface="Tahoma"/>
                        </a:rPr>
                        <a:t>K</a:t>
                      </a:r>
                      <a:r>
                        <a:rPr lang="en-IN" sz="1400" spc="-10" dirty="0">
                          <a:solidFill>
                            <a:srgbClr val="528235"/>
                          </a:solidFill>
                          <a:latin typeface="Tahoma"/>
                          <a:cs typeface="Tahoma"/>
                        </a:rPr>
                        <a:t>5</a:t>
                      </a:r>
                      <a:endParaRPr sz="1400" dirty="0">
                        <a:latin typeface="Tahoma"/>
                        <a:cs typeface="Tahoma"/>
                      </a:endParaRPr>
                    </a:p>
                  </a:txBody>
                  <a:tcPr marL="0" marR="0" marT="45085" marB="0" anchor="ctr">
                    <a:lnL w="12700" cap="flat" cmpd="sng" algn="ctr">
                      <a:solidFill>
                        <a:srgbClr val="FFFFFF"/>
                      </a:solidFill>
                      <a:prstDash val="solid"/>
                      <a:round/>
                      <a:headEnd type="none" w="med" len="med"/>
                      <a:tailEnd type="none" w="med" len="med"/>
                    </a:lnL>
                    <a:lnR w="12700">
                      <a:solidFill>
                        <a:srgbClr val="FFFFFF"/>
                      </a:solidFill>
                      <a:prstDash val="solid"/>
                    </a:lnR>
                    <a:lnT w="381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extLst>
                  <a:ext uri="{0D108BD9-81ED-4DB2-BD59-A6C34878D82A}">
                    <a16:rowId xmlns:a16="http://schemas.microsoft.com/office/drawing/2014/main" val="10001"/>
                  </a:ext>
                </a:extLst>
              </a:tr>
              <a:tr h="370839">
                <a:tc>
                  <a:txBody>
                    <a:bodyPr/>
                    <a:lstStyle/>
                    <a:p>
                      <a:pPr marL="167640">
                        <a:lnSpc>
                          <a:spcPct val="100000"/>
                        </a:lnSpc>
                        <a:spcBef>
                          <a:spcPts val="350"/>
                        </a:spcBef>
                      </a:pPr>
                      <a:r>
                        <a:rPr lang="en-US" sz="1200" dirty="0">
                          <a:solidFill>
                            <a:srgbClr val="528235"/>
                          </a:solidFill>
                          <a:latin typeface="Tahoma"/>
                          <a:cs typeface="Tahoma"/>
                        </a:rPr>
                        <a:t>8.</a:t>
                      </a:r>
                      <a:endParaRPr lang="en-US" sz="1200" dirty="0">
                        <a:latin typeface="Tahoma"/>
                        <a:cs typeface="Tahoma"/>
                      </a:endParaRPr>
                    </a:p>
                  </a:txBody>
                  <a:tcPr marL="0" marR="0" marT="38100" marB="0" anchor="ctr">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lvl="0"/>
                      <a:r>
                        <a:rPr lang="en-US" sz="1200" spc="-10" dirty="0">
                          <a:solidFill>
                            <a:srgbClr val="538235"/>
                          </a:solidFill>
                          <a:latin typeface="Tahoma"/>
                          <a:cs typeface="Tahoma"/>
                        </a:rPr>
                        <a:t>Compare Hardness: </a:t>
                      </a:r>
                    </a:p>
                    <a:p>
                      <a:pPr lvl="0"/>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Integer factorization vs elliptic curve discrete log problem </a:t>
                      </a:r>
                      <a:endParaRPr lang="en-IN" sz="1200" dirty="0">
                        <a:solidFill>
                          <a:srgbClr val="3C5F27"/>
                        </a:solidFill>
                        <a:effectLst/>
                        <a:latin typeface="Tahoma" panose="020B0604030504040204" pitchFamily="34" charset="0"/>
                        <a:ea typeface="Tahoma" panose="020B0604030504040204" pitchFamily="34" charset="0"/>
                        <a:cs typeface="Tahoma" panose="020B0604030504040204" pitchFamily="34" charset="0"/>
                      </a:endParaRPr>
                    </a:p>
                    <a:p>
                      <a:pPr lvl="0"/>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Why </a:t>
                      </a:r>
                      <a:r>
                        <a:rPr lang="en-US" sz="1200" b="1" dirty="0">
                          <a:solidFill>
                            <a:srgbClr val="3C5F27"/>
                          </a:solidFill>
                          <a:effectLst/>
                          <a:latin typeface="Tahoma" panose="020B0604030504040204" pitchFamily="34" charset="0"/>
                          <a:ea typeface="Tahoma" panose="020B0604030504040204" pitchFamily="34" charset="0"/>
                          <a:cs typeface="Tahoma" panose="020B0604030504040204" pitchFamily="34" charset="0"/>
                        </a:rPr>
                        <a:t>Elliptic Curve Cryptography</a:t>
                      </a:r>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 achieves same security with smaller keys?</a:t>
                      </a:r>
                      <a:endParaRPr sz="1200" dirty="0">
                        <a:latin typeface="Tahoma"/>
                        <a:cs typeface="Tahoma"/>
                      </a:endParaRPr>
                    </a:p>
                  </a:txBody>
                  <a:tcPr marL="0" marR="0" marT="3810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075">
                        <a:lnSpc>
                          <a:spcPct val="100000"/>
                        </a:lnSpc>
                        <a:spcBef>
                          <a:spcPts val="355"/>
                        </a:spcBef>
                      </a:pPr>
                      <a:r>
                        <a:rPr lang="en-IN" sz="1400" spc="-10" dirty="0">
                          <a:solidFill>
                            <a:srgbClr val="528235"/>
                          </a:solidFill>
                          <a:latin typeface="Tahoma"/>
                          <a:cs typeface="Tahoma"/>
                        </a:rPr>
                        <a:t>CO3</a:t>
                      </a:r>
                      <a:endParaRPr lang="en-IN" sz="1400" dirty="0">
                        <a:latin typeface="Tahoma"/>
                        <a:cs typeface="Tahoma"/>
                      </a:endParaRPr>
                    </a:p>
                  </a:txBody>
                  <a:tcPr marL="0" marR="0" marT="444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710">
                        <a:lnSpc>
                          <a:spcPct val="100000"/>
                        </a:lnSpc>
                        <a:spcBef>
                          <a:spcPts val="350"/>
                        </a:spcBef>
                      </a:pPr>
                      <a:r>
                        <a:rPr sz="1400" spc="-10" dirty="0">
                          <a:solidFill>
                            <a:srgbClr val="528235"/>
                          </a:solidFill>
                          <a:latin typeface="Tahoma"/>
                          <a:cs typeface="Tahoma"/>
                        </a:rPr>
                        <a:t>K</a:t>
                      </a:r>
                      <a:r>
                        <a:rPr lang="en-IN" sz="1400" spc="-10" dirty="0">
                          <a:solidFill>
                            <a:srgbClr val="528235"/>
                          </a:solidFill>
                          <a:latin typeface="Tahoma"/>
                          <a:cs typeface="Tahoma"/>
                        </a:rPr>
                        <a:t>5</a:t>
                      </a:r>
                      <a:endParaRPr sz="1400" dirty="0">
                        <a:latin typeface="Tahoma"/>
                        <a:cs typeface="Tahoma"/>
                      </a:endParaRPr>
                    </a:p>
                  </a:txBody>
                  <a:tcPr marL="0" marR="0" marT="44450" marB="0"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extLst>
                  <a:ext uri="{0D108BD9-81ED-4DB2-BD59-A6C34878D82A}">
                    <a16:rowId xmlns:a16="http://schemas.microsoft.com/office/drawing/2014/main" val="138827898"/>
                  </a:ext>
                </a:extLst>
              </a:tr>
              <a:tr h="377191">
                <a:tc gridSpan="4">
                  <a:txBody>
                    <a:bodyPr/>
                    <a:lstStyle/>
                    <a:p>
                      <a:pPr marL="161290" marR="0" lvl="0" indent="0" defTabSz="914400" eaLnBrk="1" fontAlgn="auto" latinLnBrk="0" hangingPunct="1">
                        <a:lnSpc>
                          <a:spcPct val="100000"/>
                        </a:lnSpc>
                        <a:spcBef>
                          <a:spcPts val="300"/>
                        </a:spcBef>
                        <a:spcAft>
                          <a:spcPts val="0"/>
                        </a:spcAft>
                        <a:buClrTx/>
                        <a:buSzTx/>
                        <a:buFontTx/>
                        <a:buNone/>
                        <a:tabLst/>
                        <a:defRPr/>
                      </a:pPr>
                      <a:r>
                        <a:rPr lang="en-US" sz="1400" b="1" spc="5" dirty="0">
                          <a:solidFill>
                            <a:srgbClr val="528235"/>
                          </a:solidFill>
                          <a:latin typeface="Tahoma"/>
                          <a:ea typeface="+mn-ea"/>
                          <a:cs typeface="Tahoma"/>
                        </a:rPr>
                        <a:t>SET 5</a:t>
                      </a:r>
                      <a:endParaRPr sz="1400" dirty="0">
                        <a:latin typeface="Tahoma"/>
                        <a:cs typeface="Tahoma"/>
                      </a:endParaRPr>
                    </a:p>
                  </a:txBody>
                  <a:tcPr marL="0" marR="0" marT="3810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EF3EA"/>
                    </a:solidFill>
                  </a:tcPr>
                </a:tc>
                <a:tc hMerge="1">
                  <a:txBody>
                    <a:bodyPr/>
                    <a:lstStyle/>
                    <a:p>
                      <a:endParaRPr/>
                    </a:p>
                  </a:txBody>
                  <a:tcPr marL="0" marR="0" marT="3810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EF3EA"/>
                    </a:solidFill>
                  </a:tcPr>
                </a:tc>
                <a:tc hMerge="1">
                  <a:txBody>
                    <a:bodyPr/>
                    <a:lstStyle/>
                    <a:p>
                      <a:endParaRPr/>
                    </a:p>
                  </a:txBody>
                  <a:tcPr marL="0" marR="0" marT="4445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EF3EA"/>
                    </a:solidFill>
                  </a:tcPr>
                </a:tc>
                <a:tc hMerge="1">
                  <a:txBody>
                    <a:bodyPr/>
                    <a:lstStyle/>
                    <a:p>
                      <a:endParaRPr dirty="0"/>
                    </a:p>
                  </a:txBody>
                  <a:tcPr marL="0" marR="0" marT="44450" marB="0">
                    <a:lnL w="12700">
                      <a:solidFill>
                        <a:srgbClr val="FFFFFF"/>
                      </a:solidFill>
                      <a:prstDash val="solid"/>
                    </a:lnL>
                    <a:lnR w="12700">
                      <a:solidFill>
                        <a:srgbClr val="FFFFFF"/>
                      </a:solidFill>
                      <a:prstDash val="solid"/>
                    </a:lnR>
                    <a:lnT w="12700" cap="flat" cmpd="sng" algn="ctr">
                      <a:solidFill>
                        <a:srgbClr val="FFFFFF"/>
                      </a:solidFill>
                      <a:prstDash val="solid"/>
                      <a:round/>
                      <a:headEnd type="none" w="med" len="med"/>
                      <a:tailEnd type="none" w="med" len="med"/>
                    </a:lnT>
                    <a:lnB w="12700">
                      <a:solidFill>
                        <a:srgbClr val="FFFFFF"/>
                      </a:solidFill>
                      <a:prstDash val="solid"/>
                    </a:lnB>
                    <a:solidFill>
                      <a:srgbClr val="EEF3EA"/>
                    </a:solidFill>
                  </a:tcPr>
                </a:tc>
                <a:extLst>
                  <a:ext uri="{0D108BD9-81ED-4DB2-BD59-A6C34878D82A}">
                    <a16:rowId xmlns:a16="http://schemas.microsoft.com/office/drawing/2014/main" val="10002"/>
                  </a:ext>
                </a:extLst>
              </a:tr>
              <a:tr h="640079">
                <a:tc>
                  <a:txBody>
                    <a:bodyPr/>
                    <a:lstStyle/>
                    <a:p>
                      <a:pPr marL="186055" marR="0" lvl="0" indent="0" defTabSz="914400" eaLnBrk="1" fontAlgn="auto" latinLnBrk="0" hangingPunct="1">
                        <a:lnSpc>
                          <a:spcPct val="100000"/>
                        </a:lnSpc>
                        <a:spcBef>
                          <a:spcPts val="300"/>
                        </a:spcBef>
                        <a:spcAft>
                          <a:spcPts val="0"/>
                        </a:spcAft>
                        <a:buClrTx/>
                        <a:buSzTx/>
                        <a:buFontTx/>
                        <a:buNone/>
                        <a:tabLst/>
                        <a:defRPr/>
                      </a:pPr>
                      <a:r>
                        <a:rPr lang="en-IN" sz="1200" dirty="0">
                          <a:solidFill>
                            <a:srgbClr val="528235"/>
                          </a:solidFill>
                          <a:latin typeface="Tahoma"/>
                          <a:cs typeface="Tahoma"/>
                        </a:rPr>
                        <a:t>9.</a:t>
                      </a:r>
                      <a:endParaRPr lang="en-IN" sz="1200" dirty="0">
                        <a:latin typeface="Tahoma"/>
                        <a:cs typeface="Tahoma"/>
                      </a:endParaRPr>
                    </a:p>
                    <a:p>
                      <a:pPr marL="186055">
                        <a:lnSpc>
                          <a:spcPct val="100000"/>
                        </a:lnSpc>
                        <a:spcBef>
                          <a:spcPts val="300"/>
                        </a:spcBef>
                      </a:pPr>
                      <a:endParaRPr lang="en-IN" sz="1200" dirty="0">
                        <a:latin typeface="Tahoma"/>
                        <a:cs typeface="Tahoma"/>
                      </a:endParaRPr>
                    </a:p>
                  </a:txBody>
                  <a:tcPr marL="0" marR="0" marT="38100" marB="0" anchor="ctr">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1440" marR="277495" lvl="0" indent="0" algn="just" defTabSz="914400" eaLnBrk="1" fontAlgn="auto" latinLnBrk="0" hangingPunct="1">
                        <a:lnSpc>
                          <a:spcPct val="100000"/>
                        </a:lnSpc>
                        <a:spcBef>
                          <a:spcPts val="350"/>
                        </a:spcBef>
                        <a:spcAft>
                          <a:spcPts val="0"/>
                        </a:spcAft>
                        <a:buClrTx/>
                        <a:buSzTx/>
                        <a:buFontTx/>
                        <a:buNone/>
                        <a:tabLst/>
                        <a:defRPr/>
                      </a:pPr>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Construct an algorithm for efficient modular exponentiation and analyze its time complexity.</a:t>
                      </a:r>
                      <a:endParaRPr sz="1200" spc="-5" dirty="0">
                        <a:solidFill>
                          <a:srgbClr val="528235"/>
                        </a:solidFill>
                        <a:latin typeface="Tahoma"/>
                        <a:ea typeface="+mn-ea"/>
                        <a:cs typeface="Tahoma"/>
                      </a:endParaRPr>
                    </a:p>
                  </a:txBody>
                  <a:tcPr marL="0" marR="0" marT="444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075" marR="0" lvl="0" indent="0" defTabSz="914400" eaLnBrk="1" fontAlgn="auto" latinLnBrk="0" hangingPunct="1">
                        <a:lnSpc>
                          <a:spcPct val="100000"/>
                        </a:lnSpc>
                        <a:spcBef>
                          <a:spcPts val="355"/>
                        </a:spcBef>
                        <a:spcAft>
                          <a:spcPts val="0"/>
                        </a:spcAft>
                        <a:buClrTx/>
                        <a:buSzTx/>
                        <a:buFontTx/>
                        <a:buNone/>
                        <a:tabLst/>
                        <a:defRPr/>
                      </a:pPr>
                      <a:r>
                        <a:rPr kumimoji="0" lang="en-IN" sz="1400" b="0" i="0" u="none" strike="noStrike" kern="0" cap="none" spc="-10" normalizeH="0" baseline="0" noProof="0" dirty="0">
                          <a:ln>
                            <a:noFill/>
                          </a:ln>
                          <a:solidFill>
                            <a:srgbClr val="528235"/>
                          </a:solidFill>
                          <a:effectLst/>
                          <a:uLnTx/>
                          <a:uFillTx/>
                          <a:latin typeface="Tahoma"/>
                          <a:ea typeface="+mn-ea"/>
                          <a:cs typeface="Tahoma"/>
                        </a:rPr>
                        <a:t>CO3</a:t>
                      </a:r>
                      <a:endParaRPr kumimoji="0" lang="en-IN" sz="1400" b="0" i="0" u="none" strike="noStrike" kern="0" cap="none" spc="0" normalizeH="0" baseline="0" noProof="0" dirty="0">
                        <a:ln>
                          <a:noFill/>
                        </a:ln>
                        <a:solidFill>
                          <a:prstClr val="black"/>
                        </a:solidFill>
                        <a:effectLst/>
                        <a:uLnTx/>
                        <a:uFillTx/>
                        <a:latin typeface="Tahoma"/>
                        <a:ea typeface="+mn-ea"/>
                        <a:cs typeface="Tahoma"/>
                      </a:endParaRPr>
                    </a:p>
                  </a:txBody>
                  <a:tcPr marL="0" marR="0" marT="444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710">
                        <a:lnSpc>
                          <a:spcPct val="100000"/>
                        </a:lnSpc>
                        <a:spcBef>
                          <a:spcPts val="350"/>
                        </a:spcBef>
                      </a:pPr>
                      <a:r>
                        <a:rPr sz="1400" spc="-10" dirty="0">
                          <a:solidFill>
                            <a:srgbClr val="528235"/>
                          </a:solidFill>
                          <a:latin typeface="Tahoma"/>
                          <a:cs typeface="Tahoma"/>
                        </a:rPr>
                        <a:t>K</a:t>
                      </a:r>
                      <a:r>
                        <a:rPr lang="en-IN" sz="1400" spc="-10" dirty="0">
                          <a:solidFill>
                            <a:srgbClr val="528235"/>
                          </a:solidFill>
                          <a:latin typeface="Tahoma"/>
                          <a:cs typeface="Tahoma"/>
                        </a:rPr>
                        <a:t>6</a:t>
                      </a:r>
                      <a:endParaRPr sz="1400" dirty="0">
                        <a:latin typeface="Tahoma"/>
                        <a:cs typeface="Tahoma"/>
                      </a:endParaRPr>
                    </a:p>
                  </a:txBody>
                  <a:tcPr marL="0" marR="0" marT="44450" marB="0"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extLst>
                  <a:ext uri="{0D108BD9-81ED-4DB2-BD59-A6C34878D82A}">
                    <a16:rowId xmlns:a16="http://schemas.microsoft.com/office/drawing/2014/main" val="629073576"/>
                  </a:ext>
                </a:extLst>
              </a:tr>
              <a:tr h="640079">
                <a:tc>
                  <a:txBody>
                    <a:bodyPr/>
                    <a:lstStyle/>
                    <a:p>
                      <a:pPr marL="186055">
                        <a:lnSpc>
                          <a:spcPct val="100000"/>
                        </a:lnSpc>
                        <a:spcBef>
                          <a:spcPts val="300"/>
                        </a:spcBef>
                      </a:pPr>
                      <a:r>
                        <a:rPr lang="en-IN" sz="1200" dirty="0">
                          <a:solidFill>
                            <a:srgbClr val="528235"/>
                          </a:solidFill>
                          <a:latin typeface="Tahoma"/>
                          <a:cs typeface="Tahoma"/>
                        </a:rPr>
                        <a:t>10.</a:t>
                      </a:r>
                      <a:endParaRPr lang="en-IN" sz="1200" dirty="0">
                        <a:latin typeface="Tahoma"/>
                        <a:cs typeface="Tahoma"/>
                      </a:endParaRPr>
                    </a:p>
                  </a:txBody>
                  <a:tcPr marL="0" marR="0" marT="38100" marB="0" anchor="ctr">
                    <a:lnL w="12700">
                      <a:solidFill>
                        <a:srgbClr val="FFFFFF"/>
                      </a:solidFill>
                      <a:prstDash val="soli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1440" marR="277495" lvl="0" indent="0" defTabSz="914400" eaLnBrk="1" fontAlgn="auto" latinLnBrk="0" hangingPunct="1">
                        <a:lnSpc>
                          <a:spcPct val="100000"/>
                        </a:lnSpc>
                        <a:spcBef>
                          <a:spcPts val="350"/>
                        </a:spcBef>
                        <a:spcAft>
                          <a:spcPts val="0"/>
                        </a:spcAft>
                        <a:buClrTx/>
                        <a:buSzTx/>
                        <a:buFontTx/>
                        <a:buNone/>
                        <a:tabLst/>
                        <a:defRPr/>
                      </a:pPr>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Propose a secure key distribution framework using </a:t>
                      </a:r>
                      <a:r>
                        <a:rPr lang="en-US" sz="1200" b="1" dirty="0">
                          <a:solidFill>
                            <a:srgbClr val="3C5F27"/>
                          </a:solidFill>
                          <a:effectLst/>
                          <a:latin typeface="Tahoma" panose="020B0604030504040204" pitchFamily="34" charset="0"/>
                          <a:ea typeface="Tahoma" panose="020B0604030504040204" pitchFamily="34" charset="0"/>
                          <a:cs typeface="Tahoma" panose="020B0604030504040204" pitchFamily="34" charset="0"/>
                        </a:rPr>
                        <a:t>Public Key Infrastructure</a:t>
                      </a:r>
                      <a:r>
                        <a:rPr lang="en-US" sz="1200" dirty="0">
                          <a:solidFill>
                            <a:srgbClr val="3C5F27"/>
                          </a:solidFill>
                          <a:effectLst/>
                          <a:latin typeface="Tahoma" panose="020B0604030504040204" pitchFamily="34" charset="0"/>
                          <a:ea typeface="Tahoma" panose="020B0604030504040204" pitchFamily="34" charset="0"/>
                          <a:cs typeface="Tahoma" panose="020B0604030504040204" pitchFamily="34" charset="0"/>
                        </a:rPr>
                        <a:t> and  blockchain.</a:t>
                      </a:r>
                      <a:endParaRPr sz="1200" spc="-5" dirty="0">
                        <a:solidFill>
                          <a:srgbClr val="528235"/>
                        </a:solidFill>
                        <a:latin typeface="Tahoma"/>
                        <a:ea typeface="+mn-ea"/>
                        <a:cs typeface="Tahoma"/>
                      </a:endParaRPr>
                    </a:p>
                  </a:txBody>
                  <a:tcPr marL="0" marR="0" marT="444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075" marR="0" lvl="0" indent="0" defTabSz="914400" eaLnBrk="1" fontAlgn="auto" latinLnBrk="0" hangingPunct="1">
                        <a:lnSpc>
                          <a:spcPct val="100000"/>
                        </a:lnSpc>
                        <a:spcBef>
                          <a:spcPts val="355"/>
                        </a:spcBef>
                        <a:spcAft>
                          <a:spcPts val="0"/>
                        </a:spcAft>
                        <a:buClrTx/>
                        <a:buSzTx/>
                        <a:buFontTx/>
                        <a:buNone/>
                        <a:tabLst/>
                        <a:defRPr/>
                      </a:pPr>
                      <a:r>
                        <a:rPr kumimoji="0" lang="en-IN" sz="1400" b="0" i="0" u="none" strike="noStrike" kern="0" cap="none" spc="-10" normalizeH="0" baseline="0" noProof="0" dirty="0">
                          <a:ln>
                            <a:noFill/>
                          </a:ln>
                          <a:solidFill>
                            <a:srgbClr val="528235"/>
                          </a:solidFill>
                          <a:effectLst/>
                          <a:uLnTx/>
                          <a:uFillTx/>
                          <a:latin typeface="Tahoma"/>
                          <a:ea typeface="+mn-ea"/>
                          <a:cs typeface="Tahoma"/>
                        </a:rPr>
                        <a:t>CO3</a:t>
                      </a:r>
                      <a:endParaRPr kumimoji="0" lang="en-IN" sz="1400" b="0" i="0" u="none" strike="noStrike" kern="0" cap="none" spc="0" normalizeH="0" baseline="0" noProof="0" dirty="0">
                        <a:ln>
                          <a:noFill/>
                        </a:ln>
                        <a:solidFill>
                          <a:prstClr val="black"/>
                        </a:solidFill>
                        <a:effectLst/>
                        <a:uLnTx/>
                        <a:uFillTx/>
                        <a:latin typeface="Tahoma"/>
                        <a:ea typeface="+mn-ea"/>
                        <a:cs typeface="Tahoma"/>
                      </a:endParaRPr>
                    </a:p>
                  </a:txBody>
                  <a:tcPr marL="0" marR="0" marT="4508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tc>
                  <a:txBody>
                    <a:bodyPr/>
                    <a:lstStyle/>
                    <a:p>
                      <a:pPr marL="92710">
                        <a:lnSpc>
                          <a:spcPct val="100000"/>
                        </a:lnSpc>
                        <a:spcBef>
                          <a:spcPts val="355"/>
                        </a:spcBef>
                      </a:pPr>
                      <a:r>
                        <a:rPr sz="1400" spc="-10" dirty="0">
                          <a:solidFill>
                            <a:srgbClr val="528235"/>
                          </a:solidFill>
                          <a:latin typeface="Tahoma"/>
                          <a:cs typeface="Tahoma"/>
                        </a:rPr>
                        <a:t>K</a:t>
                      </a:r>
                      <a:r>
                        <a:rPr lang="en-IN" sz="1400" spc="-10" dirty="0">
                          <a:solidFill>
                            <a:srgbClr val="528235"/>
                          </a:solidFill>
                          <a:latin typeface="Tahoma"/>
                          <a:cs typeface="Tahoma"/>
                        </a:rPr>
                        <a:t>6</a:t>
                      </a:r>
                      <a:endParaRPr sz="1400" dirty="0">
                        <a:latin typeface="Tahoma"/>
                        <a:cs typeface="Tahoma"/>
                      </a:endParaRPr>
                    </a:p>
                  </a:txBody>
                  <a:tcPr marL="0" marR="0" marT="45085" marB="0" anchor="ctr">
                    <a:lnL w="12700" cap="flat" cmpd="sng" algn="ctr">
                      <a:solidFill>
                        <a:srgbClr val="FFFFFF"/>
                      </a:solidFill>
                      <a:prstDash val="solid"/>
                      <a:round/>
                      <a:headEnd type="none" w="med" len="med"/>
                      <a:tailEnd type="none" w="med" len="med"/>
                    </a:lnL>
                    <a:lnR w="12700">
                      <a:solidFill>
                        <a:srgbClr val="FFFFFF"/>
                      </a:solidFill>
                      <a:prstDash val="soli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7D1"/>
                    </a:solidFill>
                  </a:tcPr>
                </a:tc>
                <a:extLst>
                  <a:ext uri="{0D108BD9-81ED-4DB2-BD59-A6C34878D82A}">
                    <a16:rowId xmlns:a16="http://schemas.microsoft.com/office/drawing/2014/main" val="1819141673"/>
                  </a:ext>
                </a:extLst>
              </a:tr>
            </a:tbl>
          </a:graphicData>
        </a:graphic>
      </p:graphicFrame>
    </p:spTree>
    <p:extLst>
      <p:ext uri="{BB962C8B-B14F-4D97-AF65-F5344CB8AC3E}">
        <p14:creationId xmlns:p14="http://schemas.microsoft.com/office/powerpoint/2010/main" val="6074603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777875" y="206829"/>
            <a:ext cx="5302250" cy="474489"/>
          </a:xfrm>
          <a:prstGeom prst="rect">
            <a:avLst/>
          </a:prstGeom>
        </p:spPr>
        <p:txBody>
          <a:bodyPr vert="horz" wrap="square" lIns="0" tIns="12700" rIns="0" bIns="0" rtlCol="0">
            <a:spAutoFit/>
          </a:bodyPr>
          <a:lstStyle/>
          <a:p>
            <a:pPr marL="1378585">
              <a:lnSpc>
                <a:spcPct val="100000"/>
              </a:lnSpc>
              <a:spcBef>
                <a:spcPts val="100"/>
              </a:spcBef>
            </a:pPr>
            <a:r>
              <a:rPr sz="3000" b="1" dirty="0">
                <a:latin typeface="Times New Roman" panose="02020603050405020304" pitchFamily="18" charset="0"/>
                <a:cs typeface="Times New Roman" panose="02020603050405020304" pitchFamily="18" charset="0"/>
              </a:rPr>
              <a:t>AI</a:t>
            </a:r>
            <a:r>
              <a:rPr sz="3000" b="1" spc="-55" dirty="0">
                <a:latin typeface="Times New Roman" panose="02020603050405020304" pitchFamily="18" charset="0"/>
                <a:cs typeface="Times New Roman" panose="02020603050405020304" pitchFamily="18" charset="0"/>
              </a:rPr>
              <a:t> </a:t>
            </a:r>
            <a:r>
              <a:rPr sz="3000" b="1" dirty="0">
                <a:latin typeface="Times New Roman" panose="02020603050405020304" pitchFamily="18" charset="0"/>
                <a:cs typeface="Times New Roman" panose="02020603050405020304" pitchFamily="18" charset="0"/>
              </a:rPr>
              <a:t>Based</a:t>
            </a:r>
            <a:r>
              <a:rPr sz="3000" b="1" spc="-50" dirty="0">
                <a:latin typeface="Times New Roman" panose="02020603050405020304" pitchFamily="18" charset="0"/>
                <a:cs typeface="Times New Roman" panose="02020603050405020304" pitchFamily="18" charset="0"/>
              </a:rPr>
              <a:t> </a:t>
            </a:r>
            <a:r>
              <a:rPr sz="3000" b="1" spc="-10" dirty="0">
                <a:latin typeface="Times New Roman" panose="02020603050405020304" pitchFamily="18" charset="0"/>
                <a:cs typeface="Times New Roman" panose="02020603050405020304" pitchFamily="18" charset="0"/>
              </a:rPr>
              <a:t>Examples</a:t>
            </a:r>
          </a:p>
        </p:txBody>
      </p:sp>
      <p:sp>
        <p:nvSpPr>
          <p:cNvPr id="6" name="Slide Number Placeholder 5"/>
          <p:cNvSpPr>
            <a:spLocks noGrp="1"/>
          </p:cNvSpPr>
          <p:nvPr>
            <p:ph type="sldNum" sz="quarter" idx="7"/>
          </p:nvPr>
        </p:nvSpPr>
        <p:spPr/>
        <p:txBody>
          <a:bodyPr/>
          <a:lstStyle/>
          <a:p>
            <a:fld id="{B6F15528-21DE-4FAA-801E-634DDDAF4B2B}" type="slidenum">
              <a:rPr lang="en-IN" smtClean="0"/>
              <a:t>46</a:t>
            </a:fld>
            <a:endParaRPr lang="en-IN"/>
          </a:p>
        </p:txBody>
      </p:sp>
      <p:sp>
        <p:nvSpPr>
          <p:cNvPr id="5" name="object 3">
            <a:extLst>
              <a:ext uri="{FF2B5EF4-FFF2-40B4-BE49-F238E27FC236}">
                <a16:creationId xmlns:a16="http://schemas.microsoft.com/office/drawing/2014/main" id="{B4C99059-7D3B-0BDA-8AF9-A067BADF06B3}"/>
              </a:ext>
            </a:extLst>
          </p:cNvPr>
          <p:cNvSpPr txBox="1"/>
          <p:nvPr/>
        </p:nvSpPr>
        <p:spPr>
          <a:xfrm>
            <a:off x="347370" y="762000"/>
            <a:ext cx="6163260" cy="4437112"/>
          </a:xfrm>
          <a:prstGeom prst="rect">
            <a:avLst/>
          </a:prstGeom>
        </p:spPr>
        <p:txBody>
          <a:bodyPr vert="horz" wrap="square" lIns="0" tIns="12700" rIns="0" bIns="0" rtlCol="0">
            <a:spAutoFit/>
          </a:bodyPr>
          <a:lstStyle/>
          <a:p>
            <a:pPr marL="12700" algn="just">
              <a:lnSpc>
                <a:spcPct val="100000"/>
              </a:lnSpc>
              <a:spcBef>
                <a:spcPts val="100"/>
              </a:spcBef>
              <a:tabLst>
                <a:tab pos="456565" algn="l"/>
              </a:tabLst>
            </a:pPr>
            <a:r>
              <a:rPr sz="1600" b="1" spc="-25" dirty="0">
                <a:solidFill>
                  <a:srgbClr val="3C5F27"/>
                </a:solidFill>
                <a:latin typeface="Times New Roman" panose="02020603050405020304" pitchFamily="18" charset="0"/>
                <a:cs typeface="Times New Roman" panose="02020603050405020304" pitchFamily="18" charset="0"/>
              </a:rPr>
              <a:t>1.</a:t>
            </a:r>
            <a:r>
              <a:rPr sz="1600" b="1" dirty="0">
                <a:solidFill>
                  <a:srgbClr val="3C5F27"/>
                </a:solidFill>
                <a:latin typeface="Times New Roman" panose="02020603050405020304" pitchFamily="18" charset="0"/>
                <a:cs typeface="Times New Roman" panose="02020603050405020304" pitchFamily="18" charset="0"/>
              </a:rPr>
              <a:t>	</a:t>
            </a:r>
            <a:r>
              <a:rPr lang="en-IN" sz="1600" b="1" dirty="0">
                <a:solidFill>
                  <a:srgbClr val="3C5F27"/>
                </a:solidFill>
                <a:latin typeface="Times New Roman" panose="02020603050405020304" pitchFamily="18" charset="0"/>
                <a:cs typeface="Times New Roman" panose="02020603050405020304" pitchFamily="18" charset="0"/>
              </a:rPr>
              <a:t>AI-Assisted Primality Testing and Factorization</a:t>
            </a:r>
            <a:endParaRPr sz="1600" b="1" dirty="0">
              <a:solidFill>
                <a:srgbClr val="3C5F27"/>
              </a:solidFill>
              <a:latin typeface="Times New Roman" panose="02020603050405020304" pitchFamily="18" charset="0"/>
              <a:cs typeface="Times New Roman" panose="02020603050405020304" pitchFamily="18" charset="0"/>
            </a:endParaRPr>
          </a:p>
          <a:p>
            <a:pPr marL="12700">
              <a:lnSpc>
                <a:spcPct val="100000"/>
              </a:lnSpc>
              <a:spcBef>
                <a:spcPts val="1925"/>
              </a:spcBef>
            </a:pPr>
            <a:r>
              <a:rPr sz="1600" b="1" spc="-10" dirty="0">
                <a:solidFill>
                  <a:srgbClr val="3C5F27"/>
                </a:solidFill>
                <a:latin typeface="Times New Roman" panose="02020603050405020304" pitchFamily="18" charset="0"/>
                <a:cs typeface="Times New Roman" panose="02020603050405020304" pitchFamily="18" charset="0"/>
              </a:rPr>
              <a:t>Concept:</a:t>
            </a:r>
            <a:endParaRPr sz="1600" dirty="0">
              <a:solidFill>
                <a:srgbClr val="3C5F27"/>
              </a:solidFill>
              <a:latin typeface="Times New Roman" panose="02020603050405020304" pitchFamily="18" charset="0"/>
              <a:cs typeface="Times New Roman" panose="02020603050405020304" pitchFamily="18" charset="0"/>
            </a:endParaRPr>
          </a:p>
          <a:p>
            <a:pPr marL="72390">
              <a:lnSpc>
                <a:spcPct val="100000"/>
              </a:lnSpc>
            </a:pPr>
            <a:r>
              <a:rPr lang="en-IN" sz="1600" dirty="0">
                <a:solidFill>
                  <a:srgbClr val="3C5F27"/>
                </a:solidFill>
                <a:latin typeface="Times New Roman" panose="02020603050405020304" pitchFamily="18" charset="0"/>
                <a:cs typeface="Times New Roman" panose="02020603050405020304" pitchFamily="18" charset="0"/>
              </a:rPr>
              <a:t>Primes, Primality Testing, Factorization</a:t>
            </a:r>
          </a:p>
          <a:p>
            <a:pPr marL="72390">
              <a:lnSpc>
                <a:spcPct val="100000"/>
              </a:lnSpc>
            </a:pPr>
            <a:endParaRPr lang="en-IN" sz="1600" b="1" dirty="0">
              <a:solidFill>
                <a:srgbClr val="528235"/>
              </a:solidFill>
              <a:latin typeface="Tahoma" panose="020B0604030504040204"/>
              <a:cs typeface="Tahoma" panose="020B0604030504040204"/>
            </a:endParaRPr>
          </a:p>
          <a:p>
            <a:pPr marL="72390">
              <a:lnSpc>
                <a:spcPct val="100000"/>
              </a:lnSpc>
            </a:pPr>
            <a:r>
              <a:rPr sz="1600" b="1" dirty="0">
                <a:solidFill>
                  <a:srgbClr val="528235"/>
                </a:solidFill>
                <a:latin typeface="Times New Roman" panose="02020603050405020304" pitchFamily="18" charset="0"/>
                <a:cs typeface="Times New Roman" panose="02020603050405020304" pitchFamily="18" charset="0"/>
              </a:rPr>
              <a:t>AI</a:t>
            </a:r>
            <a:r>
              <a:rPr sz="1600" b="1" spc="-30" dirty="0">
                <a:solidFill>
                  <a:srgbClr val="528235"/>
                </a:solidFill>
                <a:latin typeface="Times New Roman" panose="02020603050405020304" pitchFamily="18" charset="0"/>
                <a:cs typeface="Times New Roman" panose="02020603050405020304" pitchFamily="18" charset="0"/>
              </a:rPr>
              <a:t> </a:t>
            </a:r>
            <a:r>
              <a:rPr sz="1600" b="1" spc="-10" dirty="0">
                <a:solidFill>
                  <a:srgbClr val="528235"/>
                </a:solidFill>
                <a:latin typeface="Times New Roman" panose="02020603050405020304" pitchFamily="18" charset="0"/>
                <a:cs typeface="Times New Roman" panose="02020603050405020304" pitchFamily="18" charset="0"/>
              </a:rPr>
              <a:t>Example:</a:t>
            </a:r>
            <a:endParaRPr sz="1600" dirty="0">
              <a:latin typeface="Times New Roman" panose="02020603050405020304" pitchFamily="18" charset="0"/>
              <a:cs typeface="Times New Roman" panose="02020603050405020304" pitchFamily="18" charset="0"/>
            </a:endParaRPr>
          </a:p>
          <a:p>
            <a:pPr marL="12700">
              <a:lnSpc>
                <a:spcPct val="100000"/>
              </a:lnSpc>
            </a:pPr>
            <a:r>
              <a:rPr lang="en-US" sz="1600" dirty="0">
                <a:solidFill>
                  <a:srgbClr val="528235"/>
                </a:solidFill>
                <a:latin typeface="Times New Roman" panose="02020603050405020304" pitchFamily="18" charset="0"/>
                <a:cs typeface="Times New Roman" panose="02020603050405020304" pitchFamily="18" charset="0"/>
              </a:rPr>
              <a:t>An</a:t>
            </a:r>
            <a:r>
              <a:rPr lang="en-US" sz="1600" spc="-55" dirty="0">
                <a:solidFill>
                  <a:srgbClr val="528235"/>
                </a:solidFill>
                <a:latin typeface="Times New Roman" panose="02020603050405020304" pitchFamily="18" charset="0"/>
                <a:cs typeface="Times New Roman" panose="02020603050405020304" pitchFamily="18" charset="0"/>
              </a:rPr>
              <a:t> </a:t>
            </a:r>
            <a:r>
              <a:rPr lang="en-US" sz="1600" spc="-25" dirty="0">
                <a:solidFill>
                  <a:srgbClr val="528235"/>
                </a:solidFill>
                <a:latin typeface="Times New Roman" panose="02020603050405020304" pitchFamily="18" charset="0"/>
                <a:cs typeface="Times New Roman" panose="02020603050405020304" pitchFamily="18" charset="0"/>
              </a:rPr>
              <a:t>AI-</a:t>
            </a:r>
            <a:r>
              <a:rPr lang="en-US" sz="1600" dirty="0">
                <a:solidFill>
                  <a:srgbClr val="528235"/>
                </a:solidFill>
                <a:latin typeface="Times New Roman" panose="02020603050405020304" pitchFamily="18" charset="0"/>
                <a:cs typeface="Times New Roman" panose="02020603050405020304" pitchFamily="18" charset="0"/>
              </a:rPr>
              <a:t>assisted primality testing and factorization</a:t>
            </a:r>
            <a:r>
              <a:rPr lang="en-US" sz="1600" spc="-10" dirty="0">
                <a:solidFill>
                  <a:srgbClr val="528235"/>
                </a:solidFill>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p>
            <a:pPr marL="12700">
              <a:lnSpc>
                <a:spcPct val="100000"/>
              </a:lnSpc>
              <a:spcBef>
                <a:spcPts val="1920"/>
              </a:spcBef>
            </a:pPr>
            <a:r>
              <a:rPr sz="1600" b="1" spc="-10" dirty="0">
                <a:solidFill>
                  <a:srgbClr val="528235"/>
                </a:solidFill>
                <a:latin typeface="Times New Roman" panose="02020603050405020304" pitchFamily="18" charset="0"/>
                <a:cs typeface="Times New Roman" panose="02020603050405020304" pitchFamily="18" charset="0"/>
              </a:rPr>
              <a:t>Scenario:</a:t>
            </a:r>
            <a:endParaRPr sz="1600" dirty="0">
              <a:latin typeface="Times New Roman" panose="02020603050405020304" pitchFamily="18" charset="0"/>
              <a:cs typeface="Times New Roman" panose="02020603050405020304" pitchFamily="18" charset="0"/>
            </a:endParaRPr>
          </a:p>
          <a:p>
            <a:pPr marL="12700">
              <a:lnSpc>
                <a:spcPct val="100000"/>
              </a:lnSpc>
            </a:pPr>
            <a:r>
              <a:rPr lang="en-IN" sz="1600" dirty="0">
                <a:solidFill>
                  <a:srgbClr val="3C5F27"/>
                </a:solidFill>
                <a:latin typeface="Times New Roman" panose="02020603050405020304" pitchFamily="18" charset="0"/>
                <a:cs typeface="Times New Roman" panose="02020603050405020304" pitchFamily="18" charset="0"/>
              </a:rPr>
              <a:t>Students use an AI tool and asked to explain whether they are prime and demonstrate suitable primality-testing/factorization steps.</a:t>
            </a:r>
          </a:p>
          <a:p>
            <a:pPr marL="12700">
              <a:lnSpc>
                <a:spcPct val="100000"/>
              </a:lnSpc>
            </a:pPr>
            <a:endParaRPr lang="en-IN" sz="1600" b="1" dirty="0">
              <a:solidFill>
                <a:srgbClr val="528235"/>
              </a:solidFill>
              <a:latin typeface="Times New Roman" panose="02020603050405020304" pitchFamily="18" charset="0"/>
              <a:cs typeface="Times New Roman" panose="02020603050405020304" pitchFamily="18" charset="0"/>
            </a:endParaRPr>
          </a:p>
          <a:p>
            <a:pPr marL="12700">
              <a:lnSpc>
                <a:spcPct val="100000"/>
              </a:lnSpc>
            </a:pPr>
            <a:r>
              <a:rPr sz="1600" b="1" dirty="0">
                <a:solidFill>
                  <a:srgbClr val="528235"/>
                </a:solidFill>
                <a:latin typeface="Times New Roman" panose="02020603050405020304" pitchFamily="18" charset="0"/>
                <a:cs typeface="Times New Roman" panose="02020603050405020304" pitchFamily="18" charset="0"/>
              </a:rPr>
              <a:t>AI</a:t>
            </a:r>
            <a:r>
              <a:rPr sz="1600" b="1" spc="-30" dirty="0">
                <a:solidFill>
                  <a:srgbClr val="528235"/>
                </a:solidFill>
                <a:latin typeface="Times New Roman" panose="02020603050405020304" pitchFamily="18" charset="0"/>
                <a:cs typeface="Times New Roman" panose="02020603050405020304" pitchFamily="18" charset="0"/>
              </a:rPr>
              <a:t> </a:t>
            </a:r>
            <a:r>
              <a:rPr sz="1600" b="1" spc="-10" dirty="0">
                <a:solidFill>
                  <a:srgbClr val="528235"/>
                </a:solidFill>
                <a:latin typeface="Times New Roman" panose="02020603050405020304" pitchFamily="18" charset="0"/>
                <a:cs typeface="Times New Roman" panose="02020603050405020304" pitchFamily="18" charset="0"/>
              </a:rPr>
              <a:t>analyzes:</a:t>
            </a:r>
            <a:endParaRPr lang="en-IN" sz="1600" b="1" spc="-10" dirty="0">
              <a:solidFill>
                <a:srgbClr val="528235"/>
              </a:solidFill>
              <a:latin typeface="Times New Roman" panose="02020603050405020304" pitchFamily="18" charset="0"/>
              <a:cs typeface="Times New Roman" panose="02020603050405020304" pitchFamily="18" charset="0"/>
            </a:endParaRPr>
          </a:p>
          <a:p>
            <a:pPr marL="12700">
              <a:lnSpc>
                <a:spcPct val="100000"/>
              </a:lnSpc>
            </a:pPr>
            <a:r>
              <a:rPr lang="en-IN" sz="1600" spc="-10" dirty="0">
                <a:solidFill>
                  <a:srgbClr val="528235"/>
                </a:solidFill>
                <a:latin typeface="Times New Roman" panose="02020603050405020304" pitchFamily="18" charset="0"/>
                <a:cs typeface="Times New Roman" panose="02020603050405020304" pitchFamily="18" charset="0"/>
              </a:rPr>
              <a:t>Verify the AI-generated solution manually.</a:t>
            </a:r>
            <a:endParaRPr lang="en-IN" sz="1600" dirty="0"/>
          </a:p>
          <a:p>
            <a:pPr marL="12700">
              <a:lnSpc>
                <a:spcPct val="100000"/>
              </a:lnSpc>
              <a:spcBef>
                <a:spcPts val="1920"/>
              </a:spcBef>
            </a:pPr>
            <a:r>
              <a:rPr sz="1600" b="1" spc="-20" dirty="0">
                <a:solidFill>
                  <a:srgbClr val="528235"/>
                </a:solidFill>
                <a:latin typeface="Times New Roman" panose="02020603050405020304" pitchFamily="18" charset="0"/>
                <a:cs typeface="Times New Roman" panose="02020603050405020304" pitchFamily="18" charset="0"/>
              </a:rPr>
              <a:t>Real-</a:t>
            </a:r>
            <a:r>
              <a:rPr sz="1600" b="1" dirty="0">
                <a:solidFill>
                  <a:srgbClr val="528235"/>
                </a:solidFill>
                <a:latin typeface="Times New Roman" panose="02020603050405020304" pitchFamily="18" charset="0"/>
                <a:cs typeface="Times New Roman" panose="02020603050405020304" pitchFamily="18" charset="0"/>
              </a:rPr>
              <a:t>life</a:t>
            </a:r>
            <a:r>
              <a:rPr sz="1600" b="1" spc="-15" dirty="0">
                <a:solidFill>
                  <a:srgbClr val="528235"/>
                </a:solidFill>
                <a:latin typeface="Times New Roman" panose="02020603050405020304" pitchFamily="18" charset="0"/>
                <a:cs typeface="Times New Roman" panose="02020603050405020304" pitchFamily="18" charset="0"/>
              </a:rPr>
              <a:t> </a:t>
            </a:r>
            <a:r>
              <a:rPr sz="1600" b="1" spc="-10" dirty="0">
                <a:solidFill>
                  <a:srgbClr val="528235"/>
                </a:solidFill>
                <a:latin typeface="Times New Roman" panose="02020603050405020304" pitchFamily="18" charset="0"/>
                <a:cs typeface="Times New Roman" panose="02020603050405020304" pitchFamily="18" charset="0"/>
              </a:rPr>
              <a:t>applications:</a:t>
            </a:r>
            <a:endParaRPr sz="1600" dirty="0">
              <a:latin typeface="Times New Roman" panose="02020603050405020304" pitchFamily="18" charset="0"/>
              <a:cs typeface="Times New Roman" panose="02020603050405020304" pitchFamily="18" charset="0"/>
            </a:endParaRPr>
          </a:p>
          <a:p>
            <a:pPr marL="12700" marR="2634615">
              <a:lnSpc>
                <a:spcPct val="100000"/>
              </a:lnSpc>
            </a:pPr>
            <a:r>
              <a:rPr lang="en-IN" sz="1600" dirty="0">
                <a:solidFill>
                  <a:srgbClr val="528235"/>
                </a:solidFill>
                <a:latin typeface="Times New Roman" panose="02020603050405020304" pitchFamily="18" charset="0"/>
                <a:cs typeface="Times New Roman" panose="02020603050405020304" pitchFamily="18" charset="0"/>
              </a:rPr>
              <a:t>Educational purposes to understand the primality testing.</a:t>
            </a:r>
            <a:endParaRPr sz="1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9600" y="338356"/>
            <a:ext cx="5859326" cy="8874224"/>
          </a:xfrm>
          <a:prstGeom prst="rect">
            <a:avLst/>
          </a:prstGeom>
        </p:spPr>
        <p:txBody>
          <a:bodyPr vert="horz" wrap="square" lIns="0" tIns="12700" rIns="0" bIns="0" rtlCol="0">
            <a:spAutoFit/>
          </a:bodyPr>
          <a:lstStyle/>
          <a:p>
            <a:pPr marL="12700">
              <a:lnSpc>
                <a:spcPct val="100000"/>
              </a:lnSpc>
              <a:spcBef>
                <a:spcPts val="100"/>
              </a:spcBef>
            </a:pPr>
            <a:r>
              <a:rPr sz="1600" b="1" dirty="0">
                <a:solidFill>
                  <a:srgbClr val="3C5F27"/>
                </a:solidFill>
                <a:latin typeface="Times New Roman" panose="02020603050405020304" pitchFamily="18" charset="0"/>
                <a:cs typeface="Times New Roman" panose="02020603050405020304" pitchFamily="18" charset="0"/>
              </a:rPr>
              <a:t>2.</a:t>
            </a:r>
            <a:r>
              <a:rPr sz="1600" b="1" spc="-45" dirty="0">
                <a:solidFill>
                  <a:srgbClr val="3C5F27"/>
                </a:solidFill>
                <a:latin typeface="Times New Roman" panose="02020603050405020304" pitchFamily="18" charset="0"/>
                <a:cs typeface="Times New Roman" panose="02020603050405020304" pitchFamily="18" charset="0"/>
              </a:rPr>
              <a:t> </a:t>
            </a:r>
            <a:r>
              <a:rPr lang="en-IN" sz="1600" b="1" dirty="0">
                <a:solidFill>
                  <a:srgbClr val="3C5F27"/>
                </a:solidFill>
                <a:latin typeface="Times New Roman" panose="02020603050405020304" pitchFamily="18" charset="0"/>
                <a:cs typeface="Times New Roman" panose="02020603050405020304" pitchFamily="18" charset="0"/>
              </a:rPr>
              <a:t>AI Tutor for Euler’s Totient, Fermat’s and Euler’s Theorems</a:t>
            </a:r>
            <a:endParaRPr sz="1600" b="1" dirty="0">
              <a:solidFill>
                <a:srgbClr val="3C5F27"/>
              </a:solidFill>
              <a:latin typeface="Times New Roman" panose="02020603050405020304" pitchFamily="18" charset="0"/>
              <a:cs typeface="Times New Roman" panose="02020603050405020304" pitchFamily="18" charset="0"/>
            </a:endParaRPr>
          </a:p>
          <a:p>
            <a:pPr marL="12700">
              <a:lnSpc>
                <a:spcPct val="100000"/>
              </a:lnSpc>
              <a:spcBef>
                <a:spcPts val="1925"/>
              </a:spcBef>
            </a:pPr>
            <a:r>
              <a:rPr sz="1600" b="1" dirty="0">
                <a:solidFill>
                  <a:srgbClr val="3C5F27"/>
                </a:solidFill>
                <a:latin typeface="Times New Roman" panose="02020603050405020304" pitchFamily="18" charset="0"/>
                <a:cs typeface="Times New Roman" panose="02020603050405020304" pitchFamily="18" charset="0"/>
              </a:rPr>
              <a:t>Concept:</a:t>
            </a:r>
            <a:r>
              <a:rPr sz="1600" b="1" spc="-75" dirty="0">
                <a:solidFill>
                  <a:srgbClr val="3C5F27"/>
                </a:solidFill>
                <a:latin typeface="Times New Roman" panose="02020603050405020304" pitchFamily="18" charset="0"/>
                <a:cs typeface="Times New Roman" panose="02020603050405020304" pitchFamily="18" charset="0"/>
              </a:rPr>
              <a:t> </a:t>
            </a:r>
            <a:r>
              <a:rPr lang="en-IN" sz="1600" dirty="0">
                <a:solidFill>
                  <a:srgbClr val="3C5F27"/>
                </a:solidFill>
                <a:latin typeface="Times New Roman" panose="02020603050405020304" pitchFamily="18" charset="0"/>
                <a:cs typeface="Times New Roman" panose="02020603050405020304" pitchFamily="18" charset="0"/>
              </a:rPr>
              <a:t>Euler’s Totient Function, Fermat’s &amp; Euler’s Theorem</a:t>
            </a:r>
          </a:p>
          <a:p>
            <a:pPr marL="12700">
              <a:lnSpc>
                <a:spcPct val="100000"/>
              </a:lnSpc>
            </a:pPr>
            <a:endParaRPr lang="en-IN" sz="1600" b="1" spc="-10" dirty="0">
              <a:solidFill>
                <a:srgbClr val="528235"/>
              </a:solidFill>
              <a:latin typeface="Times New Roman" panose="02020603050405020304" pitchFamily="18" charset="0"/>
              <a:cs typeface="Times New Roman" panose="02020603050405020304" pitchFamily="18" charset="0"/>
            </a:endParaRPr>
          </a:p>
          <a:p>
            <a:pPr marL="12700">
              <a:lnSpc>
                <a:spcPct val="100000"/>
              </a:lnSpc>
            </a:pPr>
            <a:r>
              <a:rPr sz="1600" b="1" dirty="0">
                <a:solidFill>
                  <a:srgbClr val="528235"/>
                </a:solidFill>
                <a:latin typeface="Times New Roman" panose="02020603050405020304" pitchFamily="18" charset="0"/>
                <a:cs typeface="Times New Roman" panose="02020603050405020304" pitchFamily="18" charset="0"/>
              </a:rPr>
              <a:t>U</a:t>
            </a:r>
            <a:r>
              <a:rPr lang="en-IN" sz="1600" b="1" dirty="0">
                <a:solidFill>
                  <a:srgbClr val="528235"/>
                </a:solidFill>
                <a:latin typeface="Times New Roman" panose="02020603050405020304" pitchFamily="18" charset="0"/>
                <a:cs typeface="Times New Roman" panose="02020603050405020304" pitchFamily="18" charset="0"/>
              </a:rPr>
              <a:t>sag</a:t>
            </a:r>
            <a:r>
              <a:rPr sz="1600" b="1" spc="-10" dirty="0">
                <a:solidFill>
                  <a:srgbClr val="528235"/>
                </a:solidFill>
                <a:latin typeface="Times New Roman" panose="02020603050405020304" pitchFamily="18" charset="0"/>
                <a:cs typeface="Times New Roman" panose="02020603050405020304" pitchFamily="18" charset="0"/>
              </a:rPr>
              <a:t>e:</a:t>
            </a:r>
            <a:r>
              <a:rPr lang="en-IN" sz="1600" b="1" spc="-10" dirty="0">
                <a:solidFill>
                  <a:srgbClr val="528235"/>
                </a:solidFill>
                <a:latin typeface="Times New Roman" panose="02020603050405020304" pitchFamily="18" charset="0"/>
                <a:cs typeface="Times New Roman" panose="02020603050405020304" pitchFamily="18" charset="0"/>
              </a:rPr>
              <a:t/>
            </a:r>
            <a:br>
              <a:rPr lang="en-IN" sz="1600" b="1" spc="-10" dirty="0">
                <a:solidFill>
                  <a:srgbClr val="528235"/>
                </a:solidFill>
                <a:latin typeface="Times New Roman" panose="02020603050405020304" pitchFamily="18" charset="0"/>
                <a:cs typeface="Times New Roman" panose="02020603050405020304" pitchFamily="18" charset="0"/>
              </a:rPr>
            </a:br>
            <a:r>
              <a:rPr lang="en-IN" sz="1600" dirty="0">
                <a:solidFill>
                  <a:srgbClr val="3C5F27"/>
                </a:solidFill>
                <a:latin typeface="Times New Roman" panose="02020603050405020304" pitchFamily="18" charset="0"/>
                <a:cs typeface="Times New Roman" panose="02020603050405020304" pitchFamily="18" charset="0"/>
              </a:rPr>
              <a:t>AI generates numerical problems of different difficulty levels and provides step-by-step hints rather than directly giving answers. Students solve first and compare their solutions with AI explanations.</a:t>
            </a:r>
          </a:p>
          <a:p>
            <a:pPr marL="12700">
              <a:lnSpc>
                <a:spcPct val="100000"/>
              </a:lnSpc>
            </a:pPr>
            <a:endParaRPr lang="en-IN" sz="1600" dirty="0">
              <a:solidFill>
                <a:srgbClr val="3C5F27"/>
              </a:solidFill>
              <a:latin typeface="Times New Roman" panose="02020603050405020304" pitchFamily="18" charset="0"/>
              <a:cs typeface="Times New Roman" panose="02020603050405020304" pitchFamily="18" charset="0"/>
            </a:endParaRPr>
          </a:p>
          <a:p>
            <a:pPr marL="12700">
              <a:lnSpc>
                <a:spcPct val="100000"/>
              </a:lnSpc>
            </a:pPr>
            <a:r>
              <a:rPr lang="en-IN" sz="1600" b="1" dirty="0">
                <a:solidFill>
                  <a:srgbClr val="3C5F27"/>
                </a:solidFill>
                <a:latin typeface="Times New Roman" panose="02020603050405020304" pitchFamily="18" charset="0"/>
                <a:cs typeface="Times New Roman" panose="02020603050405020304" pitchFamily="18" charset="0"/>
              </a:rPr>
              <a:t>3. AI-Based RSA Key Generation Simulator</a:t>
            </a:r>
          </a:p>
          <a:p>
            <a:pPr marL="12700">
              <a:lnSpc>
                <a:spcPct val="100000"/>
              </a:lnSpc>
            </a:pPr>
            <a:endParaRPr lang="en-IN" sz="1600" b="1" dirty="0">
              <a:solidFill>
                <a:srgbClr val="3C5F27"/>
              </a:solidFill>
              <a:latin typeface="Times New Roman" panose="02020603050405020304" pitchFamily="18" charset="0"/>
              <a:cs typeface="Times New Roman" panose="02020603050405020304" pitchFamily="18" charset="0"/>
            </a:endParaRPr>
          </a:p>
          <a:p>
            <a:pPr marL="12700">
              <a:lnSpc>
                <a:spcPct val="100000"/>
              </a:lnSpc>
            </a:pPr>
            <a:r>
              <a:rPr lang="en-IN" sz="1600" b="1" dirty="0">
                <a:solidFill>
                  <a:srgbClr val="3C5F27"/>
                </a:solidFill>
                <a:latin typeface="Times New Roman" panose="02020603050405020304" pitchFamily="18" charset="0"/>
                <a:cs typeface="Times New Roman" panose="02020603050405020304" pitchFamily="18" charset="0"/>
              </a:rPr>
              <a:t>Concept: </a:t>
            </a:r>
            <a:r>
              <a:rPr lang="en-IN" sz="1600" dirty="0">
                <a:solidFill>
                  <a:srgbClr val="3C5F27"/>
                </a:solidFill>
                <a:latin typeface="Times New Roman" panose="02020603050405020304" pitchFamily="18" charset="0"/>
                <a:cs typeface="Times New Roman" panose="02020603050405020304" pitchFamily="18" charset="0"/>
              </a:rPr>
              <a:t>RSA Cryptosystem, Key Distribution</a:t>
            </a:r>
          </a:p>
          <a:p>
            <a:pPr marL="12700">
              <a:lnSpc>
                <a:spcPct val="100000"/>
              </a:lnSpc>
            </a:pPr>
            <a:endParaRPr lang="en-IN" sz="1600" dirty="0">
              <a:solidFill>
                <a:srgbClr val="3C5F27"/>
              </a:solidFill>
              <a:latin typeface="Times New Roman" panose="02020603050405020304" pitchFamily="18" charset="0"/>
              <a:cs typeface="Times New Roman" panose="02020603050405020304" pitchFamily="18" charset="0"/>
            </a:endParaRPr>
          </a:p>
          <a:p>
            <a:pPr marL="12700">
              <a:lnSpc>
                <a:spcPct val="100000"/>
              </a:lnSpc>
            </a:pPr>
            <a:r>
              <a:rPr lang="en-IN" sz="1600" b="1" dirty="0">
                <a:solidFill>
                  <a:srgbClr val="3C5F27"/>
                </a:solidFill>
                <a:latin typeface="Times New Roman" panose="02020603050405020304" pitchFamily="18" charset="0"/>
                <a:cs typeface="Times New Roman" panose="02020603050405020304" pitchFamily="18" charset="0"/>
              </a:rPr>
              <a:t>Usage:</a:t>
            </a:r>
          </a:p>
          <a:p>
            <a:pPr marL="12700" algn="just">
              <a:lnSpc>
                <a:spcPct val="100000"/>
              </a:lnSpc>
            </a:pPr>
            <a:r>
              <a:rPr lang="en-IN" sz="1600" dirty="0">
                <a:solidFill>
                  <a:srgbClr val="3C5F27"/>
                </a:solidFill>
                <a:latin typeface="Times New Roman" panose="02020603050405020304" pitchFamily="18" charset="0"/>
                <a:cs typeface="Times New Roman" panose="02020603050405020304" pitchFamily="18" charset="0"/>
              </a:rPr>
              <a:t>Students use AI to generate a small RSA example using selected primes, calculate n, ϕ(n), public/private keys and demonstrate encryption/decryption. AI is also asked to explain each step.</a:t>
            </a:r>
          </a:p>
          <a:p>
            <a:pPr marL="12700" algn="just">
              <a:lnSpc>
                <a:spcPct val="100000"/>
              </a:lnSpc>
            </a:pPr>
            <a:endParaRPr lang="en-IN" sz="1600" b="1" dirty="0">
              <a:solidFill>
                <a:srgbClr val="3C5F27"/>
              </a:solidFill>
              <a:latin typeface="Times New Roman" panose="02020603050405020304" pitchFamily="18" charset="0"/>
              <a:cs typeface="Times New Roman" panose="02020603050405020304" pitchFamily="18" charset="0"/>
            </a:endParaRPr>
          </a:p>
          <a:p>
            <a:pPr marL="12700" algn="just">
              <a:lnSpc>
                <a:spcPct val="100000"/>
              </a:lnSpc>
            </a:pPr>
            <a:r>
              <a:rPr lang="en-IN" sz="1600" b="1" dirty="0">
                <a:solidFill>
                  <a:srgbClr val="3C5F27"/>
                </a:solidFill>
                <a:latin typeface="Times New Roman" panose="02020603050405020304" pitchFamily="18" charset="0"/>
                <a:cs typeface="Times New Roman" panose="02020603050405020304" pitchFamily="18" charset="0"/>
              </a:rPr>
              <a:t>4. AI Simulation of Diffie–Hellman Key Exchange</a:t>
            </a:r>
          </a:p>
          <a:p>
            <a:pPr marL="12700" algn="just">
              <a:lnSpc>
                <a:spcPct val="100000"/>
              </a:lnSpc>
            </a:pPr>
            <a:endParaRPr lang="en-IN" sz="1600" b="1" dirty="0">
              <a:solidFill>
                <a:srgbClr val="3C5F27"/>
              </a:solidFill>
              <a:latin typeface="Times New Roman" panose="02020603050405020304" pitchFamily="18" charset="0"/>
              <a:cs typeface="Times New Roman" panose="02020603050405020304" pitchFamily="18" charset="0"/>
            </a:endParaRPr>
          </a:p>
          <a:p>
            <a:pPr marL="12700" algn="just">
              <a:lnSpc>
                <a:spcPct val="100000"/>
              </a:lnSpc>
            </a:pPr>
            <a:r>
              <a:rPr lang="en-IN" sz="1600" b="1" dirty="0">
                <a:solidFill>
                  <a:srgbClr val="3C5F27"/>
                </a:solidFill>
                <a:latin typeface="Times New Roman" panose="02020603050405020304" pitchFamily="18" charset="0"/>
                <a:cs typeface="Times New Roman" panose="02020603050405020304" pitchFamily="18" charset="0"/>
              </a:rPr>
              <a:t>Concept: </a:t>
            </a:r>
            <a:r>
              <a:rPr lang="en-IN" sz="1600" dirty="0">
                <a:solidFill>
                  <a:srgbClr val="3C5F27"/>
                </a:solidFill>
                <a:latin typeface="Times New Roman" panose="02020603050405020304" pitchFamily="18" charset="0"/>
                <a:cs typeface="Times New Roman" panose="02020603050405020304" pitchFamily="18" charset="0"/>
              </a:rPr>
              <a:t>Diffie–Hellman Key Exchange</a:t>
            </a:r>
          </a:p>
          <a:p>
            <a:pPr marL="12700" algn="just">
              <a:lnSpc>
                <a:spcPct val="100000"/>
              </a:lnSpc>
            </a:pPr>
            <a:endParaRPr lang="en-IN" sz="1600" b="1" dirty="0">
              <a:solidFill>
                <a:srgbClr val="3C5F27"/>
              </a:solidFill>
              <a:latin typeface="Times New Roman" panose="02020603050405020304" pitchFamily="18" charset="0"/>
              <a:cs typeface="Times New Roman" panose="02020603050405020304" pitchFamily="18" charset="0"/>
            </a:endParaRPr>
          </a:p>
          <a:p>
            <a:pPr marL="12700" algn="just">
              <a:lnSpc>
                <a:spcPct val="100000"/>
              </a:lnSpc>
            </a:pPr>
            <a:r>
              <a:rPr lang="en-IN" sz="1600" b="1" dirty="0">
                <a:solidFill>
                  <a:srgbClr val="3C5F27"/>
                </a:solidFill>
                <a:latin typeface="Times New Roman" panose="02020603050405020304" pitchFamily="18" charset="0"/>
                <a:cs typeface="Times New Roman" panose="02020603050405020304" pitchFamily="18" charset="0"/>
              </a:rPr>
              <a:t>Usage:</a:t>
            </a:r>
          </a:p>
          <a:p>
            <a:pPr marL="12700" algn="just">
              <a:lnSpc>
                <a:spcPct val="100000"/>
              </a:lnSpc>
            </a:pPr>
            <a:r>
              <a:rPr lang="en-IN" sz="1600" dirty="0">
                <a:solidFill>
                  <a:srgbClr val="3C5F27"/>
                </a:solidFill>
                <a:latin typeface="Times New Roman" panose="02020603050405020304" pitchFamily="18" charset="0"/>
                <a:cs typeface="Times New Roman" panose="02020603050405020304" pitchFamily="18" charset="0"/>
              </a:rPr>
              <a:t>AI acts as Alice and Bob and generates a guided numerical simulation. Students independently calculate the public values and shared secret and identify whether both parties obtain the same key.</a:t>
            </a:r>
          </a:p>
          <a:p>
            <a:pPr marL="12700" algn="just">
              <a:lnSpc>
                <a:spcPct val="100000"/>
              </a:lnSpc>
            </a:pPr>
            <a:endParaRPr lang="en-IN" sz="1600" b="1" dirty="0">
              <a:solidFill>
                <a:srgbClr val="3C5F27"/>
              </a:solidFill>
              <a:latin typeface="Times New Roman" panose="02020603050405020304" pitchFamily="18" charset="0"/>
              <a:cs typeface="Times New Roman" panose="02020603050405020304" pitchFamily="18" charset="0"/>
            </a:endParaRPr>
          </a:p>
          <a:p>
            <a:pPr marL="12700" algn="just">
              <a:lnSpc>
                <a:spcPct val="100000"/>
              </a:lnSpc>
            </a:pPr>
            <a:r>
              <a:rPr lang="en-IN" sz="1600" b="1" dirty="0">
                <a:solidFill>
                  <a:srgbClr val="3C5F27"/>
                </a:solidFill>
                <a:latin typeface="Times New Roman" panose="02020603050405020304" pitchFamily="18" charset="0"/>
                <a:cs typeface="Times New Roman" panose="02020603050405020304" pitchFamily="18" charset="0"/>
              </a:rPr>
              <a:t>5. AI-Based RSA vs ECC Security Analyst</a:t>
            </a:r>
          </a:p>
          <a:p>
            <a:pPr marL="12700" algn="just">
              <a:lnSpc>
                <a:spcPct val="100000"/>
              </a:lnSpc>
            </a:pPr>
            <a:endParaRPr lang="en-IN" sz="1600" b="1" dirty="0">
              <a:solidFill>
                <a:srgbClr val="3C5F27"/>
              </a:solidFill>
              <a:latin typeface="Times New Roman" panose="02020603050405020304" pitchFamily="18" charset="0"/>
              <a:cs typeface="Times New Roman" panose="02020603050405020304" pitchFamily="18" charset="0"/>
            </a:endParaRPr>
          </a:p>
          <a:p>
            <a:pPr marL="12700" algn="just">
              <a:lnSpc>
                <a:spcPct val="100000"/>
              </a:lnSpc>
            </a:pPr>
            <a:r>
              <a:rPr lang="en-IN" sz="1600" b="1" dirty="0">
                <a:solidFill>
                  <a:srgbClr val="3C5F27"/>
                </a:solidFill>
                <a:latin typeface="Times New Roman" panose="02020603050405020304" pitchFamily="18" charset="0"/>
                <a:cs typeface="Times New Roman" panose="02020603050405020304" pitchFamily="18" charset="0"/>
              </a:rPr>
              <a:t>Concept: </a:t>
            </a:r>
            <a:r>
              <a:rPr lang="en-IN" sz="1600" dirty="0">
                <a:solidFill>
                  <a:srgbClr val="3C5F27"/>
                </a:solidFill>
                <a:latin typeface="Times New Roman" panose="02020603050405020304" pitchFamily="18" charset="0"/>
                <a:cs typeface="Times New Roman" panose="02020603050405020304" pitchFamily="18" charset="0"/>
              </a:rPr>
              <a:t>Elliptic Curve Arithmetic, ECC, RSA</a:t>
            </a:r>
          </a:p>
          <a:p>
            <a:pPr marL="12700" algn="just">
              <a:lnSpc>
                <a:spcPct val="100000"/>
              </a:lnSpc>
            </a:pPr>
            <a:endParaRPr lang="en-IN" sz="1600" b="1" dirty="0">
              <a:solidFill>
                <a:srgbClr val="3C5F27"/>
              </a:solidFill>
              <a:latin typeface="Times New Roman" panose="02020603050405020304" pitchFamily="18" charset="0"/>
              <a:cs typeface="Times New Roman" panose="02020603050405020304" pitchFamily="18" charset="0"/>
            </a:endParaRPr>
          </a:p>
          <a:p>
            <a:pPr marL="12700" algn="just">
              <a:lnSpc>
                <a:spcPct val="100000"/>
              </a:lnSpc>
            </a:pPr>
            <a:r>
              <a:rPr lang="en-IN" sz="1600" b="1" dirty="0">
                <a:solidFill>
                  <a:srgbClr val="3C5F27"/>
                </a:solidFill>
                <a:latin typeface="Times New Roman" panose="02020603050405020304" pitchFamily="18" charset="0"/>
                <a:cs typeface="Times New Roman" panose="02020603050405020304" pitchFamily="18" charset="0"/>
              </a:rPr>
              <a:t>Usage:</a:t>
            </a:r>
          </a:p>
          <a:p>
            <a:pPr marL="12700" algn="just">
              <a:lnSpc>
                <a:spcPct val="100000"/>
              </a:lnSpc>
            </a:pPr>
            <a:r>
              <a:rPr lang="en-IN" sz="1600" dirty="0">
                <a:solidFill>
                  <a:srgbClr val="3C5F27"/>
                </a:solidFill>
                <a:latin typeface="Times New Roman" panose="02020603050405020304" pitchFamily="18" charset="0"/>
                <a:cs typeface="Times New Roman" panose="02020603050405020304" pitchFamily="18" charset="0"/>
              </a:rPr>
              <a:t>Students ask AI to compare RSA and ECC for a given application such as mobile banking, IoT or secure messaging. They evaluate key size, computational requirements, security assumptions and suitability.</a:t>
            </a:r>
            <a:endParaRPr lang="en-IN" sz="1600" b="1" dirty="0">
              <a:solidFill>
                <a:srgbClr val="3C5F27"/>
              </a:solidFill>
              <a:latin typeface="Times New Roman" panose="02020603050405020304" pitchFamily="18" charset="0"/>
              <a:cs typeface="Times New Roman" panose="02020603050405020304" pitchFamily="18" charset="0"/>
            </a:endParaRPr>
          </a:p>
          <a:p>
            <a:pPr marL="12700">
              <a:lnSpc>
                <a:spcPct val="100000"/>
              </a:lnSpc>
            </a:pPr>
            <a:endParaRPr sz="1600" b="1" dirty="0">
              <a:solidFill>
                <a:srgbClr val="3C5F27"/>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7"/>
          </p:nvPr>
        </p:nvSpPr>
        <p:spPr/>
        <p:txBody>
          <a:bodyPr/>
          <a:lstStyle/>
          <a:p>
            <a:fld id="{B6F15528-21DE-4FAA-801E-634DDDAF4B2B}" type="slidenum">
              <a:rPr lang="en-IN" smtClean="0"/>
              <a:t>47</a:t>
            </a:fld>
            <a:endParaRPr lang="en-I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1133982"/>
            <a:ext cx="5758180" cy="1748155"/>
          </a:xfrm>
          <a:prstGeom prst="rect">
            <a:avLst/>
          </a:prstGeom>
        </p:spPr>
        <p:txBody>
          <a:bodyPr vert="horz" wrap="square" lIns="0" tIns="13335" rIns="0" bIns="0" rtlCol="0">
            <a:spAutoFit/>
          </a:bodyPr>
          <a:lstStyle/>
          <a:p>
            <a:pPr marL="12700">
              <a:lnSpc>
                <a:spcPct val="100000"/>
              </a:lnSpc>
              <a:spcBef>
                <a:spcPts val="105"/>
              </a:spcBef>
            </a:pPr>
            <a:r>
              <a:rPr sz="1600" b="1" dirty="0">
                <a:solidFill>
                  <a:srgbClr val="538235"/>
                </a:solidFill>
                <a:latin typeface="Tahoma"/>
                <a:cs typeface="Tahoma"/>
              </a:rPr>
              <a:t>TWO</a:t>
            </a:r>
            <a:r>
              <a:rPr sz="1600" b="1" spc="-20" dirty="0">
                <a:solidFill>
                  <a:srgbClr val="538235"/>
                </a:solidFill>
                <a:latin typeface="Tahoma"/>
                <a:cs typeface="Tahoma"/>
              </a:rPr>
              <a:t> </a:t>
            </a:r>
            <a:r>
              <a:rPr sz="1600" b="1" spc="5" dirty="0">
                <a:solidFill>
                  <a:srgbClr val="538235"/>
                </a:solidFill>
                <a:latin typeface="Tahoma"/>
                <a:cs typeface="Tahoma"/>
              </a:rPr>
              <a:t>MARKS</a:t>
            </a:r>
            <a:r>
              <a:rPr sz="1600" b="1" spc="-50" dirty="0">
                <a:solidFill>
                  <a:srgbClr val="538235"/>
                </a:solidFill>
                <a:latin typeface="Tahoma"/>
                <a:cs typeface="Tahoma"/>
              </a:rPr>
              <a:t> </a:t>
            </a:r>
            <a:r>
              <a:rPr sz="1600" b="1" spc="5" dirty="0">
                <a:solidFill>
                  <a:srgbClr val="538235"/>
                </a:solidFill>
                <a:latin typeface="Tahoma"/>
                <a:cs typeface="Tahoma"/>
              </a:rPr>
              <a:t>Q</a:t>
            </a:r>
            <a:r>
              <a:rPr sz="1600" b="1" spc="-25" dirty="0">
                <a:solidFill>
                  <a:srgbClr val="538235"/>
                </a:solidFill>
                <a:latin typeface="Tahoma"/>
                <a:cs typeface="Tahoma"/>
              </a:rPr>
              <a:t> </a:t>
            </a:r>
            <a:r>
              <a:rPr sz="1600" b="1" spc="5" dirty="0">
                <a:solidFill>
                  <a:srgbClr val="538235"/>
                </a:solidFill>
                <a:latin typeface="Tahoma"/>
                <a:cs typeface="Tahoma"/>
              </a:rPr>
              <a:t>&amp;</a:t>
            </a:r>
            <a:r>
              <a:rPr sz="1600" b="1" spc="-15" dirty="0">
                <a:solidFill>
                  <a:srgbClr val="538235"/>
                </a:solidFill>
                <a:latin typeface="Tahoma"/>
                <a:cs typeface="Tahoma"/>
              </a:rPr>
              <a:t> </a:t>
            </a:r>
            <a:r>
              <a:rPr sz="1600" b="1" spc="5" dirty="0">
                <a:solidFill>
                  <a:srgbClr val="538235"/>
                </a:solidFill>
                <a:latin typeface="Tahoma"/>
                <a:cs typeface="Tahoma"/>
              </a:rPr>
              <a:t>A</a:t>
            </a:r>
            <a:endParaRPr sz="1600" dirty="0">
              <a:latin typeface="Tahoma"/>
              <a:cs typeface="Tahoma"/>
            </a:endParaRPr>
          </a:p>
          <a:p>
            <a:pPr>
              <a:lnSpc>
                <a:spcPct val="100000"/>
              </a:lnSpc>
            </a:pPr>
            <a:endParaRPr sz="1900" dirty="0">
              <a:latin typeface="Tahoma"/>
              <a:cs typeface="Tahoma"/>
            </a:endParaRPr>
          </a:p>
          <a:p>
            <a:pPr marL="12700">
              <a:lnSpc>
                <a:spcPct val="100000"/>
              </a:lnSpc>
              <a:spcBef>
                <a:spcPts val="1420"/>
              </a:spcBef>
            </a:pPr>
            <a:r>
              <a:rPr lang="en-IN" sz="1200" b="1" spc="-5" dirty="0">
                <a:solidFill>
                  <a:srgbClr val="538235"/>
                </a:solidFill>
                <a:latin typeface="Tahoma"/>
                <a:cs typeface="Tahoma"/>
              </a:rPr>
              <a:t>1. </a:t>
            </a:r>
            <a:r>
              <a:rPr sz="1200" b="1" spc="-5" dirty="0">
                <a:solidFill>
                  <a:srgbClr val="538235"/>
                </a:solidFill>
                <a:latin typeface="Tahoma"/>
                <a:cs typeface="Tahoma"/>
              </a:rPr>
              <a:t>Define</a:t>
            </a:r>
            <a:r>
              <a:rPr sz="1200" b="1" spc="-15" dirty="0">
                <a:solidFill>
                  <a:srgbClr val="538235"/>
                </a:solidFill>
                <a:latin typeface="Tahoma"/>
                <a:cs typeface="Tahoma"/>
              </a:rPr>
              <a:t> </a:t>
            </a:r>
            <a:r>
              <a:rPr sz="1200" b="1" spc="-5" dirty="0">
                <a:solidFill>
                  <a:srgbClr val="538235"/>
                </a:solidFill>
                <a:latin typeface="Tahoma"/>
                <a:cs typeface="Tahoma"/>
              </a:rPr>
              <a:t>one-way</a:t>
            </a:r>
            <a:r>
              <a:rPr sz="1200" b="1" spc="-40" dirty="0">
                <a:solidFill>
                  <a:srgbClr val="538235"/>
                </a:solidFill>
                <a:latin typeface="Tahoma"/>
                <a:cs typeface="Tahoma"/>
              </a:rPr>
              <a:t> </a:t>
            </a:r>
            <a:r>
              <a:rPr sz="1200" b="1" spc="-5" dirty="0">
                <a:solidFill>
                  <a:srgbClr val="538235"/>
                </a:solidFill>
                <a:latin typeface="Tahoma"/>
                <a:cs typeface="Tahoma"/>
              </a:rPr>
              <a:t>function.</a:t>
            </a:r>
            <a:r>
              <a:rPr sz="1200" b="1" spc="-20" dirty="0">
                <a:solidFill>
                  <a:srgbClr val="538235"/>
                </a:solidFill>
                <a:latin typeface="Tahoma"/>
                <a:cs typeface="Tahoma"/>
              </a:rPr>
              <a:t> </a:t>
            </a:r>
            <a:r>
              <a:rPr sz="1200" b="1" dirty="0">
                <a:solidFill>
                  <a:srgbClr val="538235"/>
                </a:solidFill>
                <a:latin typeface="Tahoma"/>
                <a:cs typeface="Tahoma"/>
              </a:rPr>
              <a:t>(CO3,</a:t>
            </a:r>
            <a:r>
              <a:rPr sz="1200" b="1" spc="-15" dirty="0">
                <a:solidFill>
                  <a:srgbClr val="538235"/>
                </a:solidFill>
                <a:latin typeface="Tahoma"/>
                <a:cs typeface="Tahoma"/>
              </a:rPr>
              <a:t> </a:t>
            </a:r>
            <a:r>
              <a:rPr sz="1200" b="1" dirty="0">
                <a:solidFill>
                  <a:srgbClr val="538235"/>
                </a:solidFill>
                <a:latin typeface="Tahoma"/>
                <a:cs typeface="Tahoma"/>
              </a:rPr>
              <a:t>K1)</a:t>
            </a:r>
            <a:endParaRPr sz="1200" dirty="0">
              <a:latin typeface="Tahoma"/>
              <a:cs typeface="Tahoma"/>
            </a:endParaRPr>
          </a:p>
          <a:p>
            <a:pPr marL="12700">
              <a:lnSpc>
                <a:spcPct val="100000"/>
              </a:lnSpc>
              <a:spcBef>
                <a:spcPts val="720"/>
              </a:spcBef>
            </a:pPr>
            <a:r>
              <a:rPr sz="1200" dirty="0">
                <a:solidFill>
                  <a:srgbClr val="538235"/>
                </a:solidFill>
                <a:latin typeface="Tahoma"/>
                <a:cs typeface="Tahoma"/>
              </a:rPr>
              <a:t>A</a:t>
            </a:r>
            <a:r>
              <a:rPr sz="1200" spc="30" dirty="0">
                <a:solidFill>
                  <a:srgbClr val="538235"/>
                </a:solidFill>
                <a:latin typeface="Tahoma"/>
                <a:cs typeface="Tahoma"/>
              </a:rPr>
              <a:t> </a:t>
            </a:r>
            <a:r>
              <a:rPr sz="1200" spc="-5" dirty="0">
                <a:solidFill>
                  <a:srgbClr val="538235"/>
                </a:solidFill>
                <a:latin typeface="Tahoma"/>
                <a:cs typeface="Tahoma"/>
              </a:rPr>
              <a:t>one-way</a:t>
            </a:r>
            <a:r>
              <a:rPr sz="1200" spc="30" dirty="0">
                <a:solidFill>
                  <a:srgbClr val="538235"/>
                </a:solidFill>
                <a:latin typeface="Tahoma"/>
                <a:cs typeface="Tahoma"/>
              </a:rPr>
              <a:t> </a:t>
            </a:r>
            <a:r>
              <a:rPr sz="1200" spc="-5" dirty="0">
                <a:solidFill>
                  <a:srgbClr val="538235"/>
                </a:solidFill>
                <a:latin typeface="Tahoma"/>
                <a:cs typeface="Tahoma"/>
              </a:rPr>
              <a:t>function</a:t>
            </a:r>
            <a:r>
              <a:rPr sz="1200" spc="35" dirty="0">
                <a:solidFill>
                  <a:srgbClr val="538235"/>
                </a:solidFill>
                <a:latin typeface="Tahoma"/>
                <a:cs typeface="Tahoma"/>
              </a:rPr>
              <a:t> </a:t>
            </a:r>
            <a:r>
              <a:rPr sz="1200" spc="-10" dirty="0">
                <a:solidFill>
                  <a:srgbClr val="538235"/>
                </a:solidFill>
                <a:latin typeface="Tahoma"/>
                <a:cs typeface="Tahoma"/>
              </a:rPr>
              <a:t>is</a:t>
            </a:r>
            <a:r>
              <a:rPr sz="1200" spc="30" dirty="0">
                <a:solidFill>
                  <a:srgbClr val="538235"/>
                </a:solidFill>
                <a:latin typeface="Tahoma"/>
                <a:cs typeface="Tahoma"/>
              </a:rPr>
              <a:t> </a:t>
            </a:r>
            <a:r>
              <a:rPr sz="1200" dirty="0">
                <a:solidFill>
                  <a:srgbClr val="538235"/>
                </a:solidFill>
                <a:latin typeface="Tahoma"/>
                <a:cs typeface="Tahoma"/>
              </a:rPr>
              <a:t>one</a:t>
            </a:r>
            <a:r>
              <a:rPr sz="1200" spc="20" dirty="0">
                <a:solidFill>
                  <a:srgbClr val="538235"/>
                </a:solidFill>
                <a:latin typeface="Tahoma"/>
                <a:cs typeface="Tahoma"/>
              </a:rPr>
              <a:t> </a:t>
            </a:r>
            <a:r>
              <a:rPr sz="1200" dirty="0">
                <a:solidFill>
                  <a:srgbClr val="538235"/>
                </a:solidFill>
                <a:latin typeface="Tahoma"/>
                <a:cs typeface="Tahoma"/>
              </a:rPr>
              <a:t>that</a:t>
            </a:r>
            <a:r>
              <a:rPr sz="1200" spc="30" dirty="0">
                <a:solidFill>
                  <a:srgbClr val="538235"/>
                </a:solidFill>
                <a:latin typeface="Tahoma"/>
                <a:cs typeface="Tahoma"/>
              </a:rPr>
              <a:t> </a:t>
            </a:r>
            <a:r>
              <a:rPr sz="1200" spc="-5" dirty="0">
                <a:solidFill>
                  <a:srgbClr val="538235"/>
                </a:solidFill>
                <a:latin typeface="Tahoma"/>
                <a:cs typeface="Tahoma"/>
              </a:rPr>
              <a:t>maps</a:t>
            </a:r>
            <a:r>
              <a:rPr sz="1200" spc="25" dirty="0">
                <a:solidFill>
                  <a:srgbClr val="538235"/>
                </a:solidFill>
                <a:latin typeface="Tahoma"/>
                <a:cs typeface="Tahoma"/>
              </a:rPr>
              <a:t> </a:t>
            </a:r>
            <a:r>
              <a:rPr sz="1200" dirty="0">
                <a:solidFill>
                  <a:srgbClr val="538235"/>
                </a:solidFill>
                <a:latin typeface="Tahoma"/>
                <a:cs typeface="Tahoma"/>
              </a:rPr>
              <a:t>a</a:t>
            </a:r>
            <a:r>
              <a:rPr sz="1200" spc="30" dirty="0">
                <a:solidFill>
                  <a:srgbClr val="538235"/>
                </a:solidFill>
                <a:latin typeface="Tahoma"/>
                <a:cs typeface="Tahoma"/>
              </a:rPr>
              <a:t> </a:t>
            </a:r>
            <a:r>
              <a:rPr sz="1200" spc="-5" dirty="0">
                <a:solidFill>
                  <a:srgbClr val="538235"/>
                </a:solidFill>
                <a:latin typeface="Tahoma"/>
                <a:cs typeface="Tahoma"/>
              </a:rPr>
              <a:t>domain</a:t>
            </a:r>
            <a:r>
              <a:rPr sz="1200" spc="35" dirty="0">
                <a:solidFill>
                  <a:srgbClr val="538235"/>
                </a:solidFill>
                <a:latin typeface="Tahoma"/>
                <a:cs typeface="Tahoma"/>
              </a:rPr>
              <a:t> </a:t>
            </a:r>
            <a:r>
              <a:rPr sz="1200" spc="-5" dirty="0">
                <a:solidFill>
                  <a:srgbClr val="538235"/>
                </a:solidFill>
                <a:latin typeface="Tahoma"/>
                <a:cs typeface="Tahoma"/>
              </a:rPr>
              <a:t>into</a:t>
            </a:r>
            <a:r>
              <a:rPr sz="1200" spc="25" dirty="0">
                <a:solidFill>
                  <a:srgbClr val="538235"/>
                </a:solidFill>
                <a:latin typeface="Tahoma"/>
                <a:cs typeface="Tahoma"/>
              </a:rPr>
              <a:t> </a:t>
            </a:r>
            <a:r>
              <a:rPr sz="1200" dirty="0">
                <a:solidFill>
                  <a:srgbClr val="538235"/>
                </a:solidFill>
                <a:latin typeface="Tahoma"/>
                <a:cs typeface="Tahoma"/>
              </a:rPr>
              <a:t>a</a:t>
            </a:r>
            <a:r>
              <a:rPr sz="1200" spc="30" dirty="0">
                <a:solidFill>
                  <a:srgbClr val="538235"/>
                </a:solidFill>
                <a:latin typeface="Tahoma"/>
                <a:cs typeface="Tahoma"/>
              </a:rPr>
              <a:t> </a:t>
            </a:r>
            <a:r>
              <a:rPr sz="1200" spc="-5" dirty="0">
                <a:solidFill>
                  <a:srgbClr val="538235"/>
                </a:solidFill>
                <a:latin typeface="Tahoma"/>
                <a:cs typeface="Tahoma"/>
              </a:rPr>
              <a:t>range</a:t>
            </a:r>
            <a:r>
              <a:rPr sz="1200" spc="25" dirty="0">
                <a:solidFill>
                  <a:srgbClr val="538235"/>
                </a:solidFill>
                <a:latin typeface="Tahoma"/>
                <a:cs typeface="Tahoma"/>
              </a:rPr>
              <a:t> </a:t>
            </a:r>
            <a:r>
              <a:rPr sz="1200" spc="-5" dirty="0">
                <a:solidFill>
                  <a:srgbClr val="538235"/>
                </a:solidFill>
                <a:latin typeface="Tahoma"/>
                <a:cs typeface="Tahoma"/>
              </a:rPr>
              <a:t>such</a:t>
            </a:r>
            <a:r>
              <a:rPr sz="1200" spc="35" dirty="0">
                <a:solidFill>
                  <a:srgbClr val="538235"/>
                </a:solidFill>
                <a:latin typeface="Tahoma"/>
                <a:cs typeface="Tahoma"/>
              </a:rPr>
              <a:t> </a:t>
            </a:r>
            <a:r>
              <a:rPr sz="1200" dirty="0">
                <a:solidFill>
                  <a:srgbClr val="538235"/>
                </a:solidFill>
                <a:latin typeface="Tahoma"/>
                <a:cs typeface="Tahoma"/>
              </a:rPr>
              <a:t>that</a:t>
            </a:r>
            <a:r>
              <a:rPr sz="1200" spc="30" dirty="0">
                <a:solidFill>
                  <a:srgbClr val="538235"/>
                </a:solidFill>
                <a:latin typeface="Tahoma"/>
                <a:cs typeface="Tahoma"/>
              </a:rPr>
              <a:t> </a:t>
            </a:r>
            <a:r>
              <a:rPr sz="1200" spc="-5" dirty="0">
                <a:solidFill>
                  <a:srgbClr val="538235"/>
                </a:solidFill>
                <a:latin typeface="Tahoma"/>
                <a:cs typeface="Tahoma"/>
              </a:rPr>
              <a:t>every</a:t>
            </a:r>
            <a:r>
              <a:rPr sz="1200" spc="40" dirty="0">
                <a:solidFill>
                  <a:srgbClr val="538235"/>
                </a:solidFill>
                <a:latin typeface="Tahoma"/>
                <a:cs typeface="Tahoma"/>
              </a:rPr>
              <a:t> </a:t>
            </a:r>
            <a:r>
              <a:rPr sz="1200" spc="-5" dirty="0">
                <a:solidFill>
                  <a:srgbClr val="538235"/>
                </a:solidFill>
                <a:latin typeface="Tahoma"/>
                <a:cs typeface="Tahoma"/>
              </a:rPr>
              <a:t>function</a:t>
            </a:r>
            <a:endParaRPr sz="1200" dirty="0">
              <a:latin typeface="Tahoma"/>
              <a:cs typeface="Tahoma"/>
            </a:endParaRPr>
          </a:p>
          <a:p>
            <a:pPr marL="12700">
              <a:lnSpc>
                <a:spcPct val="100000"/>
              </a:lnSpc>
              <a:spcBef>
                <a:spcPts val="720"/>
              </a:spcBef>
            </a:pPr>
            <a:r>
              <a:rPr sz="1200" spc="-10" dirty="0">
                <a:solidFill>
                  <a:srgbClr val="538235"/>
                </a:solidFill>
                <a:latin typeface="Tahoma"/>
                <a:cs typeface="Tahoma"/>
              </a:rPr>
              <a:t>value</a:t>
            </a:r>
            <a:r>
              <a:rPr sz="1200" spc="70" dirty="0">
                <a:solidFill>
                  <a:srgbClr val="538235"/>
                </a:solidFill>
                <a:latin typeface="Tahoma"/>
                <a:cs typeface="Tahoma"/>
              </a:rPr>
              <a:t> </a:t>
            </a:r>
            <a:r>
              <a:rPr sz="1200" spc="-5" dirty="0">
                <a:solidFill>
                  <a:srgbClr val="538235"/>
                </a:solidFill>
                <a:latin typeface="Tahoma"/>
                <a:cs typeface="Tahoma"/>
              </a:rPr>
              <a:t>has</a:t>
            </a:r>
            <a:r>
              <a:rPr sz="1200" spc="75" dirty="0">
                <a:solidFill>
                  <a:srgbClr val="538235"/>
                </a:solidFill>
                <a:latin typeface="Tahoma"/>
                <a:cs typeface="Tahoma"/>
              </a:rPr>
              <a:t> </a:t>
            </a:r>
            <a:r>
              <a:rPr sz="1200" dirty="0">
                <a:solidFill>
                  <a:srgbClr val="538235"/>
                </a:solidFill>
                <a:latin typeface="Tahoma"/>
                <a:cs typeface="Tahoma"/>
              </a:rPr>
              <a:t>a</a:t>
            </a:r>
            <a:r>
              <a:rPr sz="1200" spc="75" dirty="0">
                <a:solidFill>
                  <a:srgbClr val="538235"/>
                </a:solidFill>
                <a:latin typeface="Tahoma"/>
                <a:cs typeface="Tahoma"/>
              </a:rPr>
              <a:t> </a:t>
            </a:r>
            <a:r>
              <a:rPr sz="1200" dirty="0">
                <a:solidFill>
                  <a:srgbClr val="538235"/>
                </a:solidFill>
                <a:latin typeface="Tahoma"/>
                <a:cs typeface="Tahoma"/>
              </a:rPr>
              <a:t>unique</a:t>
            </a:r>
            <a:r>
              <a:rPr sz="1200" spc="75" dirty="0">
                <a:solidFill>
                  <a:srgbClr val="538235"/>
                </a:solidFill>
                <a:latin typeface="Tahoma"/>
                <a:cs typeface="Tahoma"/>
              </a:rPr>
              <a:t> </a:t>
            </a:r>
            <a:r>
              <a:rPr sz="1200" spc="-10" dirty="0">
                <a:solidFill>
                  <a:srgbClr val="538235"/>
                </a:solidFill>
                <a:latin typeface="Tahoma"/>
                <a:cs typeface="Tahoma"/>
              </a:rPr>
              <a:t>inverse,</a:t>
            </a:r>
            <a:r>
              <a:rPr sz="1200" spc="80" dirty="0">
                <a:solidFill>
                  <a:srgbClr val="538235"/>
                </a:solidFill>
                <a:latin typeface="Tahoma"/>
                <a:cs typeface="Tahoma"/>
              </a:rPr>
              <a:t> </a:t>
            </a:r>
            <a:r>
              <a:rPr sz="1200" spc="-5" dirty="0">
                <a:solidFill>
                  <a:srgbClr val="538235"/>
                </a:solidFill>
                <a:latin typeface="Tahoma"/>
                <a:cs typeface="Tahoma"/>
              </a:rPr>
              <a:t>with</a:t>
            </a:r>
            <a:r>
              <a:rPr sz="1200" spc="85" dirty="0">
                <a:solidFill>
                  <a:srgbClr val="538235"/>
                </a:solidFill>
                <a:latin typeface="Tahoma"/>
                <a:cs typeface="Tahoma"/>
              </a:rPr>
              <a:t> </a:t>
            </a:r>
            <a:r>
              <a:rPr sz="1200" dirty="0">
                <a:solidFill>
                  <a:srgbClr val="538235"/>
                </a:solidFill>
                <a:latin typeface="Tahoma"/>
                <a:cs typeface="Tahoma"/>
              </a:rPr>
              <a:t>the</a:t>
            </a:r>
            <a:r>
              <a:rPr sz="1200" spc="75" dirty="0">
                <a:solidFill>
                  <a:srgbClr val="538235"/>
                </a:solidFill>
                <a:latin typeface="Tahoma"/>
                <a:cs typeface="Tahoma"/>
              </a:rPr>
              <a:t> </a:t>
            </a:r>
            <a:r>
              <a:rPr sz="1200" spc="-5" dirty="0">
                <a:solidFill>
                  <a:srgbClr val="538235"/>
                </a:solidFill>
                <a:latin typeface="Tahoma"/>
                <a:cs typeface="Tahoma"/>
              </a:rPr>
              <a:t>condition</a:t>
            </a:r>
            <a:r>
              <a:rPr sz="1200" spc="90" dirty="0">
                <a:solidFill>
                  <a:srgbClr val="538235"/>
                </a:solidFill>
                <a:latin typeface="Tahoma"/>
                <a:cs typeface="Tahoma"/>
              </a:rPr>
              <a:t> </a:t>
            </a:r>
            <a:r>
              <a:rPr sz="1200" spc="-5" dirty="0">
                <a:solidFill>
                  <a:srgbClr val="538235"/>
                </a:solidFill>
                <a:latin typeface="Tahoma"/>
                <a:cs typeface="Tahoma"/>
              </a:rPr>
              <a:t>that</a:t>
            </a:r>
            <a:r>
              <a:rPr sz="1200" spc="65" dirty="0">
                <a:solidFill>
                  <a:srgbClr val="538235"/>
                </a:solidFill>
                <a:latin typeface="Tahoma"/>
                <a:cs typeface="Tahoma"/>
              </a:rPr>
              <a:t> </a:t>
            </a:r>
            <a:r>
              <a:rPr sz="1200" dirty="0">
                <a:solidFill>
                  <a:srgbClr val="538235"/>
                </a:solidFill>
                <a:latin typeface="Tahoma"/>
                <a:cs typeface="Tahoma"/>
              </a:rPr>
              <a:t>the</a:t>
            </a:r>
            <a:r>
              <a:rPr sz="1200" spc="75" dirty="0">
                <a:solidFill>
                  <a:srgbClr val="538235"/>
                </a:solidFill>
                <a:latin typeface="Tahoma"/>
                <a:cs typeface="Tahoma"/>
              </a:rPr>
              <a:t> </a:t>
            </a:r>
            <a:r>
              <a:rPr sz="1200" spc="-10" dirty="0">
                <a:solidFill>
                  <a:srgbClr val="538235"/>
                </a:solidFill>
                <a:latin typeface="Tahoma"/>
                <a:cs typeface="Tahoma"/>
              </a:rPr>
              <a:t>calculation</a:t>
            </a:r>
            <a:r>
              <a:rPr sz="1200" spc="90" dirty="0">
                <a:solidFill>
                  <a:srgbClr val="538235"/>
                </a:solidFill>
                <a:latin typeface="Tahoma"/>
                <a:cs typeface="Tahoma"/>
              </a:rPr>
              <a:t> </a:t>
            </a:r>
            <a:r>
              <a:rPr sz="1200" spc="-5" dirty="0">
                <a:solidFill>
                  <a:srgbClr val="538235"/>
                </a:solidFill>
                <a:latin typeface="Tahoma"/>
                <a:cs typeface="Tahoma"/>
              </a:rPr>
              <a:t>of</a:t>
            </a:r>
            <a:r>
              <a:rPr sz="1200" spc="85" dirty="0">
                <a:solidFill>
                  <a:srgbClr val="538235"/>
                </a:solidFill>
                <a:latin typeface="Tahoma"/>
                <a:cs typeface="Tahoma"/>
              </a:rPr>
              <a:t> </a:t>
            </a:r>
            <a:r>
              <a:rPr sz="1200" dirty="0">
                <a:solidFill>
                  <a:srgbClr val="538235"/>
                </a:solidFill>
                <a:latin typeface="Tahoma"/>
                <a:cs typeface="Tahoma"/>
              </a:rPr>
              <a:t>the</a:t>
            </a:r>
            <a:r>
              <a:rPr sz="1200" spc="55" dirty="0">
                <a:solidFill>
                  <a:srgbClr val="538235"/>
                </a:solidFill>
                <a:latin typeface="Tahoma"/>
                <a:cs typeface="Tahoma"/>
              </a:rPr>
              <a:t> </a:t>
            </a:r>
            <a:r>
              <a:rPr sz="1200" spc="-5" dirty="0">
                <a:solidFill>
                  <a:srgbClr val="538235"/>
                </a:solidFill>
                <a:latin typeface="Tahoma"/>
                <a:cs typeface="Tahoma"/>
              </a:rPr>
              <a:t>function</a:t>
            </a:r>
            <a:r>
              <a:rPr sz="1200" spc="85" dirty="0">
                <a:solidFill>
                  <a:srgbClr val="538235"/>
                </a:solidFill>
                <a:latin typeface="Tahoma"/>
                <a:cs typeface="Tahoma"/>
              </a:rPr>
              <a:t> </a:t>
            </a:r>
            <a:r>
              <a:rPr sz="1200" spc="-15" dirty="0">
                <a:solidFill>
                  <a:srgbClr val="538235"/>
                </a:solidFill>
                <a:latin typeface="Tahoma"/>
                <a:cs typeface="Tahoma"/>
              </a:rPr>
              <a:t>is</a:t>
            </a:r>
            <a:endParaRPr sz="1200" dirty="0">
              <a:latin typeface="Tahoma"/>
              <a:cs typeface="Tahoma"/>
            </a:endParaRPr>
          </a:p>
          <a:p>
            <a:pPr marL="12700">
              <a:lnSpc>
                <a:spcPct val="100000"/>
              </a:lnSpc>
              <a:spcBef>
                <a:spcPts val="725"/>
              </a:spcBef>
            </a:pPr>
            <a:r>
              <a:rPr sz="1200" spc="-10" dirty="0">
                <a:solidFill>
                  <a:srgbClr val="538235"/>
                </a:solidFill>
                <a:latin typeface="Tahoma"/>
                <a:cs typeface="Tahoma"/>
              </a:rPr>
              <a:t>easy</a:t>
            </a:r>
            <a:r>
              <a:rPr sz="1200" spc="40" dirty="0">
                <a:solidFill>
                  <a:srgbClr val="538235"/>
                </a:solidFill>
                <a:latin typeface="Tahoma"/>
                <a:cs typeface="Tahoma"/>
              </a:rPr>
              <a:t> </a:t>
            </a:r>
            <a:r>
              <a:rPr sz="1200" spc="-10" dirty="0">
                <a:solidFill>
                  <a:srgbClr val="538235"/>
                </a:solidFill>
                <a:latin typeface="Tahoma"/>
                <a:cs typeface="Tahoma"/>
              </a:rPr>
              <a:t>whereas</a:t>
            </a:r>
            <a:r>
              <a:rPr sz="1200" spc="30" dirty="0">
                <a:solidFill>
                  <a:srgbClr val="538235"/>
                </a:solidFill>
                <a:latin typeface="Tahoma"/>
                <a:cs typeface="Tahoma"/>
              </a:rPr>
              <a:t> </a:t>
            </a:r>
            <a:r>
              <a:rPr sz="1200" dirty="0">
                <a:solidFill>
                  <a:srgbClr val="538235"/>
                </a:solidFill>
                <a:latin typeface="Tahoma"/>
                <a:cs typeface="Tahoma"/>
              </a:rPr>
              <a:t>the</a:t>
            </a:r>
            <a:r>
              <a:rPr sz="1200" spc="10" dirty="0">
                <a:solidFill>
                  <a:srgbClr val="538235"/>
                </a:solidFill>
                <a:latin typeface="Tahoma"/>
                <a:cs typeface="Tahoma"/>
              </a:rPr>
              <a:t> </a:t>
            </a:r>
            <a:r>
              <a:rPr sz="1200" spc="-10" dirty="0">
                <a:solidFill>
                  <a:srgbClr val="538235"/>
                </a:solidFill>
                <a:latin typeface="Tahoma"/>
                <a:cs typeface="Tahoma"/>
              </a:rPr>
              <a:t>calculation</a:t>
            </a:r>
            <a:r>
              <a:rPr sz="1200" spc="40" dirty="0">
                <a:solidFill>
                  <a:srgbClr val="538235"/>
                </a:solidFill>
                <a:latin typeface="Tahoma"/>
                <a:cs typeface="Tahoma"/>
              </a:rPr>
              <a:t> </a:t>
            </a:r>
            <a:r>
              <a:rPr sz="1200" spc="-5" dirty="0">
                <a:solidFill>
                  <a:srgbClr val="538235"/>
                </a:solidFill>
                <a:latin typeface="Tahoma"/>
                <a:cs typeface="Tahoma"/>
              </a:rPr>
              <a:t>of</a:t>
            </a:r>
            <a:r>
              <a:rPr sz="1200" spc="15" dirty="0">
                <a:solidFill>
                  <a:srgbClr val="538235"/>
                </a:solidFill>
                <a:latin typeface="Tahoma"/>
                <a:cs typeface="Tahoma"/>
              </a:rPr>
              <a:t> </a:t>
            </a:r>
            <a:r>
              <a:rPr sz="1200" dirty="0">
                <a:solidFill>
                  <a:srgbClr val="538235"/>
                </a:solidFill>
                <a:latin typeface="Tahoma"/>
                <a:cs typeface="Tahoma"/>
              </a:rPr>
              <a:t>the</a:t>
            </a:r>
            <a:r>
              <a:rPr sz="1200" spc="10" dirty="0">
                <a:solidFill>
                  <a:srgbClr val="538235"/>
                </a:solidFill>
                <a:latin typeface="Tahoma"/>
                <a:cs typeface="Tahoma"/>
              </a:rPr>
              <a:t> </a:t>
            </a:r>
            <a:r>
              <a:rPr sz="1200" spc="-10" dirty="0">
                <a:solidFill>
                  <a:srgbClr val="538235"/>
                </a:solidFill>
                <a:latin typeface="Tahoma"/>
                <a:cs typeface="Tahoma"/>
              </a:rPr>
              <a:t>inverse</a:t>
            </a:r>
            <a:r>
              <a:rPr sz="1200" spc="25" dirty="0">
                <a:solidFill>
                  <a:srgbClr val="538235"/>
                </a:solidFill>
                <a:latin typeface="Tahoma"/>
                <a:cs typeface="Tahoma"/>
              </a:rPr>
              <a:t> </a:t>
            </a:r>
            <a:r>
              <a:rPr sz="1200" spc="-10" dirty="0">
                <a:solidFill>
                  <a:srgbClr val="538235"/>
                </a:solidFill>
                <a:latin typeface="Tahoma"/>
                <a:cs typeface="Tahoma"/>
              </a:rPr>
              <a:t>is</a:t>
            </a:r>
            <a:r>
              <a:rPr sz="1200" dirty="0">
                <a:solidFill>
                  <a:srgbClr val="538235"/>
                </a:solidFill>
                <a:latin typeface="Tahoma"/>
                <a:cs typeface="Tahoma"/>
              </a:rPr>
              <a:t> </a:t>
            </a:r>
            <a:r>
              <a:rPr sz="1200" spc="-10" dirty="0">
                <a:solidFill>
                  <a:srgbClr val="538235"/>
                </a:solidFill>
                <a:latin typeface="Tahoma"/>
                <a:cs typeface="Tahoma"/>
              </a:rPr>
              <a:t>infeasible:</a:t>
            </a:r>
            <a:endParaRPr sz="1200" dirty="0">
              <a:latin typeface="Tahoma"/>
              <a:cs typeface="Tahoma"/>
            </a:endParaRPr>
          </a:p>
        </p:txBody>
      </p:sp>
      <p:sp>
        <p:nvSpPr>
          <p:cNvPr id="3" name="object 3"/>
          <p:cNvSpPr txBox="1"/>
          <p:nvPr/>
        </p:nvSpPr>
        <p:spPr>
          <a:xfrm>
            <a:off x="525170" y="2856738"/>
            <a:ext cx="710565" cy="574040"/>
          </a:xfrm>
          <a:prstGeom prst="rect">
            <a:avLst/>
          </a:prstGeom>
        </p:spPr>
        <p:txBody>
          <a:bodyPr vert="horz" wrap="square" lIns="0" tIns="12700" rIns="0" bIns="0" rtlCol="0">
            <a:spAutoFit/>
          </a:bodyPr>
          <a:lstStyle/>
          <a:p>
            <a:pPr marL="38100" marR="30480">
              <a:lnSpc>
                <a:spcPct val="150000"/>
              </a:lnSpc>
              <a:spcBef>
                <a:spcPts val="100"/>
              </a:spcBef>
            </a:pPr>
            <a:r>
              <a:rPr sz="1200" dirty="0">
                <a:solidFill>
                  <a:srgbClr val="538235"/>
                </a:solidFill>
                <a:latin typeface="Tahoma"/>
                <a:cs typeface="Tahoma"/>
              </a:rPr>
              <a:t>Y =</a:t>
            </a:r>
            <a:r>
              <a:rPr sz="1200" spc="15" dirty="0">
                <a:solidFill>
                  <a:srgbClr val="538235"/>
                </a:solidFill>
                <a:latin typeface="Tahoma"/>
                <a:cs typeface="Tahoma"/>
              </a:rPr>
              <a:t> </a:t>
            </a:r>
            <a:r>
              <a:rPr sz="1200" spc="-5" dirty="0">
                <a:solidFill>
                  <a:srgbClr val="538235"/>
                </a:solidFill>
                <a:latin typeface="Tahoma"/>
                <a:cs typeface="Tahoma"/>
              </a:rPr>
              <a:t>f(X) </a:t>
            </a:r>
            <a:r>
              <a:rPr sz="1200" dirty="0">
                <a:solidFill>
                  <a:srgbClr val="538235"/>
                </a:solidFill>
                <a:latin typeface="Tahoma"/>
                <a:cs typeface="Tahoma"/>
              </a:rPr>
              <a:t> X</a:t>
            </a:r>
            <a:r>
              <a:rPr sz="1200" spc="-35" dirty="0">
                <a:solidFill>
                  <a:srgbClr val="538235"/>
                </a:solidFill>
                <a:latin typeface="Tahoma"/>
                <a:cs typeface="Tahoma"/>
              </a:rPr>
              <a:t> </a:t>
            </a:r>
            <a:r>
              <a:rPr sz="1200" dirty="0">
                <a:solidFill>
                  <a:srgbClr val="538235"/>
                </a:solidFill>
                <a:latin typeface="Tahoma"/>
                <a:cs typeface="Tahoma"/>
              </a:rPr>
              <a:t>=</a:t>
            </a:r>
            <a:r>
              <a:rPr sz="1200" spc="-35" dirty="0">
                <a:solidFill>
                  <a:srgbClr val="538235"/>
                </a:solidFill>
                <a:latin typeface="Tahoma"/>
                <a:cs typeface="Tahoma"/>
              </a:rPr>
              <a:t> </a:t>
            </a:r>
            <a:r>
              <a:rPr sz="1200" spc="-15" dirty="0">
                <a:solidFill>
                  <a:srgbClr val="538235"/>
                </a:solidFill>
                <a:latin typeface="Tahoma"/>
                <a:cs typeface="Tahoma"/>
              </a:rPr>
              <a:t>f</a:t>
            </a:r>
            <a:r>
              <a:rPr sz="1200" spc="-22" baseline="24305" dirty="0">
                <a:solidFill>
                  <a:srgbClr val="538235"/>
                </a:solidFill>
                <a:latin typeface="Tahoma"/>
                <a:cs typeface="Tahoma"/>
              </a:rPr>
              <a:t>-1</a:t>
            </a:r>
            <a:r>
              <a:rPr sz="1200" spc="-15" dirty="0">
                <a:solidFill>
                  <a:srgbClr val="538235"/>
                </a:solidFill>
                <a:latin typeface="Tahoma"/>
                <a:cs typeface="Tahoma"/>
              </a:rPr>
              <a:t>(Y)</a:t>
            </a:r>
            <a:endParaRPr sz="1200">
              <a:latin typeface="Tahoma"/>
              <a:cs typeface="Tahoma"/>
            </a:endParaRPr>
          </a:p>
        </p:txBody>
      </p:sp>
      <p:sp>
        <p:nvSpPr>
          <p:cNvPr id="4" name="object 4"/>
          <p:cNvSpPr txBox="1"/>
          <p:nvPr/>
        </p:nvSpPr>
        <p:spPr>
          <a:xfrm>
            <a:off x="1922779" y="2856738"/>
            <a:ext cx="651510" cy="574040"/>
          </a:xfrm>
          <a:prstGeom prst="rect">
            <a:avLst/>
          </a:prstGeom>
        </p:spPr>
        <p:txBody>
          <a:bodyPr vert="horz" wrap="square" lIns="0" tIns="12700" rIns="0" bIns="0" rtlCol="0">
            <a:spAutoFit/>
          </a:bodyPr>
          <a:lstStyle/>
          <a:p>
            <a:pPr marL="12700" marR="5080">
              <a:lnSpc>
                <a:spcPct val="150000"/>
              </a:lnSpc>
              <a:spcBef>
                <a:spcPts val="100"/>
              </a:spcBef>
            </a:pPr>
            <a:r>
              <a:rPr sz="1200" spc="-10" dirty="0">
                <a:solidFill>
                  <a:srgbClr val="538235"/>
                </a:solidFill>
                <a:latin typeface="Tahoma"/>
                <a:cs typeface="Tahoma"/>
              </a:rPr>
              <a:t>easy </a:t>
            </a:r>
            <a:r>
              <a:rPr sz="1200" spc="-5" dirty="0">
                <a:solidFill>
                  <a:srgbClr val="538235"/>
                </a:solidFill>
                <a:latin typeface="Tahoma"/>
                <a:cs typeface="Tahoma"/>
              </a:rPr>
              <a:t> </a:t>
            </a:r>
            <a:r>
              <a:rPr sz="1200" spc="-15" dirty="0">
                <a:solidFill>
                  <a:srgbClr val="538235"/>
                </a:solidFill>
                <a:latin typeface="Tahoma"/>
                <a:cs typeface="Tahoma"/>
              </a:rPr>
              <a:t>i</a:t>
            </a:r>
            <a:r>
              <a:rPr sz="1200" dirty="0">
                <a:solidFill>
                  <a:srgbClr val="538235"/>
                </a:solidFill>
                <a:latin typeface="Tahoma"/>
                <a:cs typeface="Tahoma"/>
              </a:rPr>
              <a:t>nf</a:t>
            </a:r>
            <a:r>
              <a:rPr sz="1200" spc="-10" dirty="0">
                <a:solidFill>
                  <a:srgbClr val="538235"/>
                </a:solidFill>
                <a:latin typeface="Tahoma"/>
                <a:cs typeface="Tahoma"/>
              </a:rPr>
              <a:t>eas</a:t>
            </a:r>
            <a:r>
              <a:rPr sz="1200" spc="-15" dirty="0">
                <a:solidFill>
                  <a:srgbClr val="538235"/>
                </a:solidFill>
                <a:latin typeface="Tahoma"/>
                <a:cs typeface="Tahoma"/>
              </a:rPr>
              <a:t>i</a:t>
            </a:r>
            <a:r>
              <a:rPr sz="1200" spc="5" dirty="0">
                <a:solidFill>
                  <a:srgbClr val="538235"/>
                </a:solidFill>
                <a:latin typeface="Tahoma"/>
                <a:cs typeface="Tahoma"/>
              </a:rPr>
              <a:t>b</a:t>
            </a:r>
            <a:r>
              <a:rPr sz="1200" spc="-15" dirty="0">
                <a:solidFill>
                  <a:srgbClr val="538235"/>
                </a:solidFill>
                <a:latin typeface="Tahoma"/>
                <a:cs typeface="Tahoma"/>
              </a:rPr>
              <a:t>l</a:t>
            </a:r>
            <a:r>
              <a:rPr sz="1200" dirty="0">
                <a:solidFill>
                  <a:srgbClr val="538235"/>
                </a:solidFill>
                <a:latin typeface="Tahoma"/>
                <a:cs typeface="Tahoma"/>
              </a:rPr>
              <a:t>e</a:t>
            </a:r>
            <a:endParaRPr sz="1200">
              <a:latin typeface="Tahoma"/>
              <a:cs typeface="Tahoma"/>
            </a:endParaRPr>
          </a:p>
        </p:txBody>
      </p:sp>
      <p:sp>
        <p:nvSpPr>
          <p:cNvPr id="5" name="object 5"/>
          <p:cNvSpPr txBox="1"/>
          <p:nvPr/>
        </p:nvSpPr>
        <p:spPr>
          <a:xfrm>
            <a:off x="550570" y="3679951"/>
            <a:ext cx="5760720" cy="1123315"/>
          </a:xfrm>
          <a:prstGeom prst="rect">
            <a:avLst/>
          </a:prstGeom>
        </p:spPr>
        <p:txBody>
          <a:bodyPr vert="horz" wrap="square" lIns="0" tIns="104139" rIns="0" bIns="0" rtlCol="0">
            <a:spAutoFit/>
          </a:bodyPr>
          <a:lstStyle/>
          <a:p>
            <a:pPr marL="12700" algn="just">
              <a:lnSpc>
                <a:spcPct val="100000"/>
              </a:lnSpc>
              <a:spcBef>
                <a:spcPts val="819"/>
              </a:spcBef>
            </a:pPr>
            <a:r>
              <a:rPr lang="en-IN" sz="1200" b="1" spc="-5" dirty="0">
                <a:solidFill>
                  <a:srgbClr val="538235"/>
                </a:solidFill>
                <a:latin typeface="Tahoma"/>
                <a:cs typeface="Tahoma"/>
              </a:rPr>
              <a:t>2. </a:t>
            </a:r>
            <a:r>
              <a:rPr sz="1200" b="1" spc="-5" dirty="0">
                <a:solidFill>
                  <a:srgbClr val="538235"/>
                </a:solidFill>
                <a:latin typeface="Tahoma"/>
                <a:cs typeface="Tahoma"/>
              </a:rPr>
              <a:t>Define trap-door</a:t>
            </a:r>
            <a:r>
              <a:rPr sz="1200" b="1" spc="-30" dirty="0">
                <a:solidFill>
                  <a:srgbClr val="538235"/>
                </a:solidFill>
                <a:latin typeface="Tahoma"/>
                <a:cs typeface="Tahoma"/>
              </a:rPr>
              <a:t> </a:t>
            </a:r>
            <a:r>
              <a:rPr sz="1200" b="1" spc="-5" dirty="0">
                <a:solidFill>
                  <a:srgbClr val="538235"/>
                </a:solidFill>
                <a:latin typeface="Tahoma"/>
                <a:cs typeface="Tahoma"/>
              </a:rPr>
              <a:t>one-way</a:t>
            </a:r>
            <a:r>
              <a:rPr sz="1200" b="1" spc="-35" dirty="0">
                <a:solidFill>
                  <a:srgbClr val="538235"/>
                </a:solidFill>
                <a:latin typeface="Tahoma"/>
                <a:cs typeface="Tahoma"/>
              </a:rPr>
              <a:t> </a:t>
            </a:r>
            <a:r>
              <a:rPr sz="1200" b="1" spc="-5" dirty="0">
                <a:solidFill>
                  <a:srgbClr val="538235"/>
                </a:solidFill>
                <a:latin typeface="Tahoma"/>
                <a:cs typeface="Tahoma"/>
              </a:rPr>
              <a:t>function.</a:t>
            </a:r>
            <a:r>
              <a:rPr sz="1200" b="1" spc="-10" dirty="0">
                <a:solidFill>
                  <a:srgbClr val="538235"/>
                </a:solidFill>
                <a:latin typeface="Tahoma"/>
                <a:cs typeface="Tahoma"/>
              </a:rPr>
              <a:t> </a:t>
            </a:r>
            <a:r>
              <a:rPr sz="1200" b="1" dirty="0">
                <a:solidFill>
                  <a:srgbClr val="538235"/>
                </a:solidFill>
                <a:latin typeface="Tahoma"/>
                <a:cs typeface="Tahoma"/>
              </a:rPr>
              <a:t>(CO3,</a:t>
            </a:r>
            <a:r>
              <a:rPr sz="1200" b="1" spc="-5" dirty="0">
                <a:solidFill>
                  <a:srgbClr val="538235"/>
                </a:solidFill>
                <a:latin typeface="Tahoma"/>
                <a:cs typeface="Tahoma"/>
              </a:rPr>
              <a:t> </a:t>
            </a:r>
            <a:r>
              <a:rPr sz="1200" b="1" dirty="0">
                <a:solidFill>
                  <a:srgbClr val="538235"/>
                </a:solidFill>
                <a:latin typeface="Tahoma"/>
                <a:cs typeface="Tahoma"/>
              </a:rPr>
              <a:t>K1)</a:t>
            </a:r>
            <a:endParaRPr sz="1200" dirty="0">
              <a:latin typeface="Tahoma"/>
              <a:cs typeface="Tahoma"/>
            </a:endParaRPr>
          </a:p>
          <a:p>
            <a:pPr marL="12700" marR="5080" algn="just">
              <a:lnSpc>
                <a:spcPts val="2160"/>
              </a:lnSpc>
              <a:spcBef>
                <a:spcPts val="100"/>
              </a:spcBef>
            </a:pPr>
            <a:r>
              <a:rPr sz="1200" dirty="0">
                <a:solidFill>
                  <a:srgbClr val="538235"/>
                </a:solidFill>
                <a:latin typeface="Tahoma"/>
                <a:cs typeface="Tahoma"/>
              </a:rPr>
              <a:t>It </a:t>
            </a:r>
            <a:r>
              <a:rPr sz="1200" spc="-10" dirty="0">
                <a:solidFill>
                  <a:srgbClr val="538235"/>
                </a:solidFill>
                <a:latin typeface="Tahoma"/>
                <a:cs typeface="Tahoma"/>
              </a:rPr>
              <a:t>is </a:t>
            </a:r>
            <a:r>
              <a:rPr sz="1200" dirty="0">
                <a:solidFill>
                  <a:srgbClr val="538235"/>
                </a:solidFill>
                <a:latin typeface="Tahoma"/>
                <a:cs typeface="Tahoma"/>
              </a:rPr>
              <a:t>one </a:t>
            </a:r>
            <a:r>
              <a:rPr sz="1200" spc="-10" dirty="0">
                <a:solidFill>
                  <a:srgbClr val="538235"/>
                </a:solidFill>
                <a:latin typeface="Tahoma"/>
                <a:cs typeface="Tahoma"/>
              </a:rPr>
              <a:t>that is </a:t>
            </a:r>
            <a:r>
              <a:rPr sz="1200" spc="-5" dirty="0">
                <a:solidFill>
                  <a:srgbClr val="538235"/>
                </a:solidFill>
                <a:latin typeface="Tahoma"/>
                <a:cs typeface="Tahoma"/>
              </a:rPr>
              <a:t>easy </a:t>
            </a:r>
            <a:r>
              <a:rPr sz="1200" dirty="0">
                <a:solidFill>
                  <a:srgbClr val="538235"/>
                </a:solidFill>
                <a:latin typeface="Tahoma"/>
                <a:cs typeface="Tahoma"/>
              </a:rPr>
              <a:t>to </a:t>
            </a:r>
            <a:r>
              <a:rPr sz="1200" spc="-10" dirty="0">
                <a:solidFill>
                  <a:srgbClr val="538235"/>
                </a:solidFill>
                <a:latin typeface="Tahoma"/>
                <a:cs typeface="Tahoma"/>
              </a:rPr>
              <a:t>calculate in </a:t>
            </a:r>
            <a:r>
              <a:rPr sz="1200" dirty="0">
                <a:solidFill>
                  <a:srgbClr val="538235"/>
                </a:solidFill>
                <a:latin typeface="Tahoma"/>
                <a:cs typeface="Tahoma"/>
              </a:rPr>
              <a:t>one </a:t>
            </a:r>
            <a:r>
              <a:rPr sz="1200" spc="-5" dirty="0">
                <a:solidFill>
                  <a:srgbClr val="538235"/>
                </a:solidFill>
                <a:latin typeface="Tahoma"/>
                <a:cs typeface="Tahoma"/>
              </a:rPr>
              <a:t>direction and infeasible </a:t>
            </a:r>
            <a:r>
              <a:rPr sz="1200" dirty="0">
                <a:solidFill>
                  <a:srgbClr val="538235"/>
                </a:solidFill>
                <a:latin typeface="Tahoma"/>
                <a:cs typeface="Tahoma"/>
              </a:rPr>
              <a:t>to </a:t>
            </a:r>
            <a:r>
              <a:rPr sz="1200" spc="-10" dirty="0">
                <a:solidFill>
                  <a:srgbClr val="538235"/>
                </a:solidFill>
                <a:latin typeface="Tahoma"/>
                <a:cs typeface="Tahoma"/>
              </a:rPr>
              <a:t>calculate in </a:t>
            </a:r>
            <a:r>
              <a:rPr sz="1200" dirty="0">
                <a:solidFill>
                  <a:srgbClr val="538235"/>
                </a:solidFill>
                <a:latin typeface="Tahoma"/>
                <a:cs typeface="Tahoma"/>
              </a:rPr>
              <a:t>the </a:t>
            </a:r>
            <a:r>
              <a:rPr sz="1200" spc="5" dirty="0">
                <a:solidFill>
                  <a:srgbClr val="538235"/>
                </a:solidFill>
                <a:latin typeface="Tahoma"/>
                <a:cs typeface="Tahoma"/>
              </a:rPr>
              <a:t> </a:t>
            </a:r>
            <a:r>
              <a:rPr sz="1200" spc="-5" dirty="0">
                <a:solidFill>
                  <a:srgbClr val="538235"/>
                </a:solidFill>
                <a:latin typeface="Tahoma"/>
                <a:cs typeface="Tahoma"/>
              </a:rPr>
              <a:t>other direction </a:t>
            </a:r>
            <a:r>
              <a:rPr sz="1200" dirty="0">
                <a:solidFill>
                  <a:srgbClr val="538235"/>
                </a:solidFill>
                <a:latin typeface="Tahoma"/>
                <a:cs typeface="Tahoma"/>
              </a:rPr>
              <a:t>unless </a:t>
            </a:r>
            <a:r>
              <a:rPr sz="1200" spc="-5" dirty="0">
                <a:solidFill>
                  <a:srgbClr val="538235"/>
                </a:solidFill>
                <a:latin typeface="Tahoma"/>
                <a:cs typeface="Tahoma"/>
              </a:rPr>
              <a:t>certain additional information </a:t>
            </a:r>
            <a:r>
              <a:rPr sz="1200" spc="-10" dirty="0">
                <a:solidFill>
                  <a:srgbClr val="538235"/>
                </a:solidFill>
                <a:latin typeface="Tahoma"/>
                <a:cs typeface="Tahoma"/>
              </a:rPr>
              <a:t>is </a:t>
            </a:r>
            <a:r>
              <a:rPr sz="1200" dirty="0">
                <a:solidFill>
                  <a:srgbClr val="538235"/>
                </a:solidFill>
                <a:latin typeface="Tahoma"/>
                <a:cs typeface="Tahoma"/>
              </a:rPr>
              <a:t>known. </a:t>
            </a:r>
            <a:r>
              <a:rPr sz="1200" spc="-5" dirty="0">
                <a:solidFill>
                  <a:srgbClr val="538235"/>
                </a:solidFill>
                <a:latin typeface="Tahoma"/>
                <a:cs typeface="Tahoma"/>
              </a:rPr>
              <a:t>With </a:t>
            </a:r>
            <a:r>
              <a:rPr sz="1200" dirty="0">
                <a:solidFill>
                  <a:srgbClr val="538235"/>
                </a:solidFill>
                <a:latin typeface="Tahoma"/>
                <a:cs typeface="Tahoma"/>
              </a:rPr>
              <a:t>the additional </a:t>
            </a:r>
            <a:r>
              <a:rPr sz="1200" spc="5" dirty="0">
                <a:solidFill>
                  <a:srgbClr val="538235"/>
                </a:solidFill>
                <a:latin typeface="Tahoma"/>
                <a:cs typeface="Tahoma"/>
              </a:rPr>
              <a:t> </a:t>
            </a:r>
            <a:r>
              <a:rPr sz="1200" spc="-5" dirty="0">
                <a:solidFill>
                  <a:srgbClr val="538235"/>
                </a:solidFill>
                <a:latin typeface="Tahoma"/>
                <a:cs typeface="Tahoma"/>
              </a:rPr>
              <a:t>information</a:t>
            </a:r>
            <a:r>
              <a:rPr sz="1200" spc="35"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10" dirty="0">
                <a:solidFill>
                  <a:srgbClr val="538235"/>
                </a:solidFill>
                <a:latin typeface="Tahoma"/>
                <a:cs typeface="Tahoma"/>
              </a:rPr>
              <a:t>inverse</a:t>
            </a:r>
            <a:r>
              <a:rPr sz="1200" spc="25" dirty="0">
                <a:solidFill>
                  <a:srgbClr val="538235"/>
                </a:solidFill>
                <a:latin typeface="Tahoma"/>
                <a:cs typeface="Tahoma"/>
              </a:rPr>
              <a:t> </a:t>
            </a:r>
            <a:r>
              <a:rPr sz="1200" spc="-5" dirty="0">
                <a:solidFill>
                  <a:srgbClr val="538235"/>
                </a:solidFill>
                <a:latin typeface="Tahoma"/>
                <a:cs typeface="Tahoma"/>
              </a:rPr>
              <a:t>can</a:t>
            </a:r>
            <a:r>
              <a:rPr sz="1200" spc="10" dirty="0">
                <a:solidFill>
                  <a:srgbClr val="538235"/>
                </a:solidFill>
                <a:latin typeface="Tahoma"/>
                <a:cs typeface="Tahoma"/>
              </a:rPr>
              <a:t> </a:t>
            </a:r>
            <a:r>
              <a:rPr sz="1200" dirty="0">
                <a:solidFill>
                  <a:srgbClr val="538235"/>
                </a:solidFill>
                <a:latin typeface="Tahoma"/>
                <a:cs typeface="Tahoma"/>
              </a:rPr>
              <a:t>be</a:t>
            </a:r>
            <a:r>
              <a:rPr sz="1200" spc="-25" dirty="0">
                <a:solidFill>
                  <a:srgbClr val="538235"/>
                </a:solidFill>
                <a:latin typeface="Tahoma"/>
                <a:cs typeface="Tahoma"/>
              </a:rPr>
              <a:t> </a:t>
            </a:r>
            <a:r>
              <a:rPr sz="1200" spc="-10" dirty="0">
                <a:solidFill>
                  <a:srgbClr val="538235"/>
                </a:solidFill>
                <a:latin typeface="Tahoma"/>
                <a:cs typeface="Tahoma"/>
              </a:rPr>
              <a:t>calculated</a:t>
            </a:r>
            <a:r>
              <a:rPr sz="1200" spc="45" dirty="0">
                <a:solidFill>
                  <a:srgbClr val="538235"/>
                </a:solidFill>
                <a:latin typeface="Tahoma"/>
                <a:cs typeface="Tahoma"/>
              </a:rPr>
              <a:t> </a:t>
            </a:r>
            <a:r>
              <a:rPr sz="1200" spc="-10" dirty="0">
                <a:solidFill>
                  <a:srgbClr val="538235"/>
                </a:solidFill>
                <a:latin typeface="Tahoma"/>
                <a:cs typeface="Tahoma"/>
              </a:rPr>
              <a:t>in</a:t>
            </a:r>
            <a:r>
              <a:rPr sz="1200" spc="10" dirty="0">
                <a:solidFill>
                  <a:srgbClr val="538235"/>
                </a:solidFill>
                <a:latin typeface="Tahoma"/>
                <a:cs typeface="Tahoma"/>
              </a:rPr>
              <a:t> </a:t>
            </a:r>
            <a:r>
              <a:rPr sz="1200" spc="-5" dirty="0">
                <a:solidFill>
                  <a:srgbClr val="538235"/>
                </a:solidFill>
                <a:latin typeface="Tahoma"/>
                <a:cs typeface="Tahoma"/>
              </a:rPr>
              <a:t>polynomial</a:t>
            </a:r>
            <a:r>
              <a:rPr sz="1200" spc="25" dirty="0">
                <a:solidFill>
                  <a:srgbClr val="538235"/>
                </a:solidFill>
                <a:latin typeface="Tahoma"/>
                <a:cs typeface="Tahoma"/>
              </a:rPr>
              <a:t> </a:t>
            </a:r>
            <a:r>
              <a:rPr sz="1200" spc="-5" dirty="0">
                <a:solidFill>
                  <a:srgbClr val="538235"/>
                </a:solidFill>
                <a:latin typeface="Tahoma"/>
                <a:cs typeface="Tahoma"/>
              </a:rPr>
              <a:t>time.</a:t>
            </a:r>
            <a:endParaRPr sz="1200" dirty="0">
              <a:latin typeface="Tahoma"/>
              <a:cs typeface="Tahoma"/>
            </a:endParaRPr>
          </a:p>
        </p:txBody>
      </p:sp>
      <p:sp>
        <p:nvSpPr>
          <p:cNvPr id="6" name="object 6"/>
          <p:cNvSpPr txBox="1"/>
          <p:nvPr/>
        </p:nvSpPr>
        <p:spPr>
          <a:xfrm>
            <a:off x="525170" y="4777485"/>
            <a:ext cx="760095" cy="875030"/>
          </a:xfrm>
          <a:prstGeom prst="rect">
            <a:avLst/>
          </a:prstGeom>
        </p:spPr>
        <p:txBody>
          <a:bodyPr vert="horz" wrap="square" lIns="0" tIns="36830" rIns="0" bIns="0" rtlCol="0">
            <a:spAutoFit/>
          </a:bodyPr>
          <a:lstStyle/>
          <a:p>
            <a:pPr marL="38100" marR="30480">
              <a:lnSpc>
                <a:spcPts val="2160"/>
              </a:lnSpc>
              <a:spcBef>
                <a:spcPts val="290"/>
              </a:spcBef>
            </a:pPr>
            <a:r>
              <a:rPr sz="1200" dirty="0">
                <a:solidFill>
                  <a:srgbClr val="538235"/>
                </a:solidFill>
                <a:latin typeface="Tahoma"/>
                <a:cs typeface="Tahoma"/>
              </a:rPr>
              <a:t>Y</a:t>
            </a:r>
            <a:r>
              <a:rPr sz="1200" spc="-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spc="-5" dirty="0">
                <a:solidFill>
                  <a:srgbClr val="538235"/>
                </a:solidFill>
                <a:latin typeface="Tahoma"/>
                <a:cs typeface="Tahoma"/>
              </a:rPr>
              <a:t>f</a:t>
            </a:r>
            <a:r>
              <a:rPr sz="1200" spc="-7" baseline="-20833" dirty="0">
                <a:solidFill>
                  <a:srgbClr val="538235"/>
                </a:solidFill>
                <a:latin typeface="Tahoma"/>
                <a:cs typeface="Tahoma"/>
              </a:rPr>
              <a:t>k</a:t>
            </a:r>
            <a:r>
              <a:rPr sz="1200" spc="-5" dirty="0">
                <a:solidFill>
                  <a:srgbClr val="538235"/>
                </a:solidFill>
                <a:latin typeface="Tahoma"/>
                <a:cs typeface="Tahoma"/>
              </a:rPr>
              <a:t>(X) </a:t>
            </a:r>
            <a:r>
              <a:rPr sz="1200" dirty="0">
                <a:solidFill>
                  <a:srgbClr val="538235"/>
                </a:solidFill>
                <a:latin typeface="Tahoma"/>
                <a:cs typeface="Tahoma"/>
              </a:rPr>
              <a:t> X</a:t>
            </a:r>
            <a:r>
              <a:rPr sz="1200" spc="-30" dirty="0">
                <a:solidFill>
                  <a:srgbClr val="538235"/>
                </a:solidFill>
                <a:latin typeface="Tahoma"/>
                <a:cs typeface="Tahoma"/>
              </a:rPr>
              <a:t> </a:t>
            </a:r>
            <a:r>
              <a:rPr sz="1200" dirty="0">
                <a:solidFill>
                  <a:srgbClr val="538235"/>
                </a:solidFill>
                <a:latin typeface="Tahoma"/>
                <a:cs typeface="Tahoma"/>
              </a:rPr>
              <a:t>=</a:t>
            </a:r>
            <a:r>
              <a:rPr sz="1200" spc="-30" dirty="0">
                <a:solidFill>
                  <a:srgbClr val="538235"/>
                </a:solidFill>
                <a:latin typeface="Tahoma"/>
                <a:cs typeface="Tahoma"/>
              </a:rPr>
              <a:t> </a:t>
            </a:r>
            <a:r>
              <a:rPr sz="1200" spc="-20" dirty="0">
                <a:solidFill>
                  <a:srgbClr val="538235"/>
                </a:solidFill>
                <a:latin typeface="Tahoma"/>
                <a:cs typeface="Tahoma"/>
              </a:rPr>
              <a:t>f</a:t>
            </a:r>
            <a:r>
              <a:rPr sz="1200" spc="-30" baseline="24305" dirty="0">
                <a:solidFill>
                  <a:srgbClr val="538235"/>
                </a:solidFill>
                <a:latin typeface="Tahoma"/>
                <a:cs typeface="Tahoma"/>
              </a:rPr>
              <a:t>-1</a:t>
            </a:r>
            <a:r>
              <a:rPr sz="1200" spc="150" baseline="24305" dirty="0">
                <a:solidFill>
                  <a:srgbClr val="538235"/>
                </a:solidFill>
                <a:latin typeface="Tahoma"/>
                <a:cs typeface="Tahoma"/>
              </a:rPr>
              <a:t> </a:t>
            </a:r>
            <a:r>
              <a:rPr sz="1200" dirty="0">
                <a:solidFill>
                  <a:srgbClr val="538235"/>
                </a:solidFill>
                <a:latin typeface="Tahoma"/>
                <a:cs typeface="Tahoma"/>
              </a:rPr>
              <a:t>(Y)</a:t>
            </a:r>
            <a:endParaRPr sz="1200">
              <a:latin typeface="Tahoma"/>
              <a:cs typeface="Tahoma"/>
            </a:endParaRPr>
          </a:p>
          <a:p>
            <a:pPr marL="467359">
              <a:lnSpc>
                <a:spcPts val="15"/>
              </a:lnSpc>
            </a:pPr>
            <a:r>
              <a:rPr sz="800" spc="-5" dirty="0">
                <a:solidFill>
                  <a:srgbClr val="538235"/>
                </a:solidFill>
                <a:latin typeface="Tahoma"/>
                <a:cs typeface="Tahoma"/>
              </a:rPr>
              <a:t>k</a:t>
            </a:r>
            <a:endParaRPr sz="800">
              <a:latin typeface="Tahoma"/>
              <a:cs typeface="Tahoma"/>
            </a:endParaRPr>
          </a:p>
          <a:p>
            <a:pPr marL="38100">
              <a:lnSpc>
                <a:spcPts val="1065"/>
              </a:lnSpc>
              <a:spcBef>
                <a:spcPts val="515"/>
              </a:spcBef>
            </a:pPr>
            <a:r>
              <a:rPr sz="1200" dirty="0">
                <a:solidFill>
                  <a:srgbClr val="538235"/>
                </a:solidFill>
                <a:latin typeface="Tahoma"/>
                <a:cs typeface="Tahoma"/>
              </a:rPr>
              <a:t>X</a:t>
            </a:r>
            <a:r>
              <a:rPr sz="1200" spc="-30" dirty="0">
                <a:solidFill>
                  <a:srgbClr val="538235"/>
                </a:solidFill>
                <a:latin typeface="Tahoma"/>
                <a:cs typeface="Tahoma"/>
              </a:rPr>
              <a:t> </a:t>
            </a:r>
            <a:r>
              <a:rPr sz="1200" dirty="0">
                <a:solidFill>
                  <a:srgbClr val="538235"/>
                </a:solidFill>
                <a:latin typeface="Tahoma"/>
                <a:cs typeface="Tahoma"/>
              </a:rPr>
              <a:t>=</a:t>
            </a:r>
            <a:r>
              <a:rPr sz="1200" spc="-35" dirty="0">
                <a:solidFill>
                  <a:srgbClr val="538235"/>
                </a:solidFill>
                <a:latin typeface="Tahoma"/>
                <a:cs typeface="Tahoma"/>
              </a:rPr>
              <a:t> </a:t>
            </a:r>
            <a:r>
              <a:rPr sz="1200" spc="-20" dirty="0">
                <a:solidFill>
                  <a:srgbClr val="538235"/>
                </a:solidFill>
                <a:latin typeface="Tahoma"/>
                <a:cs typeface="Tahoma"/>
              </a:rPr>
              <a:t>f</a:t>
            </a:r>
            <a:r>
              <a:rPr sz="1200" spc="-30" baseline="24305" dirty="0">
                <a:solidFill>
                  <a:srgbClr val="538235"/>
                </a:solidFill>
                <a:latin typeface="Tahoma"/>
                <a:cs typeface="Tahoma"/>
              </a:rPr>
              <a:t>-1</a:t>
            </a:r>
            <a:r>
              <a:rPr sz="1200" spc="150" baseline="24305" dirty="0">
                <a:solidFill>
                  <a:srgbClr val="538235"/>
                </a:solidFill>
                <a:latin typeface="Tahoma"/>
                <a:cs typeface="Tahoma"/>
              </a:rPr>
              <a:t> </a:t>
            </a:r>
            <a:r>
              <a:rPr sz="1200" dirty="0">
                <a:solidFill>
                  <a:srgbClr val="538235"/>
                </a:solidFill>
                <a:latin typeface="Tahoma"/>
                <a:cs typeface="Tahoma"/>
              </a:rPr>
              <a:t>(Y)</a:t>
            </a:r>
            <a:endParaRPr sz="1200">
              <a:latin typeface="Tahoma"/>
              <a:cs typeface="Tahoma"/>
            </a:endParaRPr>
          </a:p>
          <a:p>
            <a:pPr marL="467359">
              <a:lnSpc>
                <a:spcPts val="585"/>
              </a:lnSpc>
            </a:pPr>
            <a:r>
              <a:rPr sz="800" spc="-5" dirty="0">
                <a:solidFill>
                  <a:srgbClr val="538235"/>
                </a:solidFill>
                <a:latin typeface="Tahoma"/>
                <a:cs typeface="Tahoma"/>
              </a:rPr>
              <a:t>k</a:t>
            </a:r>
            <a:endParaRPr sz="800">
              <a:latin typeface="Tahoma"/>
              <a:cs typeface="Tahoma"/>
            </a:endParaRPr>
          </a:p>
        </p:txBody>
      </p:sp>
      <p:sp>
        <p:nvSpPr>
          <p:cNvPr id="7" name="object 7"/>
          <p:cNvSpPr txBox="1"/>
          <p:nvPr/>
        </p:nvSpPr>
        <p:spPr>
          <a:xfrm>
            <a:off x="1922779" y="4777485"/>
            <a:ext cx="2913380" cy="848994"/>
          </a:xfrm>
          <a:prstGeom prst="rect">
            <a:avLst/>
          </a:prstGeom>
        </p:spPr>
        <p:txBody>
          <a:bodyPr vert="horz" wrap="square" lIns="0" tIns="12700" rIns="0" bIns="0" rtlCol="0">
            <a:spAutoFit/>
          </a:bodyPr>
          <a:lstStyle/>
          <a:p>
            <a:pPr marL="12700" marR="1111885">
              <a:lnSpc>
                <a:spcPct val="150000"/>
              </a:lnSpc>
              <a:spcBef>
                <a:spcPts val="100"/>
              </a:spcBef>
            </a:pPr>
            <a:r>
              <a:rPr sz="1200" spc="-25" dirty="0">
                <a:solidFill>
                  <a:srgbClr val="538235"/>
                </a:solidFill>
                <a:latin typeface="Tahoma"/>
                <a:cs typeface="Tahoma"/>
              </a:rPr>
              <a:t>easy,</a:t>
            </a:r>
            <a:r>
              <a:rPr sz="1200" spc="-10" dirty="0">
                <a:solidFill>
                  <a:srgbClr val="538235"/>
                </a:solidFill>
                <a:latin typeface="Tahoma"/>
                <a:cs typeface="Tahoma"/>
              </a:rPr>
              <a:t> if</a:t>
            </a:r>
            <a:r>
              <a:rPr sz="1200" spc="25" dirty="0">
                <a:solidFill>
                  <a:srgbClr val="538235"/>
                </a:solidFill>
                <a:latin typeface="Tahoma"/>
                <a:cs typeface="Tahoma"/>
              </a:rPr>
              <a:t> </a:t>
            </a:r>
            <a:r>
              <a:rPr sz="1200" dirty="0">
                <a:solidFill>
                  <a:srgbClr val="538235"/>
                </a:solidFill>
                <a:latin typeface="Tahoma"/>
                <a:cs typeface="Tahoma"/>
              </a:rPr>
              <a:t>k</a:t>
            </a:r>
            <a:r>
              <a:rPr sz="1200" spc="-25" dirty="0">
                <a:solidFill>
                  <a:srgbClr val="538235"/>
                </a:solidFill>
                <a:latin typeface="Tahoma"/>
                <a:cs typeface="Tahoma"/>
              </a:rPr>
              <a:t> </a:t>
            </a:r>
            <a:r>
              <a:rPr sz="1200" spc="-5" dirty="0">
                <a:solidFill>
                  <a:srgbClr val="538235"/>
                </a:solidFill>
                <a:latin typeface="Tahoma"/>
                <a:cs typeface="Tahoma"/>
              </a:rPr>
              <a:t>and</a:t>
            </a:r>
            <a:r>
              <a:rPr sz="1200" spc="5" dirty="0">
                <a:solidFill>
                  <a:srgbClr val="538235"/>
                </a:solidFill>
                <a:latin typeface="Tahoma"/>
                <a:cs typeface="Tahoma"/>
              </a:rPr>
              <a:t> </a:t>
            </a:r>
            <a:r>
              <a:rPr sz="1200" dirty="0">
                <a:solidFill>
                  <a:srgbClr val="538235"/>
                </a:solidFill>
                <a:latin typeface="Tahoma"/>
                <a:cs typeface="Tahoma"/>
              </a:rPr>
              <a:t>X</a:t>
            </a:r>
            <a:r>
              <a:rPr sz="1200" spc="-30" dirty="0">
                <a:solidFill>
                  <a:srgbClr val="538235"/>
                </a:solidFill>
                <a:latin typeface="Tahoma"/>
                <a:cs typeface="Tahoma"/>
              </a:rPr>
              <a:t> </a:t>
            </a:r>
            <a:r>
              <a:rPr sz="1200" spc="-5" dirty="0">
                <a:solidFill>
                  <a:srgbClr val="538235"/>
                </a:solidFill>
                <a:latin typeface="Tahoma"/>
                <a:cs typeface="Tahoma"/>
              </a:rPr>
              <a:t>are</a:t>
            </a:r>
            <a:r>
              <a:rPr sz="1200" spc="15" dirty="0">
                <a:solidFill>
                  <a:srgbClr val="538235"/>
                </a:solidFill>
                <a:latin typeface="Tahoma"/>
                <a:cs typeface="Tahoma"/>
              </a:rPr>
              <a:t> </a:t>
            </a:r>
            <a:r>
              <a:rPr sz="1200" spc="-5" dirty="0">
                <a:solidFill>
                  <a:srgbClr val="538235"/>
                </a:solidFill>
                <a:latin typeface="Tahoma"/>
                <a:cs typeface="Tahoma"/>
              </a:rPr>
              <a:t>known </a:t>
            </a:r>
            <a:r>
              <a:rPr sz="1200" spc="-360" dirty="0">
                <a:solidFill>
                  <a:srgbClr val="538235"/>
                </a:solidFill>
                <a:latin typeface="Tahoma"/>
                <a:cs typeface="Tahoma"/>
              </a:rPr>
              <a:t> </a:t>
            </a:r>
            <a:r>
              <a:rPr sz="1200" spc="-25" dirty="0">
                <a:solidFill>
                  <a:srgbClr val="538235"/>
                </a:solidFill>
                <a:latin typeface="Tahoma"/>
                <a:cs typeface="Tahoma"/>
              </a:rPr>
              <a:t>easy,</a:t>
            </a:r>
            <a:r>
              <a:rPr sz="1200" spc="-10" dirty="0">
                <a:solidFill>
                  <a:srgbClr val="538235"/>
                </a:solidFill>
                <a:latin typeface="Tahoma"/>
                <a:cs typeface="Tahoma"/>
              </a:rPr>
              <a:t> if</a:t>
            </a:r>
            <a:r>
              <a:rPr sz="1200" spc="25" dirty="0">
                <a:solidFill>
                  <a:srgbClr val="538235"/>
                </a:solidFill>
                <a:latin typeface="Tahoma"/>
                <a:cs typeface="Tahoma"/>
              </a:rPr>
              <a:t> </a:t>
            </a:r>
            <a:r>
              <a:rPr sz="1200" dirty="0">
                <a:solidFill>
                  <a:srgbClr val="538235"/>
                </a:solidFill>
                <a:latin typeface="Tahoma"/>
                <a:cs typeface="Tahoma"/>
              </a:rPr>
              <a:t>k</a:t>
            </a:r>
            <a:r>
              <a:rPr sz="1200" spc="-25" dirty="0">
                <a:solidFill>
                  <a:srgbClr val="538235"/>
                </a:solidFill>
                <a:latin typeface="Tahoma"/>
                <a:cs typeface="Tahoma"/>
              </a:rPr>
              <a:t> </a:t>
            </a:r>
            <a:r>
              <a:rPr sz="1200" spc="-5" dirty="0">
                <a:solidFill>
                  <a:srgbClr val="538235"/>
                </a:solidFill>
                <a:latin typeface="Tahoma"/>
                <a:cs typeface="Tahoma"/>
              </a:rPr>
              <a:t>and</a:t>
            </a:r>
            <a:r>
              <a:rPr sz="1200" spc="5" dirty="0">
                <a:solidFill>
                  <a:srgbClr val="538235"/>
                </a:solidFill>
                <a:latin typeface="Tahoma"/>
                <a:cs typeface="Tahoma"/>
              </a:rPr>
              <a:t> </a:t>
            </a:r>
            <a:r>
              <a:rPr sz="1200" dirty="0">
                <a:solidFill>
                  <a:srgbClr val="538235"/>
                </a:solidFill>
                <a:latin typeface="Tahoma"/>
                <a:cs typeface="Tahoma"/>
              </a:rPr>
              <a:t>Y</a:t>
            </a:r>
            <a:r>
              <a:rPr sz="1200" spc="-25" dirty="0">
                <a:solidFill>
                  <a:srgbClr val="538235"/>
                </a:solidFill>
                <a:latin typeface="Tahoma"/>
                <a:cs typeface="Tahoma"/>
              </a:rPr>
              <a:t> </a:t>
            </a:r>
            <a:r>
              <a:rPr sz="1200" spc="-5" dirty="0">
                <a:solidFill>
                  <a:srgbClr val="538235"/>
                </a:solidFill>
                <a:latin typeface="Tahoma"/>
                <a:cs typeface="Tahoma"/>
              </a:rPr>
              <a:t>are</a:t>
            </a:r>
            <a:r>
              <a:rPr sz="1200" spc="-10" dirty="0">
                <a:solidFill>
                  <a:srgbClr val="538235"/>
                </a:solidFill>
                <a:latin typeface="Tahoma"/>
                <a:cs typeface="Tahoma"/>
              </a:rPr>
              <a:t> </a:t>
            </a:r>
            <a:r>
              <a:rPr sz="1200" spc="-5" dirty="0">
                <a:solidFill>
                  <a:srgbClr val="538235"/>
                </a:solidFill>
                <a:latin typeface="Tahoma"/>
                <a:cs typeface="Tahoma"/>
              </a:rPr>
              <a:t>known</a:t>
            </a:r>
            <a:endParaRPr sz="1200">
              <a:latin typeface="Tahoma"/>
              <a:cs typeface="Tahoma"/>
            </a:endParaRPr>
          </a:p>
          <a:p>
            <a:pPr marL="12700">
              <a:lnSpc>
                <a:spcPct val="100000"/>
              </a:lnSpc>
              <a:spcBef>
                <a:spcPts val="720"/>
              </a:spcBef>
            </a:pPr>
            <a:r>
              <a:rPr sz="1200" spc="-10" dirty="0">
                <a:solidFill>
                  <a:srgbClr val="538235"/>
                </a:solidFill>
                <a:latin typeface="Tahoma"/>
                <a:cs typeface="Tahoma"/>
              </a:rPr>
              <a:t>infeasible,</a:t>
            </a:r>
            <a:r>
              <a:rPr sz="1200" spc="45" dirty="0">
                <a:solidFill>
                  <a:srgbClr val="538235"/>
                </a:solidFill>
                <a:latin typeface="Tahoma"/>
                <a:cs typeface="Tahoma"/>
              </a:rPr>
              <a:t> </a:t>
            </a:r>
            <a:r>
              <a:rPr sz="1200" spc="-10" dirty="0">
                <a:solidFill>
                  <a:srgbClr val="538235"/>
                </a:solidFill>
                <a:latin typeface="Tahoma"/>
                <a:cs typeface="Tahoma"/>
              </a:rPr>
              <a:t>if</a:t>
            </a:r>
            <a:r>
              <a:rPr sz="1200" spc="10" dirty="0">
                <a:solidFill>
                  <a:srgbClr val="538235"/>
                </a:solidFill>
                <a:latin typeface="Tahoma"/>
                <a:cs typeface="Tahoma"/>
              </a:rPr>
              <a:t> </a:t>
            </a:r>
            <a:r>
              <a:rPr sz="1200" dirty="0">
                <a:solidFill>
                  <a:srgbClr val="538235"/>
                </a:solidFill>
                <a:latin typeface="Tahoma"/>
                <a:cs typeface="Tahoma"/>
              </a:rPr>
              <a:t>Y</a:t>
            </a:r>
            <a:r>
              <a:rPr sz="1200" spc="10" dirty="0">
                <a:solidFill>
                  <a:srgbClr val="538235"/>
                </a:solidFill>
                <a:latin typeface="Tahoma"/>
                <a:cs typeface="Tahoma"/>
              </a:rPr>
              <a:t> </a:t>
            </a:r>
            <a:r>
              <a:rPr sz="1200" spc="-10" dirty="0">
                <a:solidFill>
                  <a:srgbClr val="538235"/>
                </a:solidFill>
                <a:latin typeface="Tahoma"/>
                <a:cs typeface="Tahoma"/>
              </a:rPr>
              <a:t>is</a:t>
            </a:r>
            <a:r>
              <a:rPr sz="1200" dirty="0">
                <a:solidFill>
                  <a:srgbClr val="538235"/>
                </a:solidFill>
                <a:latin typeface="Tahoma"/>
                <a:cs typeface="Tahoma"/>
              </a:rPr>
              <a:t> </a:t>
            </a:r>
            <a:r>
              <a:rPr sz="1200" spc="-5" dirty="0">
                <a:solidFill>
                  <a:srgbClr val="538235"/>
                </a:solidFill>
                <a:latin typeface="Tahoma"/>
                <a:cs typeface="Tahoma"/>
              </a:rPr>
              <a:t>known</a:t>
            </a:r>
            <a:r>
              <a:rPr sz="1200" spc="10" dirty="0">
                <a:solidFill>
                  <a:srgbClr val="538235"/>
                </a:solidFill>
                <a:latin typeface="Tahoma"/>
                <a:cs typeface="Tahoma"/>
              </a:rPr>
              <a:t> </a:t>
            </a:r>
            <a:r>
              <a:rPr sz="1200" dirty="0">
                <a:solidFill>
                  <a:srgbClr val="538235"/>
                </a:solidFill>
                <a:latin typeface="Tahoma"/>
                <a:cs typeface="Tahoma"/>
              </a:rPr>
              <a:t>but</a:t>
            </a:r>
            <a:r>
              <a:rPr sz="1200" spc="-5" dirty="0">
                <a:solidFill>
                  <a:srgbClr val="538235"/>
                </a:solidFill>
                <a:latin typeface="Tahoma"/>
                <a:cs typeface="Tahoma"/>
              </a:rPr>
              <a:t> </a:t>
            </a:r>
            <a:r>
              <a:rPr sz="1200" dirty="0">
                <a:solidFill>
                  <a:srgbClr val="538235"/>
                </a:solidFill>
                <a:latin typeface="Tahoma"/>
                <a:cs typeface="Tahoma"/>
              </a:rPr>
              <a:t>k</a:t>
            </a:r>
            <a:r>
              <a:rPr sz="1200" spc="10" dirty="0">
                <a:solidFill>
                  <a:srgbClr val="538235"/>
                </a:solidFill>
                <a:latin typeface="Tahoma"/>
                <a:cs typeface="Tahoma"/>
              </a:rPr>
              <a:t> </a:t>
            </a:r>
            <a:r>
              <a:rPr sz="1200" spc="-10" dirty="0">
                <a:solidFill>
                  <a:srgbClr val="538235"/>
                </a:solidFill>
                <a:latin typeface="Tahoma"/>
                <a:cs typeface="Tahoma"/>
              </a:rPr>
              <a:t>is</a:t>
            </a:r>
            <a:r>
              <a:rPr sz="1200" dirty="0">
                <a:solidFill>
                  <a:srgbClr val="538235"/>
                </a:solidFill>
                <a:latin typeface="Tahoma"/>
                <a:cs typeface="Tahoma"/>
              </a:rPr>
              <a:t> </a:t>
            </a:r>
            <a:r>
              <a:rPr sz="1200" spc="-5" dirty="0">
                <a:solidFill>
                  <a:srgbClr val="538235"/>
                </a:solidFill>
                <a:latin typeface="Tahoma"/>
                <a:cs typeface="Tahoma"/>
              </a:rPr>
              <a:t>not</a:t>
            </a:r>
            <a:r>
              <a:rPr sz="1200" spc="15" dirty="0">
                <a:solidFill>
                  <a:srgbClr val="538235"/>
                </a:solidFill>
                <a:latin typeface="Tahoma"/>
                <a:cs typeface="Tahoma"/>
              </a:rPr>
              <a:t> </a:t>
            </a:r>
            <a:r>
              <a:rPr sz="1200" spc="-5" dirty="0">
                <a:solidFill>
                  <a:srgbClr val="538235"/>
                </a:solidFill>
                <a:latin typeface="Tahoma"/>
                <a:cs typeface="Tahoma"/>
              </a:rPr>
              <a:t>known</a:t>
            </a:r>
            <a:endParaRPr sz="1200">
              <a:latin typeface="Tahoma"/>
              <a:cs typeface="Tahoma"/>
            </a:endParaRPr>
          </a:p>
        </p:txBody>
      </p:sp>
      <p:sp>
        <p:nvSpPr>
          <p:cNvPr id="8" name="object 8"/>
          <p:cNvSpPr txBox="1"/>
          <p:nvPr/>
        </p:nvSpPr>
        <p:spPr>
          <a:xfrm>
            <a:off x="550570" y="5966586"/>
            <a:ext cx="4859630" cy="197490"/>
          </a:xfrm>
          <a:prstGeom prst="rect">
            <a:avLst/>
          </a:prstGeom>
        </p:spPr>
        <p:txBody>
          <a:bodyPr vert="horz" wrap="square" lIns="0" tIns="12700" rIns="0" bIns="0" rtlCol="0">
            <a:spAutoFit/>
          </a:bodyPr>
          <a:lstStyle/>
          <a:p>
            <a:pPr marL="12700">
              <a:lnSpc>
                <a:spcPct val="100000"/>
              </a:lnSpc>
              <a:spcBef>
                <a:spcPts val="100"/>
              </a:spcBef>
            </a:pPr>
            <a:r>
              <a:rPr lang="en-IN" sz="1200" b="1" spc="-5" dirty="0">
                <a:solidFill>
                  <a:srgbClr val="538235"/>
                </a:solidFill>
                <a:latin typeface="Tahoma"/>
                <a:cs typeface="Tahoma"/>
              </a:rPr>
              <a:t>3. </a:t>
            </a:r>
            <a:r>
              <a:rPr sz="1200" b="1" spc="-5" dirty="0">
                <a:solidFill>
                  <a:srgbClr val="538235"/>
                </a:solidFill>
                <a:latin typeface="Tahoma"/>
                <a:cs typeface="Tahoma"/>
              </a:rPr>
              <a:t>Compare</a:t>
            </a:r>
            <a:r>
              <a:rPr sz="1200" b="1" spc="-10" dirty="0">
                <a:solidFill>
                  <a:srgbClr val="538235"/>
                </a:solidFill>
                <a:latin typeface="Tahoma"/>
                <a:cs typeface="Tahoma"/>
              </a:rPr>
              <a:t> </a:t>
            </a:r>
            <a:r>
              <a:rPr sz="1200" b="1" dirty="0">
                <a:solidFill>
                  <a:srgbClr val="538235"/>
                </a:solidFill>
                <a:latin typeface="Tahoma"/>
                <a:cs typeface="Tahoma"/>
              </a:rPr>
              <a:t>secret</a:t>
            </a:r>
            <a:r>
              <a:rPr sz="1200" b="1" spc="-5" dirty="0">
                <a:solidFill>
                  <a:srgbClr val="538235"/>
                </a:solidFill>
                <a:latin typeface="Tahoma"/>
                <a:cs typeface="Tahoma"/>
              </a:rPr>
              <a:t> </a:t>
            </a:r>
            <a:r>
              <a:rPr sz="1200" b="1" dirty="0">
                <a:solidFill>
                  <a:srgbClr val="538235"/>
                </a:solidFill>
                <a:latin typeface="Tahoma"/>
                <a:cs typeface="Tahoma"/>
              </a:rPr>
              <a:t>key</a:t>
            </a:r>
            <a:r>
              <a:rPr sz="1200" b="1" spc="-15" dirty="0">
                <a:solidFill>
                  <a:srgbClr val="538235"/>
                </a:solidFill>
                <a:latin typeface="Tahoma"/>
                <a:cs typeface="Tahoma"/>
              </a:rPr>
              <a:t> </a:t>
            </a:r>
            <a:r>
              <a:rPr sz="1200" b="1" dirty="0">
                <a:solidFill>
                  <a:srgbClr val="538235"/>
                </a:solidFill>
                <a:latin typeface="Tahoma"/>
                <a:cs typeface="Tahoma"/>
              </a:rPr>
              <a:t>and</a:t>
            </a:r>
            <a:r>
              <a:rPr sz="1200" b="1" spc="-25" dirty="0">
                <a:solidFill>
                  <a:srgbClr val="538235"/>
                </a:solidFill>
                <a:latin typeface="Tahoma"/>
                <a:cs typeface="Tahoma"/>
              </a:rPr>
              <a:t> </a:t>
            </a:r>
            <a:r>
              <a:rPr sz="1200" b="1" spc="-5" dirty="0">
                <a:solidFill>
                  <a:srgbClr val="538235"/>
                </a:solidFill>
                <a:latin typeface="Tahoma"/>
                <a:cs typeface="Tahoma"/>
              </a:rPr>
              <a:t>public </a:t>
            </a:r>
            <a:r>
              <a:rPr sz="1200" b="1" dirty="0">
                <a:solidFill>
                  <a:srgbClr val="538235"/>
                </a:solidFill>
                <a:latin typeface="Tahoma"/>
                <a:cs typeface="Tahoma"/>
              </a:rPr>
              <a:t>key</a:t>
            </a:r>
            <a:r>
              <a:rPr sz="1200" b="1" spc="15" dirty="0">
                <a:solidFill>
                  <a:srgbClr val="538235"/>
                </a:solidFill>
                <a:latin typeface="Tahoma"/>
                <a:cs typeface="Tahoma"/>
              </a:rPr>
              <a:t> </a:t>
            </a:r>
            <a:r>
              <a:rPr sz="1200" b="1" spc="-5" dirty="0">
                <a:solidFill>
                  <a:srgbClr val="538235"/>
                </a:solidFill>
                <a:latin typeface="Tahoma"/>
                <a:cs typeface="Tahoma"/>
              </a:rPr>
              <a:t>cryptography.</a:t>
            </a:r>
            <a:r>
              <a:rPr sz="1200" b="1" spc="-35" dirty="0">
                <a:solidFill>
                  <a:srgbClr val="538235"/>
                </a:solidFill>
                <a:latin typeface="Tahoma"/>
                <a:cs typeface="Tahoma"/>
              </a:rPr>
              <a:t> </a:t>
            </a:r>
            <a:r>
              <a:rPr sz="1200" b="1" dirty="0">
                <a:solidFill>
                  <a:srgbClr val="538235"/>
                </a:solidFill>
                <a:latin typeface="Tahoma"/>
                <a:cs typeface="Tahoma"/>
              </a:rPr>
              <a:t>(CO3,</a:t>
            </a:r>
            <a:r>
              <a:rPr sz="1200" b="1" spc="-10" dirty="0">
                <a:solidFill>
                  <a:srgbClr val="538235"/>
                </a:solidFill>
                <a:latin typeface="Tahoma"/>
                <a:cs typeface="Tahoma"/>
              </a:rPr>
              <a:t> </a:t>
            </a:r>
            <a:r>
              <a:rPr sz="1200" b="1" dirty="0">
                <a:solidFill>
                  <a:srgbClr val="538235"/>
                </a:solidFill>
                <a:latin typeface="Tahoma"/>
                <a:cs typeface="Tahoma"/>
              </a:rPr>
              <a:t>K2)</a:t>
            </a:r>
            <a:endParaRPr sz="1200" dirty="0">
              <a:latin typeface="Tahoma"/>
              <a:cs typeface="Tahoma"/>
            </a:endParaRPr>
          </a:p>
        </p:txBody>
      </p:sp>
      <p:graphicFrame>
        <p:nvGraphicFramePr>
          <p:cNvPr id="9" name="object 9"/>
          <p:cNvGraphicFramePr>
            <a:graphicFrameLocks noGrp="1"/>
          </p:cNvGraphicFramePr>
          <p:nvPr/>
        </p:nvGraphicFramePr>
        <p:xfrm>
          <a:off x="594359" y="6303898"/>
          <a:ext cx="5326380" cy="2301620"/>
        </p:xfrm>
        <a:graphic>
          <a:graphicData uri="http://schemas.openxmlformats.org/drawingml/2006/table">
            <a:tbl>
              <a:tblPr firstRow="1" bandRow="1">
                <a:tableStyleId>{2D5ABB26-0587-4C30-8999-92F81FD0307C}</a:tableStyleId>
              </a:tblPr>
              <a:tblGrid>
                <a:gridCol w="580390">
                  <a:extLst>
                    <a:ext uri="{9D8B030D-6E8A-4147-A177-3AD203B41FA5}">
                      <a16:colId xmlns:a16="http://schemas.microsoft.com/office/drawing/2014/main" val="20000"/>
                    </a:ext>
                  </a:extLst>
                </a:gridCol>
                <a:gridCol w="2174240">
                  <a:extLst>
                    <a:ext uri="{9D8B030D-6E8A-4147-A177-3AD203B41FA5}">
                      <a16:colId xmlns:a16="http://schemas.microsoft.com/office/drawing/2014/main" val="20001"/>
                    </a:ext>
                  </a:extLst>
                </a:gridCol>
                <a:gridCol w="2571750">
                  <a:extLst>
                    <a:ext uri="{9D8B030D-6E8A-4147-A177-3AD203B41FA5}">
                      <a16:colId xmlns:a16="http://schemas.microsoft.com/office/drawing/2014/main" val="20002"/>
                    </a:ext>
                  </a:extLst>
                </a:gridCol>
              </a:tblGrid>
              <a:tr h="274320">
                <a:tc>
                  <a:txBody>
                    <a:bodyPr/>
                    <a:lstStyle/>
                    <a:p>
                      <a:pPr algn="ctr">
                        <a:lnSpc>
                          <a:spcPct val="100000"/>
                        </a:lnSpc>
                        <a:spcBef>
                          <a:spcPts val="445"/>
                        </a:spcBef>
                      </a:pPr>
                      <a:r>
                        <a:rPr sz="1200" b="1" dirty="0">
                          <a:solidFill>
                            <a:srgbClr val="538235"/>
                          </a:solidFill>
                          <a:latin typeface="Tahoma"/>
                          <a:cs typeface="Tahoma"/>
                        </a:rPr>
                        <a:t>S.No.</a:t>
                      </a:r>
                      <a:endParaRPr sz="1200">
                        <a:latin typeface="Tahoma"/>
                        <a:cs typeface="Tahoma"/>
                      </a:endParaRPr>
                    </a:p>
                  </a:txBody>
                  <a:tcPr marL="0" marR="0" marT="565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3350">
                        <a:lnSpc>
                          <a:spcPct val="100000"/>
                        </a:lnSpc>
                        <a:spcBef>
                          <a:spcPts val="445"/>
                        </a:spcBef>
                      </a:pPr>
                      <a:r>
                        <a:rPr sz="1200" b="1" dirty="0">
                          <a:solidFill>
                            <a:srgbClr val="538235"/>
                          </a:solidFill>
                          <a:latin typeface="Tahoma"/>
                          <a:cs typeface="Tahoma"/>
                        </a:rPr>
                        <a:t>Secret</a:t>
                      </a:r>
                      <a:r>
                        <a:rPr sz="1200" b="1" spc="-25" dirty="0">
                          <a:solidFill>
                            <a:srgbClr val="538235"/>
                          </a:solidFill>
                          <a:latin typeface="Tahoma"/>
                          <a:cs typeface="Tahoma"/>
                        </a:rPr>
                        <a:t> </a:t>
                      </a:r>
                      <a:r>
                        <a:rPr sz="1200" b="1" dirty="0">
                          <a:solidFill>
                            <a:srgbClr val="538235"/>
                          </a:solidFill>
                          <a:latin typeface="Tahoma"/>
                          <a:cs typeface="Tahoma"/>
                        </a:rPr>
                        <a:t>Key</a:t>
                      </a:r>
                      <a:r>
                        <a:rPr sz="1200" b="1" spc="-20" dirty="0">
                          <a:solidFill>
                            <a:srgbClr val="538235"/>
                          </a:solidFill>
                          <a:latin typeface="Tahoma"/>
                          <a:cs typeface="Tahoma"/>
                        </a:rPr>
                        <a:t> </a:t>
                      </a:r>
                      <a:r>
                        <a:rPr sz="1200" b="1" spc="-5" dirty="0">
                          <a:solidFill>
                            <a:srgbClr val="538235"/>
                          </a:solidFill>
                          <a:latin typeface="Tahoma"/>
                          <a:cs typeface="Tahoma"/>
                        </a:rPr>
                        <a:t>Cryptography</a:t>
                      </a:r>
                      <a:endParaRPr sz="1200">
                        <a:latin typeface="Tahoma"/>
                        <a:cs typeface="Tahoma"/>
                      </a:endParaRPr>
                    </a:p>
                  </a:txBody>
                  <a:tcPr marL="0" marR="0" marT="565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44805">
                        <a:lnSpc>
                          <a:spcPct val="100000"/>
                        </a:lnSpc>
                        <a:spcBef>
                          <a:spcPts val="445"/>
                        </a:spcBef>
                      </a:pPr>
                      <a:r>
                        <a:rPr sz="1200" b="1" spc="-5" dirty="0">
                          <a:solidFill>
                            <a:srgbClr val="538235"/>
                          </a:solidFill>
                          <a:latin typeface="Tahoma"/>
                          <a:cs typeface="Tahoma"/>
                        </a:rPr>
                        <a:t>Public</a:t>
                      </a:r>
                      <a:r>
                        <a:rPr sz="1200" b="1" spc="-25" dirty="0">
                          <a:solidFill>
                            <a:srgbClr val="538235"/>
                          </a:solidFill>
                          <a:latin typeface="Tahoma"/>
                          <a:cs typeface="Tahoma"/>
                        </a:rPr>
                        <a:t> </a:t>
                      </a:r>
                      <a:r>
                        <a:rPr sz="1200" b="1" dirty="0">
                          <a:solidFill>
                            <a:srgbClr val="538235"/>
                          </a:solidFill>
                          <a:latin typeface="Tahoma"/>
                          <a:cs typeface="Tahoma"/>
                        </a:rPr>
                        <a:t>Key</a:t>
                      </a:r>
                      <a:r>
                        <a:rPr sz="1200" b="1" spc="-30" dirty="0">
                          <a:solidFill>
                            <a:srgbClr val="538235"/>
                          </a:solidFill>
                          <a:latin typeface="Tahoma"/>
                          <a:cs typeface="Tahoma"/>
                        </a:rPr>
                        <a:t> </a:t>
                      </a:r>
                      <a:r>
                        <a:rPr sz="1200" b="1" spc="-5" dirty="0">
                          <a:solidFill>
                            <a:srgbClr val="538235"/>
                          </a:solidFill>
                          <a:latin typeface="Tahoma"/>
                          <a:cs typeface="Tahoma"/>
                        </a:rPr>
                        <a:t>Cryptography</a:t>
                      </a:r>
                      <a:endParaRPr sz="1200">
                        <a:latin typeface="Tahoma"/>
                        <a:cs typeface="Tahoma"/>
                      </a:endParaRPr>
                    </a:p>
                  </a:txBody>
                  <a:tcPr marL="0" marR="0" marT="565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862964">
                <a:tc>
                  <a:txBody>
                    <a:bodyPr/>
                    <a:lstStyle/>
                    <a:p>
                      <a:pPr marL="635" algn="ctr">
                        <a:lnSpc>
                          <a:spcPct val="100000"/>
                        </a:lnSpc>
                        <a:spcBef>
                          <a:spcPts val="65"/>
                        </a:spcBef>
                      </a:pPr>
                      <a:r>
                        <a:rPr sz="1200" dirty="0">
                          <a:solidFill>
                            <a:srgbClr val="538235"/>
                          </a:solidFill>
                          <a:latin typeface="Tahoma"/>
                          <a:cs typeface="Tahoma"/>
                        </a:rPr>
                        <a:t>1</a:t>
                      </a:r>
                      <a:endParaRPr sz="1200">
                        <a:latin typeface="Tahoma"/>
                        <a:cs typeface="Tahoma"/>
                      </a:endParaRPr>
                    </a:p>
                  </a:txBody>
                  <a:tcPr marL="0" marR="0" marT="825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nSpc>
                          <a:spcPct val="100000"/>
                        </a:lnSpc>
                        <a:spcBef>
                          <a:spcPts val="450"/>
                        </a:spcBef>
                      </a:pPr>
                      <a:r>
                        <a:rPr sz="1200" spc="-5" dirty="0">
                          <a:solidFill>
                            <a:srgbClr val="538235"/>
                          </a:solidFill>
                          <a:latin typeface="Tahoma"/>
                          <a:cs typeface="Tahoma"/>
                        </a:rPr>
                        <a:t>The</a:t>
                      </a:r>
                      <a:r>
                        <a:rPr sz="1200" spc="440" dirty="0">
                          <a:solidFill>
                            <a:srgbClr val="538235"/>
                          </a:solidFill>
                          <a:latin typeface="Tahoma"/>
                          <a:cs typeface="Tahoma"/>
                        </a:rPr>
                        <a:t> </a:t>
                      </a:r>
                      <a:r>
                        <a:rPr sz="1200" spc="-5" dirty="0">
                          <a:solidFill>
                            <a:srgbClr val="538235"/>
                          </a:solidFill>
                          <a:latin typeface="Tahoma"/>
                          <a:cs typeface="Tahoma"/>
                        </a:rPr>
                        <a:t>key</a:t>
                      </a:r>
                      <a:r>
                        <a:rPr sz="1200" spc="450" dirty="0">
                          <a:solidFill>
                            <a:srgbClr val="538235"/>
                          </a:solidFill>
                          <a:latin typeface="Tahoma"/>
                          <a:cs typeface="Tahoma"/>
                        </a:rPr>
                        <a:t> </a:t>
                      </a:r>
                      <a:r>
                        <a:rPr sz="1200" spc="-10" dirty="0">
                          <a:solidFill>
                            <a:srgbClr val="538235"/>
                          </a:solidFill>
                          <a:latin typeface="Tahoma"/>
                          <a:cs typeface="Tahoma"/>
                        </a:rPr>
                        <a:t>is</a:t>
                      </a:r>
                      <a:r>
                        <a:rPr sz="1200" spc="440" dirty="0">
                          <a:solidFill>
                            <a:srgbClr val="538235"/>
                          </a:solidFill>
                          <a:latin typeface="Tahoma"/>
                          <a:cs typeface="Tahoma"/>
                        </a:rPr>
                        <a:t> </a:t>
                      </a:r>
                      <a:r>
                        <a:rPr sz="1200" spc="-5" dirty="0">
                          <a:solidFill>
                            <a:srgbClr val="538235"/>
                          </a:solidFill>
                          <a:latin typeface="Tahoma"/>
                          <a:cs typeface="Tahoma"/>
                        </a:rPr>
                        <a:t>shared</a:t>
                      </a:r>
                      <a:r>
                        <a:rPr sz="1200" spc="459" dirty="0">
                          <a:solidFill>
                            <a:srgbClr val="538235"/>
                          </a:solidFill>
                          <a:latin typeface="Tahoma"/>
                          <a:cs typeface="Tahoma"/>
                        </a:rPr>
                        <a:t> </a:t>
                      </a:r>
                      <a:r>
                        <a:rPr sz="1200" spc="-5" dirty="0">
                          <a:solidFill>
                            <a:srgbClr val="538235"/>
                          </a:solidFill>
                          <a:latin typeface="Tahoma"/>
                          <a:cs typeface="Tahoma"/>
                        </a:rPr>
                        <a:t>between</a:t>
                      </a:r>
                      <a:endParaRPr sz="1200">
                        <a:latin typeface="Tahoma"/>
                        <a:cs typeface="Tahoma"/>
                      </a:endParaRPr>
                    </a:p>
                    <a:p>
                      <a:pPr marL="68580" marR="57785">
                        <a:lnSpc>
                          <a:spcPct val="150000"/>
                        </a:lnSpc>
                      </a:pPr>
                      <a:r>
                        <a:rPr sz="1200" spc="-5" dirty="0">
                          <a:solidFill>
                            <a:srgbClr val="538235"/>
                          </a:solidFill>
                          <a:latin typeface="Tahoma"/>
                          <a:cs typeface="Tahoma"/>
                        </a:rPr>
                        <a:t>sender</a:t>
                      </a:r>
                      <a:r>
                        <a:rPr sz="1200" spc="155" dirty="0">
                          <a:solidFill>
                            <a:srgbClr val="538235"/>
                          </a:solidFill>
                          <a:latin typeface="Tahoma"/>
                          <a:cs typeface="Tahoma"/>
                        </a:rPr>
                        <a:t> </a:t>
                      </a:r>
                      <a:r>
                        <a:rPr sz="1200" spc="-5" dirty="0">
                          <a:solidFill>
                            <a:srgbClr val="538235"/>
                          </a:solidFill>
                          <a:latin typeface="Tahoma"/>
                          <a:cs typeface="Tahoma"/>
                        </a:rPr>
                        <a:t>and</a:t>
                      </a:r>
                      <a:r>
                        <a:rPr sz="1200" spc="170" dirty="0">
                          <a:solidFill>
                            <a:srgbClr val="538235"/>
                          </a:solidFill>
                          <a:latin typeface="Tahoma"/>
                          <a:cs typeface="Tahoma"/>
                        </a:rPr>
                        <a:t> </a:t>
                      </a:r>
                      <a:r>
                        <a:rPr sz="1200" spc="-20" dirty="0">
                          <a:solidFill>
                            <a:srgbClr val="538235"/>
                          </a:solidFill>
                          <a:latin typeface="Tahoma"/>
                          <a:cs typeface="Tahoma"/>
                        </a:rPr>
                        <a:t>receiver.</a:t>
                      </a:r>
                      <a:r>
                        <a:rPr sz="1200" spc="155" dirty="0">
                          <a:solidFill>
                            <a:srgbClr val="538235"/>
                          </a:solidFill>
                          <a:latin typeface="Tahoma"/>
                          <a:cs typeface="Tahoma"/>
                        </a:rPr>
                        <a:t> </a:t>
                      </a:r>
                      <a:r>
                        <a:rPr sz="1200" dirty="0">
                          <a:solidFill>
                            <a:srgbClr val="538235"/>
                          </a:solidFill>
                          <a:latin typeface="Tahoma"/>
                          <a:cs typeface="Tahoma"/>
                        </a:rPr>
                        <a:t>It</a:t>
                      </a:r>
                      <a:r>
                        <a:rPr sz="1200" spc="165" dirty="0">
                          <a:solidFill>
                            <a:srgbClr val="538235"/>
                          </a:solidFill>
                          <a:latin typeface="Tahoma"/>
                          <a:cs typeface="Tahoma"/>
                        </a:rPr>
                        <a:t> </a:t>
                      </a:r>
                      <a:r>
                        <a:rPr sz="1200" spc="-5" dirty="0">
                          <a:solidFill>
                            <a:srgbClr val="538235"/>
                          </a:solidFill>
                          <a:latin typeface="Tahoma"/>
                          <a:cs typeface="Tahoma"/>
                        </a:rPr>
                        <a:t>is</a:t>
                      </a:r>
                      <a:r>
                        <a:rPr sz="1200" spc="150" dirty="0">
                          <a:solidFill>
                            <a:srgbClr val="538235"/>
                          </a:solidFill>
                          <a:latin typeface="Tahoma"/>
                          <a:cs typeface="Tahoma"/>
                        </a:rPr>
                        <a:t> </a:t>
                      </a:r>
                      <a:r>
                        <a:rPr sz="1200" dirty="0">
                          <a:solidFill>
                            <a:srgbClr val="538235"/>
                          </a:solidFill>
                          <a:latin typeface="Tahoma"/>
                          <a:cs typeface="Tahoma"/>
                        </a:rPr>
                        <a:t>not </a:t>
                      </a:r>
                      <a:r>
                        <a:rPr sz="1200" spc="-360" dirty="0">
                          <a:solidFill>
                            <a:srgbClr val="538235"/>
                          </a:solidFill>
                          <a:latin typeface="Tahoma"/>
                          <a:cs typeface="Tahoma"/>
                        </a:rPr>
                        <a:t> </a:t>
                      </a:r>
                      <a:r>
                        <a:rPr sz="1200" spc="-5" dirty="0">
                          <a:solidFill>
                            <a:srgbClr val="538235"/>
                          </a:solidFill>
                          <a:latin typeface="Tahoma"/>
                          <a:cs typeface="Tahoma"/>
                        </a:rPr>
                        <a:t>known</a:t>
                      </a:r>
                      <a:r>
                        <a:rPr sz="1200" spc="10" dirty="0">
                          <a:solidFill>
                            <a:srgbClr val="538235"/>
                          </a:solidFill>
                          <a:latin typeface="Tahoma"/>
                          <a:cs typeface="Tahoma"/>
                        </a:rPr>
                        <a:t> </a:t>
                      </a:r>
                      <a:r>
                        <a:rPr sz="1200" dirty="0">
                          <a:solidFill>
                            <a:srgbClr val="538235"/>
                          </a:solidFill>
                          <a:latin typeface="Tahoma"/>
                          <a:cs typeface="Tahoma"/>
                        </a:rPr>
                        <a:t>to</a:t>
                      </a:r>
                      <a:r>
                        <a:rPr sz="1200" spc="-25" dirty="0">
                          <a:solidFill>
                            <a:srgbClr val="538235"/>
                          </a:solidFill>
                          <a:latin typeface="Tahoma"/>
                          <a:cs typeface="Tahoma"/>
                        </a:rPr>
                        <a:t> </a:t>
                      </a:r>
                      <a:r>
                        <a:rPr sz="1200" spc="-5" dirty="0">
                          <a:solidFill>
                            <a:srgbClr val="538235"/>
                          </a:solidFill>
                          <a:latin typeface="Tahoma"/>
                          <a:cs typeface="Tahoma"/>
                        </a:rPr>
                        <a:t>others.</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850">
                        <a:lnSpc>
                          <a:spcPct val="100000"/>
                        </a:lnSpc>
                        <a:spcBef>
                          <a:spcPts val="450"/>
                        </a:spcBef>
                      </a:pPr>
                      <a:r>
                        <a:rPr sz="1200" spc="-10" dirty="0">
                          <a:solidFill>
                            <a:srgbClr val="538235"/>
                          </a:solidFill>
                          <a:latin typeface="Tahoma"/>
                          <a:cs typeface="Tahoma"/>
                        </a:rPr>
                        <a:t>Private</a:t>
                      </a:r>
                      <a:r>
                        <a:rPr sz="1200" spc="90" dirty="0">
                          <a:solidFill>
                            <a:srgbClr val="538235"/>
                          </a:solidFill>
                          <a:latin typeface="Tahoma"/>
                          <a:cs typeface="Tahoma"/>
                        </a:rPr>
                        <a:t> </a:t>
                      </a:r>
                      <a:r>
                        <a:rPr sz="1200" spc="-5" dirty="0">
                          <a:solidFill>
                            <a:srgbClr val="538235"/>
                          </a:solidFill>
                          <a:latin typeface="Tahoma"/>
                          <a:cs typeface="Tahoma"/>
                        </a:rPr>
                        <a:t>key</a:t>
                      </a:r>
                      <a:r>
                        <a:rPr sz="1200" spc="100" dirty="0">
                          <a:solidFill>
                            <a:srgbClr val="538235"/>
                          </a:solidFill>
                          <a:latin typeface="Tahoma"/>
                          <a:cs typeface="Tahoma"/>
                        </a:rPr>
                        <a:t> </a:t>
                      </a:r>
                      <a:r>
                        <a:rPr sz="1200" spc="-5" dirty="0">
                          <a:solidFill>
                            <a:srgbClr val="538235"/>
                          </a:solidFill>
                          <a:latin typeface="Tahoma"/>
                          <a:cs typeface="Tahoma"/>
                        </a:rPr>
                        <a:t>of</a:t>
                      </a:r>
                      <a:r>
                        <a:rPr sz="1200" spc="75" dirty="0">
                          <a:solidFill>
                            <a:srgbClr val="538235"/>
                          </a:solidFill>
                          <a:latin typeface="Tahoma"/>
                          <a:cs typeface="Tahoma"/>
                        </a:rPr>
                        <a:t> </a:t>
                      </a:r>
                      <a:r>
                        <a:rPr sz="1200" dirty="0">
                          <a:solidFill>
                            <a:srgbClr val="538235"/>
                          </a:solidFill>
                          <a:latin typeface="Tahoma"/>
                          <a:cs typeface="Tahoma"/>
                        </a:rPr>
                        <a:t>b</a:t>
                      </a:r>
                      <a:r>
                        <a:rPr sz="1200" spc="105" dirty="0">
                          <a:solidFill>
                            <a:srgbClr val="538235"/>
                          </a:solidFill>
                          <a:latin typeface="Tahoma"/>
                          <a:cs typeface="Tahoma"/>
                        </a:rPr>
                        <a:t> </a:t>
                      </a:r>
                      <a:r>
                        <a:rPr sz="1200" spc="-5" dirty="0">
                          <a:solidFill>
                            <a:srgbClr val="538235"/>
                          </a:solidFill>
                          <a:latin typeface="Tahoma"/>
                          <a:cs typeface="Tahoma"/>
                        </a:rPr>
                        <a:t>user</a:t>
                      </a:r>
                      <a:r>
                        <a:rPr sz="1200" spc="100" dirty="0">
                          <a:solidFill>
                            <a:srgbClr val="538235"/>
                          </a:solidFill>
                          <a:latin typeface="Tahoma"/>
                          <a:cs typeface="Tahoma"/>
                        </a:rPr>
                        <a:t> </a:t>
                      </a:r>
                      <a:r>
                        <a:rPr sz="1200" spc="-10" dirty="0">
                          <a:solidFill>
                            <a:srgbClr val="538235"/>
                          </a:solidFill>
                          <a:latin typeface="Tahoma"/>
                          <a:cs typeface="Tahoma"/>
                        </a:rPr>
                        <a:t>is</a:t>
                      </a:r>
                      <a:r>
                        <a:rPr sz="1200" spc="90" dirty="0">
                          <a:solidFill>
                            <a:srgbClr val="538235"/>
                          </a:solidFill>
                          <a:latin typeface="Tahoma"/>
                          <a:cs typeface="Tahoma"/>
                        </a:rPr>
                        <a:t> </a:t>
                      </a:r>
                      <a:r>
                        <a:rPr sz="1200" spc="-5" dirty="0">
                          <a:solidFill>
                            <a:srgbClr val="538235"/>
                          </a:solidFill>
                          <a:latin typeface="Tahoma"/>
                          <a:cs typeface="Tahoma"/>
                        </a:rPr>
                        <a:t>known</a:t>
                      </a:r>
                      <a:r>
                        <a:rPr sz="1200" spc="105" dirty="0">
                          <a:solidFill>
                            <a:srgbClr val="538235"/>
                          </a:solidFill>
                          <a:latin typeface="Tahoma"/>
                          <a:cs typeface="Tahoma"/>
                        </a:rPr>
                        <a:t> </a:t>
                      </a:r>
                      <a:r>
                        <a:rPr sz="1200" spc="-5" dirty="0">
                          <a:solidFill>
                            <a:srgbClr val="538235"/>
                          </a:solidFill>
                          <a:latin typeface="Tahoma"/>
                          <a:cs typeface="Tahoma"/>
                        </a:rPr>
                        <a:t>only</a:t>
                      </a:r>
                      <a:endParaRPr sz="1200">
                        <a:latin typeface="Tahoma"/>
                        <a:cs typeface="Tahoma"/>
                      </a:endParaRPr>
                    </a:p>
                    <a:p>
                      <a:pPr marL="69850" marR="63500">
                        <a:lnSpc>
                          <a:spcPct val="150000"/>
                        </a:lnSpc>
                      </a:pPr>
                      <a:r>
                        <a:rPr sz="1200" dirty="0">
                          <a:solidFill>
                            <a:srgbClr val="538235"/>
                          </a:solidFill>
                          <a:latin typeface="Tahoma"/>
                          <a:cs typeface="Tahoma"/>
                        </a:rPr>
                        <a:t>to</a:t>
                      </a:r>
                      <a:r>
                        <a:rPr sz="1200" spc="90" dirty="0">
                          <a:solidFill>
                            <a:srgbClr val="538235"/>
                          </a:solidFill>
                          <a:latin typeface="Tahoma"/>
                          <a:cs typeface="Tahoma"/>
                        </a:rPr>
                        <a:t> </a:t>
                      </a:r>
                      <a:r>
                        <a:rPr sz="1200" dirty="0">
                          <a:solidFill>
                            <a:srgbClr val="538235"/>
                          </a:solidFill>
                          <a:latin typeface="Tahoma"/>
                          <a:cs typeface="Tahoma"/>
                        </a:rPr>
                        <a:t>that</a:t>
                      </a:r>
                      <a:r>
                        <a:rPr sz="1200" spc="105" dirty="0">
                          <a:solidFill>
                            <a:srgbClr val="538235"/>
                          </a:solidFill>
                          <a:latin typeface="Tahoma"/>
                          <a:cs typeface="Tahoma"/>
                        </a:rPr>
                        <a:t> </a:t>
                      </a:r>
                      <a:r>
                        <a:rPr sz="1200" spc="-40" dirty="0">
                          <a:solidFill>
                            <a:srgbClr val="538235"/>
                          </a:solidFill>
                          <a:latin typeface="Tahoma"/>
                          <a:cs typeface="Tahoma"/>
                        </a:rPr>
                        <a:t>user.</a:t>
                      </a:r>
                      <a:r>
                        <a:rPr sz="1200" spc="95" dirty="0">
                          <a:solidFill>
                            <a:srgbClr val="538235"/>
                          </a:solidFill>
                          <a:latin typeface="Tahoma"/>
                          <a:cs typeface="Tahoma"/>
                        </a:rPr>
                        <a:t> </a:t>
                      </a:r>
                      <a:r>
                        <a:rPr sz="1200" spc="-5" dirty="0">
                          <a:solidFill>
                            <a:srgbClr val="538235"/>
                          </a:solidFill>
                          <a:latin typeface="Tahoma"/>
                          <a:cs typeface="Tahoma"/>
                        </a:rPr>
                        <a:t>Public</a:t>
                      </a:r>
                      <a:r>
                        <a:rPr sz="1200" spc="100" dirty="0">
                          <a:solidFill>
                            <a:srgbClr val="538235"/>
                          </a:solidFill>
                          <a:latin typeface="Tahoma"/>
                          <a:cs typeface="Tahoma"/>
                        </a:rPr>
                        <a:t> </a:t>
                      </a:r>
                      <a:r>
                        <a:rPr sz="1200" spc="-5" dirty="0">
                          <a:solidFill>
                            <a:srgbClr val="538235"/>
                          </a:solidFill>
                          <a:latin typeface="Tahoma"/>
                          <a:cs typeface="Tahoma"/>
                        </a:rPr>
                        <a:t>key</a:t>
                      </a:r>
                      <a:r>
                        <a:rPr sz="1200" spc="95" dirty="0">
                          <a:solidFill>
                            <a:srgbClr val="538235"/>
                          </a:solidFill>
                          <a:latin typeface="Tahoma"/>
                          <a:cs typeface="Tahoma"/>
                        </a:rPr>
                        <a:t> </a:t>
                      </a:r>
                      <a:r>
                        <a:rPr sz="1200" spc="-5" dirty="0">
                          <a:solidFill>
                            <a:srgbClr val="538235"/>
                          </a:solidFill>
                          <a:latin typeface="Tahoma"/>
                          <a:cs typeface="Tahoma"/>
                        </a:rPr>
                        <a:t>of</a:t>
                      </a:r>
                      <a:r>
                        <a:rPr sz="1200" spc="100" dirty="0">
                          <a:solidFill>
                            <a:srgbClr val="538235"/>
                          </a:solidFill>
                          <a:latin typeface="Tahoma"/>
                          <a:cs typeface="Tahoma"/>
                        </a:rPr>
                        <a:t> </a:t>
                      </a:r>
                      <a:r>
                        <a:rPr sz="1200" dirty="0">
                          <a:solidFill>
                            <a:srgbClr val="538235"/>
                          </a:solidFill>
                          <a:latin typeface="Tahoma"/>
                          <a:cs typeface="Tahoma"/>
                        </a:rPr>
                        <a:t>b</a:t>
                      </a:r>
                      <a:r>
                        <a:rPr sz="1200" spc="110" dirty="0">
                          <a:solidFill>
                            <a:srgbClr val="538235"/>
                          </a:solidFill>
                          <a:latin typeface="Tahoma"/>
                          <a:cs typeface="Tahoma"/>
                        </a:rPr>
                        <a:t> </a:t>
                      </a:r>
                      <a:r>
                        <a:rPr sz="1200" spc="-5" dirty="0">
                          <a:solidFill>
                            <a:srgbClr val="538235"/>
                          </a:solidFill>
                          <a:latin typeface="Tahoma"/>
                          <a:cs typeface="Tahoma"/>
                        </a:rPr>
                        <a:t>user</a:t>
                      </a:r>
                      <a:r>
                        <a:rPr sz="1200" spc="95" dirty="0">
                          <a:solidFill>
                            <a:srgbClr val="538235"/>
                          </a:solidFill>
                          <a:latin typeface="Tahoma"/>
                          <a:cs typeface="Tahoma"/>
                        </a:rPr>
                        <a:t> </a:t>
                      </a:r>
                      <a:r>
                        <a:rPr sz="1200" spc="-15" dirty="0">
                          <a:solidFill>
                            <a:srgbClr val="538235"/>
                          </a:solidFill>
                          <a:latin typeface="Tahoma"/>
                          <a:cs typeface="Tahoma"/>
                        </a:rPr>
                        <a:t>is </a:t>
                      </a:r>
                      <a:r>
                        <a:rPr sz="1200" spc="-360" dirty="0">
                          <a:solidFill>
                            <a:srgbClr val="538235"/>
                          </a:solidFill>
                          <a:latin typeface="Tahoma"/>
                          <a:cs typeface="Tahoma"/>
                        </a:rPr>
                        <a:t> </a:t>
                      </a:r>
                      <a:r>
                        <a:rPr sz="1200" spc="-5" dirty="0">
                          <a:solidFill>
                            <a:srgbClr val="538235"/>
                          </a:solidFill>
                          <a:latin typeface="Tahoma"/>
                          <a:cs typeface="Tahoma"/>
                        </a:rPr>
                        <a:t>known</a:t>
                      </a:r>
                      <a:r>
                        <a:rPr sz="1200" spc="5" dirty="0">
                          <a:solidFill>
                            <a:srgbClr val="538235"/>
                          </a:solidFill>
                          <a:latin typeface="Tahoma"/>
                          <a:cs typeface="Tahoma"/>
                        </a:rPr>
                        <a:t> </a:t>
                      </a:r>
                      <a:r>
                        <a:rPr sz="1200" dirty="0">
                          <a:solidFill>
                            <a:srgbClr val="538235"/>
                          </a:solidFill>
                          <a:latin typeface="Tahoma"/>
                          <a:cs typeface="Tahoma"/>
                        </a:rPr>
                        <a:t>to</a:t>
                      </a:r>
                      <a:r>
                        <a:rPr sz="1200" spc="-25" dirty="0">
                          <a:solidFill>
                            <a:srgbClr val="538235"/>
                          </a:solidFill>
                          <a:latin typeface="Tahoma"/>
                          <a:cs typeface="Tahoma"/>
                        </a:rPr>
                        <a:t> </a:t>
                      </a:r>
                      <a:r>
                        <a:rPr sz="1200" spc="-5" dirty="0">
                          <a:solidFill>
                            <a:srgbClr val="538235"/>
                          </a:solidFill>
                          <a:latin typeface="Tahoma"/>
                          <a:cs typeface="Tahoma"/>
                        </a:rPr>
                        <a:t>group of</a:t>
                      </a:r>
                      <a:r>
                        <a:rPr sz="1200" spc="5" dirty="0">
                          <a:solidFill>
                            <a:srgbClr val="538235"/>
                          </a:solidFill>
                          <a:latin typeface="Tahoma"/>
                          <a:cs typeface="Tahoma"/>
                        </a:rPr>
                        <a:t> </a:t>
                      </a:r>
                      <a:r>
                        <a:rPr sz="1200" spc="-5" dirty="0">
                          <a:solidFill>
                            <a:srgbClr val="538235"/>
                          </a:solidFill>
                          <a:latin typeface="Tahoma"/>
                          <a:cs typeface="Tahoma"/>
                        </a:rPr>
                        <a:t>users.</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1164336">
                <a:tc>
                  <a:txBody>
                    <a:bodyPr/>
                    <a:lstStyle/>
                    <a:p>
                      <a:pPr marL="635" algn="ctr">
                        <a:lnSpc>
                          <a:spcPct val="100000"/>
                        </a:lnSpc>
                        <a:spcBef>
                          <a:spcPts val="450"/>
                        </a:spcBef>
                      </a:pPr>
                      <a:r>
                        <a:rPr sz="1200" dirty="0">
                          <a:solidFill>
                            <a:srgbClr val="538235"/>
                          </a:solidFill>
                          <a:latin typeface="Tahoma"/>
                          <a:cs typeface="Tahoma"/>
                        </a:rPr>
                        <a:t>2</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8580" algn="just">
                        <a:lnSpc>
                          <a:spcPct val="100000"/>
                        </a:lnSpc>
                        <a:spcBef>
                          <a:spcPts val="450"/>
                        </a:spcBef>
                      </a:pPr>
                      <a:r>
                        <a:rPr sz="1200" spc="-5" dirty="0">
                          <a:solidFill>
                            <a:srgbClr val="538235"/>
                          </a:solidFill>
                          <a:latin typeface="Tahoma"/>
                          <a:cs typeface="Tahoma"/>
                        </a:rPr>
                        <a:t>Encryption</a:t>
                      </a:r>
                      <a:r>
                        <a:rPr sz="1200" spc="1075" dirty="0">
                          <a:solidFill>
                            <a:srgbClr val="538235"/>
                          </a:solidFill>
                          <a:latin typeface="Tahoma"/>
                          <a:cs typeface="Tahoma"/>
                        </a:rPr>
                        <a:t> </a:t>
                      </a:r>
                      <a:r>
                        <a:rPr sz="1200" spc="-5" dirty="0">
                          <a:solidFill>
                            <a:srgbClr val="538235"/>
                          </a:solidFill>
                          <a:latin typeface="Tahoma"/>
                          <a:cs typeface="Tahoma"/>
                        </a:rPr>
                        <a:t>and</a:t>
                      </a:r>
                      <a:r>
                        <a:rPr sz="1200" spc="1090" dirty="0">
                          <a:solidFill>
                            <a:srgbClr val="538235"/>
                          </a:solidFill>
                          <a:latin typeface="Tahoma"/>
                          <a:cs typeface="Tahoma"/>
                        </a:rPr>
                        <a:t> </a:t>
                      </a:r>
                      <a:r>
                        <a:rPr sz="1200" spc="-5" dirty="0">
                          <a:solidFill>
                            <a:srgbClr val="538235"/>
                          </a:solidFill>
                          <a:latin typeface="Tahoma"/>
                          <a:cs typeface="Tahoma"/>
                        </a:rPr>
                        <a:t>decryption</a:t>
                      </a:r>
                      <a:endParaRPr sz="1200">
                        <a:latin typeface="Tahoma"/>
                        <a:cs typeface="Tahoma"/>
                      </a:endParaRPr>
                    </a:p>
                    <a:p>
                      <a:pPr marL="68580" marR="55244" algn="just">
                        <a:lnSpc>
                          <a:spcPts val="2160"/>
                        </a:lnSpc>
                        <a:spcBef>
                          <a:spcPts val="190"/>
                        </a:spcBef>
                      </a:pPr>
                      <a:r>
                        <a:rPr sz="1200" spc="-5" dirty="0">
                          <a:solidFill>
                            <a:srgbClr val="538235"/>
                          </a:solidFill>
                          <a:latin typeface="Tahoma"/>
                          <a:cs typeface="Tahoma"/>
                        </a:rPr>
                        <a:t>algorithms</a:t>
                      </a:r>
                      <a:r>
                        <a:rPr sz="1200" dirty="0">
                          <a:solidFill>
                            <a:srgbClr val="538235"/>
                          </a:solidFill>
                          <a:latin typeface="Tahoma"/>
                          <a:cs typeface="Tahoma"/>
                        </a:rPr>
                        <a:t> </a:t>
                      </a:r>
                      <a:r>
                        <a:rPr sz="1200" spc="5" dirty="0">
                          <a:solidFill>
                            <a:srgbClr val="538235"/>
                          </a:solidFill>
                          <a:latin typeface="Tahoma"/>
                          <a:cs typeface="Tahoma"/>
                        </a:rPr>
                        <a:t>use</a:t>
                      </a:r>
                      <a:r>
                        <a:rPr sz="1200" spc="390" dirty="0">
                          <a:solidFill>
                            <a:srgbClr val="538235"/>
                          </a:solidFill>
                          <a:latin typeface="Tahoma"/>
                          <a:cs typeface="Tahoma"/>
                        </a:rPr>
                        <a:t> </a:t>
                      </a:r>
                      <a:r>
                        <a:rPr sz="1200" spc="-5" dirty="0">
                          <a:solidFill>
                            <a:srgbClr val="538235"/>
                          </a:solidFill>
                          <a:latin typeface="Tahoma"/>
                          <a:cs typeface="Tahoma"/>
                        </a:rPr>
                        <a:t>same</a:t>
                      </a:r>
                      <a:r>
                        <a:rPr sz="1200" dirty="0">
                          <a:solidFill>
                            <a:srgbClr val="538235"/>
                          </a:solidFill>
                          <a:latin typeface="Tahoma"/>
                          <a:cs typeface="Tahoma"/>
                        </a:rPr>
                        <a:t> </a:t>
                      </a:r>
                      <a:r>
                        <a:rPr sz="1200" spc="-20" dirty="0">
                          <a:solidFill>
                            <a:srgbClr val="538235"/>
                          </a:solidFill>
                          <a:latin typeface="Tahoma"/>
                          <a:cs typeface="Tahoma"/>
                        </a:rPr>
                        <a:t>key. </a:t>
                      </a:r>
                      <a:r>
                        <a:rPr sz="1200" spc="-15" dirty="0">
                          <a:solidFill>
                            <a:srgbClr val="538235"/>
                          </a:solidFill>
                          <a:latin typeface="Tahoma"/>
                          <a:cs typeface="Tahoma"/>
                        </a:rPr>
                        <a:t> </a:t>
                      </a:r>
                      <a:r>
                        <a:rPr sz="1200" spc="-5" dirty="0">
                          <a:solidFill>
                            <a:srgbClr val="538235"/>
                          </a:solidFill>
                          <a:latin typeface="Tahoma"/>
                          <a:cs typeface="Tahoma"/>
                        </a:rPr>
                        <a:t>Hence</a:t>
                      </a:r>
                      <a:r>
                        <a:rPr sz="1200" dirty="0">
                          <a:solidFill>
                            <a:srgbClr val="538235"/>
                          </a:solidFill>
                          <a:latin typeface="Tahoma"/>
                          <a:cs typeface="Tahoma"/>
                        </a:rPr>
                        <a:t> </a:t>
                      </a:r>
                      <a:r>
                        <a:rPr sz="1200" spc="-10" dirty="0">
                          <a:solidFill>
                            <a:srgbClr val="538235"/>
                          </a:solidFill>
                          <a:latin typeface="Tahoma"/>
                          <a:cs typeface="Tahoma"/>
                        </a:rPr>
                        <a:t>it</a:t>
                      </a:r>
                      <a:r>
                        <a:rPr sz="1200" spc="-5" dirty="0">
                          <a:solidFill>
                            <a:srgbClr val="538235"/>
                          </a:solidFill>
                          <a:latin typeface="Tahoma"/>
                          <a:cs typeface="Tahoma"/>
                        </a:rPr>
                        <a:t> </a:t>
                      </a:r>
                      <a:r>
                        <a:rPr sz="1200" spc="-10" dirty="0">
                          <a:solidFill>
                            <a:srgbClr val="538235"/>
                          </a:solidFill>
                          <a:latin typeface="Tahoma"/>
                          <a:cs typeface="Tahoma"/>
                        </a:rPr>
                        <a:t>is</a:t>
                      </a:r>
                      <a:r>
                        <a:rPr sz="1200" spc="-5" dirty="0">
                          <a:solidFill>
                            <a:srgbClr val="538235"/>
                          </a:solidFill>
                          <a:latin typeface="Tahoma"/>
                          <a:cs typeface="Tahoma"/>
                        </a:rPr>
                        <a:t> known</a:t>
                      </a:r>
                      <a:r>
                        <a:rPr sz="1200" dirty="0">
                          <a:solidFill>
                            <a:srgbClr val="538235"/>
                          </a:solidFill>
                          <a:latin typeface="Tahoma"/>
                          <a:cs typeface="Tahoma"/>
                        </a:rPr>
                        <a:t> </a:t>
                      </a:r>
                      <a:r>
                        <a:rPr sz="1200" spc="5" dirty="0">
                          <a:solidFill>
                            <a:srgbClr val="538235"/>
                          </a:solidFill>
                          <a:latin typeface="Tahoma"/>
                          <a:cs typeface="Tahoma"/>
                        </a:rPr>
                        <a:t>bs </a:t>
                      </a:r>
                      <a:r>
                        <a:rPr sz="1200" spc="10" dirty="0">
                          <a:solidFill>
                            <a:srgbClr val="538235"/>
                          </a:solidFill>
                          <a:latin typeface="Tahoma"/>
                          <a:cs typeface="Tahoma"/>
                        </a:rPr>
                        <a:t> </a:t>
                      </a:r>
                      <a:r>
                        <a:rPr sz="1200" spc="-5" dirty="0">
                          <a:solidFill>
                            <a:srgbClr val="538235"/>
                          </a:solidFill>
                          <a:latin typeface="Tahoma"/>
                          <a:cs typeface="Tahoma"/>
                        </a:rPr>
                        <a:t>symmetric</a:t>
                      </a:r>
                      <a:r>
                        <a:rPr sz="1200" spc="25" dirty="0">
                          <a:solidFill>
                            <a:srgbClr val="538235"/>
                          </a:solidFill>
                          <a:latin typeface="Tahoma"/>
                          <a:cs typeface="Tahoma"/>
                        </a:rPr>
                        <a:t> </a:t>
                      </a:r>
                      <a:r>
                        <a:rPr sz="1200" spc="-5" dirty="0">
                          <a:solidFill>
                            <a:srgbClr val="538235"/>
                          </a:solidFill>
                          <a:latin typeface="Tahoma"/>
                          <a:cs typeface="Tahoma"/>
                        </a:rPr>
                        <a:t>key</a:t>
                      </a:r>
                      <a:r>
                        <a:rPr sz="1200" dirty="0">
                          <a:solidFill>
                            <a:srgbClr val="538235"/>
                          </a:solidFill>
                          <a:latin typeface="Tahoma"/>
                          <a:cs typeface="Tahoma"/>
                        </a:rPr>
                        <a:t> </a:t>
                      </a:r>
                      <a:r>
                        <a:rPr sz="1200" spc="-5" dirty="0">
                          <a:solidFill>
                            <a:srgbClr val="538235"/>
                          </a:solidFill>
                          <a:latin typeface="Tahoma"/>
                          <a:cs typeface="Tahoma"/>
                        </a:rPr>
                        <a:t>encryption.</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9850" algn="just">
                        <a:lnSpc>
                          <a:spcPct val="100000"/>
                        </a:lnSpc>
                        <a:spcBef>
                          <a:spcPts val="450"/>
                        </a:spcBef>
                      </a:pPr>
                      <a:r>
                        <a:rPr sz="1200" spc="-5" dirty="0">
                          <a:solidFill>
                            <a:srgbClr val="538235"/>
                          </a:solidFill>
                          <a:latin typeface="Tahoma"/>
                          <a:cs typeface="Tahoma"/>
                        </a:rPr>
                        <a:t>Encryption</a:t>
                      </a:r>
                      <a:r>
                        <a:rPr sz="1200" spc="375" dirty="0">
                          <a:solidFill>
                            <a:srgbClr val="538235"/>
                          </a:solidFill>
                          <a:latin typeface="Tahoma"/>
                          <a:cs typeface="Tahoma"/>
                        </a:rPr>
                        <a:t>    </a:t>
                      </a:r>
                      <a:r>
                        <a:rPr sz="1200" spc="-5" dirty="0">
                          <a:solidFill>
                            <a:srgbClr val="538235"/>
                          </a:solidFill>
                          <a:latin typeface="Tahoma"/>
                          <a:cs typeface="Tahoma"/>
                        </a:rPr>
                        <a:t>and</a:t>
                      </a:r>
                      <a:r>
                        <a:rPr sz="1200" spc="380" dirty="0">
                          <a:solidFill>
                            <a:srgbClr val="538235"/>
                          </a:solidFill>
                          <a:latin typeface="Tahoma"/>
                          <a:cs typeface="Tahoma"/>
                        </a:rPr>
                        <a:t>    </a:t>
                      </a:r>
                      <a:r>
                        <a:rPr sz="1200" spc="-5" dirty="0">
                          <a:solidFill>
                            <a:srgbClr val="538235"/>
                          </a:solidFill>
                          <a:latin typeface="Tahoma"/>
                          <a:cs typeface="Tahoma"/>
                        </a:rPr>
                        <a:t>decryption</a:t>
                      </a:r>
                      <a:endParaRPr sz="1200">
                        <a:latin typeface="Tahoma"/>
                        <a:cs typeface="Tahoma"/>
                      </a:endParaRPr>
                    </a:p>
                    <a:p>
                      <a:pPr marL="69850" marR="59690" algn="just">
                        <a:lnSpc>
                          <a:spcPts val="2160"/>
                        </a:lnSpc>
                        <a:spcBef>
                          <a:spcPts val="190"/>
                        </a:spcBef>
                      </a:pPr>
                      <a:r>
                        <a:rPr sz="1200" spc="-5" dirty="0">
                          <a:solidFill>
                            <a:srgbClr val="538235"/>
                          </a:solidFill>
                          <a:latin typeface="Tahoma"/>
                          <a:cs typeface="Tahoma"/>
                        </a:rPr>
                        <a:t>algorithms</a:t>
                      </a:r>
                      <a:r>
                        <a:rPr sz="1200" dirty="0">
                          <a:solidFill>
                            <a:srgbClr val="538235"/>
                          </a:solidFill>
                          <a:latin typeface="Tahoma"/>
                          <a:cs typeface="Tahoma"/>
                        </a:rPr>
                        <a:t> </a:t>
                      </a:r>
                      <a:r>
                        <a:rPr sz="1200" spc="5" dirty="0">
                          <a:solidFill>
                            <a:srgbClr val="538235"/>
                          </a:solidFill>
                          <a:latin typeface="Tahoma"/>
                          <a:cs typeface="Tahoma"/>
                        </a:rPr>
                        <a:t>use</a:t>
                      </a:r>
                      <a:r>
                        <a:rPr sz="1200" spc="10" dirty="0">
                          <a:solidFill>
                            <a:srgbClr val="538235"/>
                          </a:solidFill>
                          <a:latin typeface="Tahoma"/>
                          <a:cs typeface="Tahoma"/>
                        </a:rPr>
                        <a:t> </a:t>
                      </a:r>
                      <a:r>
                        <a:rPr sz="1200" spc="-5" dirty="0">
                          <a:solidFill>
                            <a:srgbClr val="538235"/>
                          </a:solidFill>
                          <a:latin typeface="Tahoma"/>
                          <a:cs typeface="Tahoma"/>
                        </a:rPr>
                        <a:t>different</a:t>
                      </a:r>
                      <a:r>
                        <a:rPr sz="1200" spc="370" dirty="0">
                          <a:solidFill>
                            <a:srgbClr val="538235"/>
                          </a:solidFill>
                          <a:latin typeface="Tahoma"/>
                          <a:cs typeface="Tahoma"/>
                        </a:rPr>
                        <a:t> </a:t>
                      </a:r>
                      <a:r>
                        <a:rPr sz="1200" spc="-5" dirty="0">
                          <a:solidFill>
                            <a:srgbClr val="538235"/>
                          </a:solidFill>
                          <a:latin typeface="Tahoma"/>
                          <a:cs typeface="Tahoma"/>
                        </a:rPr>
                        <a:t>keys. </a:t>
                      </a:r>
                      <a:r>
                        <a:rPr sz="1200" spc="-360" dirty="0">
                          <a:solidFill>
                            <a:srgbClr val="538235"/>
                          </a:solidFill>
                          <a:latin typeface="Tahoma"/>
                          <a:cs typeface="Tahoma"/>
                        </a:rPr>
                        <a:t> </a:t>
                      </a:r>
                      <a:r>
                        <a:rPr sz="1200" spc="-5" dirty="0">
                          <a:solidFill>
                            <a:srgbClr val="538235"/>
                          </a:solidFill>
                          <a:latin typeface="Tahoma"/>
                          <a:cs typeface="Tahoma"/>
                        </a:rPr>
                        <a:t>Hence</a:t>
                      </a:r>
                      <a:r>
                        <a:rPr sz="1200" dirty="0">
                          <a:solidFill>
                            <a:srgbClr val="538235"/>
                          </a:solidFill>
                          <a:latin typeface="Tahoma"/>
                          <a:cs typeface="Tahoma"/>
                        </a:rPr>
                        <a:t> </a:t>
                      </a:r>
                      <a:r>
                        <a:rPr sz="1200" spc="-10" dirty="0">
                          <a:solidFill>
                            <a:srgbClr val="538235"/>
                          </a:solidFill>
                          <a:latin typeface="Tahoma"/>
                          <a:cs typeface="Tahoma"/>
                        </a:rPr>
                        <a:t>it</a:t>
                      </a:r>
                      <a:r>
                        <a:rPr sz="1200" spc="-5" dirty="0">
                          <a:solidFill>
                            <a:srgbClr val="538235"/>
                          </a:solidFill>
                          <a:latin typeface="Tahoma"/>
                          <a:cs typeface="Tahoma"/>
                        </a:rPr>
                        <a:t> </a:t>
                      </a:r>
                      <a:r>
                        <a:rPr sz="1200" spc="-10" dirty="0">
                          <a:solidFill>
                            <a:srgbClr val="538235"/>
                          </a:solidFill>
                          <a:latin typeface="Tahoma"/>
                          <a:cs typeface="Tahoma"/>
                        </a:rPr>
                        <a:t>is</a:t>
                      </a:r>
                      <a:r>
                        <a:rPr sz="1200" spc="-5" dirty="0">
                          <a:solidFill>
                            <a:srgbClr val="538235"/>
                          </a:solidFill>
                          <a:latin typeface="Tahoma"/>
                          <a:cs typeface="Tahoma"/>
                        </a:rPr>
                        <a:t> known</a:t>
                      </a:r>
                      <a:r>
                        <a:rPr sz="1200" dirty="0">
                          <a:solidFill>
                            <a:srgbClr val="538235"/>
                          </a:solidFill>
                          <a:latin typeface="Tahoma"/>
                          <a:cs typeface="Tahoma"/>
                        </a:rPr>
                        <a:t> </a:t>
                      </a:r>
                      <a:r>
                        <a:rPr sz="1200" spc="-5" dirty="0">
                          <a:solidFill>
                            <a:srgbClr val="538235"/>
                          </a:solidFill>
                          <a:latin typeface="Tahoma"/>
                          <a:cs typeface="Tahoma"/>
                        </a:rPr>
                        <a:t>as</a:t>
                      </a:r>
                      <a:r>
                        <a:rPr sz="1200" spc="365" dirty="0">
                          <a:solidFill>
                            <a:srgbClr val="538235"/>
                          </a:solidFill>
                          <a:latin typeface="Tahoma"/>
                          <a:cs typeface="Tahoma"/>
                        </a:rPr>
                        <a:t> </a:t>
                      </a:r>
                      <a:r>
                        <a:rPr sz="1200" spc="-10" dirty="0">
                          <a:solidFill>
                            <a:srgbClr val="538235"/>
                          </a:solidFill>
                          <a:latin typeface="Tahoma"/>
                          <a:cs typeface="Tahoma"/>
                        </a:rPr>
                        <a:t>asymmetric </a:t>
                      </a:r>
                      <a:r>
                        <a:rPr sz="1200" spc="-360" dirty="0">
                          <a:solidFill>
                            <a:srgbClr val="538235"/>
                          </a:solidFill>
                          <a:latin typeface="Tahoma"/>
                          <a:cs typeface="Tahoma"/>
                        </a:rPr>
                        <a:t> </a:t>
                      </a:r>
                      <a:r>
                        <a:rPr sz="1200" spc="-5" dirty="0">
                          <a:solidFill>
                            <a:srgbClr val="538235"/>
                          </a:solidFill>
                          <a:latin typeface="Tahoma"/>
                          <a:cs typeface="Tahoma"/>
                        </a:rPr>
                        <a:t>key</a:t>
                      </a:r>
                      <a:r>
                        <a:rPr sz="1200" spc="5" dirty="0">
                          <a:solidFill>
                            <a:srgbClr val="538235"/>
                          </a:solidFill>
                          <a:latin typeface="Tahoma"/>
                          <a:cs typeface="Tahoma"/>
                        </a:rPr>
                        <a:t> </a:t>
                      </a:r>
                      <a:r>
                        <a:rPr sz="1200" spc="-5" dirty="0">
                          <a:solidFill>
                            <a:srgbClr val="538235"/>
                          </a:solidFill>
                          <a:latin typeface="Tahoma"/>
                          <a:cs typeface="Tahoma"/>
                        </a:rPr>
                        <a:t>encryption.</a:t>
                      </a:r>
                      <a:endParaRPr sz="1200">
                        <a:latin typeface="Tahoma"/>
                        <a:cs typeface="Tahoma"/>
                      </a:endParaRPr>
                    </a:p>
                  </a:txBody>
                  <a:tcPr marL="0" marR="0" marT="5715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1670" y="1027049"/>
            <a:ext cx="5927090" cy="7709534"/>
          </a:xfrm>
          <a:prstGeom prst="rect">
            <a:avLst/>
          </a:prstGeom>
        </p:spPr>
        <p:txBody>
          <a:bodyPr vert="horz" wrap="square" lIns="0" tIns="104139" rIns="0" bIns="0" rtlCol="0">
            <a:spAutoFit/>
          </a:bodyPr>
          <a:lstStyle/>
          <a:p>
            <a:pPr marL="101600">
              <a:lnSpc>
                <a:spcPct val="100000"/>
              </a:lnSpc>
              <a:spcBef>
                <a:spcPts val="819"/>
              </a:spcBef>
            </a:pPr>
            <a:r>
              <a:rPr lang="en-IN" sz="1200" b="1" dirty="0">
                <a:solidFill>
                  <a:srgbClr val="538235"/>
                </a:solidFill>
                <a:latin typeface="Tahoma"/>
                <a:cs typeface="Tahoma"/>
              </a:rPr>
              <a:t>4. </a:t>
            </a:r>
            <a:r>
              <a:rPr sz="1200" b="1" dirty="0">
                <a:solidFill>
                  <a:srgbClr val="538235"/>
                </a:solidFill>
                <a:latin typeface="Tahoma"/>
                <a:cs typeface="Tahoma"/>
              </a:rPr>
              <a:t>State</a:t>
            </a:r>
            <a:r>
              <a:rPr sz="1200" b="1" spc="-40" dirty="0">
                <a:solidFill>
                  <a:srgbClr val="538235"/>
                </a:solidFill>
                <a:latin typeface="Tahoma"/>
                <a:cs typeface="Tahoma"/>
              </a:rPr>
              <a:t> </a:t>
            </a:r>
            <a:r>
              <a:rPr sz="1200" b="1" dirty="0">
                <a:solidFill>
                  <a:srgbClr val="538235"/>
                </a:solidFill>
                <a:latin typeface="Tahoma"/>
                <a:cs typeface="Tahoma"/>
              </a:rPr>
              <a:t>Fermat’s</a:t>
            </a:r>
            <a:r>
              <a:rPr sz="1200" b="1" spc="-45" dirty="0">
                <a:solidFill>
                  <a:srgbClr val="538235"/>
                </a:solidFill>
                <a:latin typeface="Tahoma"/>
                <a:cs typeface="Tahoma"/>
              </a:rPr>
              <a:t> </a:t>
            </a:r>
            <a:r>
              <a:rPr sz="1200" b="1" dirty="0">
                <a:solidFill>
                  <a:srgbClr val="538235"/>
                </a:solidFill>
                <a:latin typeface="Tahoma"/>
                <a:cs typeface="Tahoma"/>
              </a:rPr>
              <a:t>theorem.</a:t>
            </a:r>
            <a:r>
              <a:rPr sz="1200" b="1" spc="-40" dirty="0">
                <a:solidFill>
                  <a:srgbClr val="538235"/>
                </a:solidFill>
                <a:latin typeface="Tahoma"/>
                <a:cs typeface="Tahoma"/>
              </a:rPr>
              <a:t> </a:t>
            </a:r>
            <a:r>
              <a:rPr sz="1200" b="1" dirty="0">
                <a:solidFill>
                  <a:srgbClr val="538235"/>
                </a:solidFill>
                <a:latin typeface="Tahoma"/>
                <a:cs typeface="Tahoma"/>
              </a:rPr>
              <a:t>(CO3,</a:t>
            </a:r>
            <a:r>
              <a:rPr sz="1200" b="1" spc="-20" dirty="0">
                <a:solidFill>
                  <a:srgbClr val="538235"/>
                </a:solidFill>
                <a:latin typeface="Tahoma"/>
                <a:cs typeface="Tahoma"/>
              </a:rPr>
              <a:t> </a:t>
            </a:r>
            <a:r>
              <a:rPr sz="1200" b="1" dirty="0">
                <a:solidFill>
                  <a:srgbClr val="538235"/>
                </a:solidFill>
                <a:latin typeface="Tahoma"/>
                <a:cs typeface="Tahoma"/>
              </a:rPr>
              <a:t>K1)</a:t>
            </a:r>
            <a:endParaRPr sz="1200" dirty="0">
              <a:latin typeface="Tahoma"/>
              <a:cs typeface="Tahoma"/>
            </a:endParaRPr>
          </a:p>
          <a:p>
            <a:pPr marL="101600" marR="428625">
              <a:lnSpc>
                <a:spcPct val="150000"/>
              </a:lnSpc>
            </a:pPr>
            <a:r>
              <a:rPr sz="1200" dirty="0">
                <a:solidFill>
                  <a:srgbClr val="538235"/>
                </a:solidFill>
                <a:latin typeface="Tahoma"/>
                <a:cs typeface="Tahoma"/>
              </a:rPr>
              <a:t>If</a:t>
            </a:r>
            <a:r>
              <a:rPr sz="1200" spc="5" dirty="0">
                <a:solidFill>
                  <a:srgbClr val="538235"/>
                </a:solidFill>
                <a:latin typeface="Tahoma"/>
                <a:cs typeface="Tahoma"/>
              </a:rPr>
              <a:t> </a:t>
            </a:r>
            <a:r>
              <a:rPr sz="1200" dirty="0">
                <a:solidFill>
                  <a:srgbClr val="538235"/>
                </a:solidFill>
                <a:latin typeface="Tahoma"/>
                <a:cs typeface="Tahoma"/>
              </a:rPr>
              <a:t>p</a:t>
            </a:r>
            <a:r>
              <a:rPr sz="1200" spc="-10" dirty="0">
                <a:solidFill>
                  <a:srgbClr val="538235"/>
                </a:solidFill>
                <a:latin typeface="Tahoma"/>
                <a:cs typeface="Tahoma"/>
              </a:rPr>
              <a:t> is</a:t>
            </a:r>
            <a:r>
              <a:rPr sz="1200" dirty="0">
                <a:solidFill>
                  <a:srgbClr val="538235"/>
                </a:solidFill>
                <a:latin typeface="Tahoma"/>
                <a:cs typeface="Tahoma"/>
              </a:rPr>
              <a:t> </a:t>
            </a:r>
            <a:r>
              <a:rPr sz="1200" spc="-5" dirty="0">
                <a:solidFill>
                  <a:srgbClr val="538235"/>
                </a:solidFill>
                <a:latin typeface="Tahoma"/>
                <a:cs typeface="Tahoma"/>
              </a:rPr>
              <a:t>prime</a:t>
            </a:r>
            <a:r>
              <a:rPr sz="1200" spc="25" dirty="0">
                <a:solidFill>
                  <a:srgbClr val="538235"/>
                </a:solidFill>
                <a:latin typeface="Tahoma"/>
                <a:cs typeface="Tahoma"/>
              </a:rPr>
              <a:t> </a:t>
            </a:r>
            <a:r>
              <a:rPr sz="1200" spc="-5" dirty="0">
                <a:solidFill>
                  <a:srgbClr val="538235"/>
                </a:solidFill>
                <a:latin typeface="Tahoma"/>
                <a:cs typeface="Tahoma"/>
              </a:rPr>
              <a:t>and </a:t>
            </a:r>
            <a:r>
              <a:rPr sz="1200" dirty="0">
                <a:solidFill>
                  <a:srgbClr val="538235"/>
                </a:solidFill>
                <a:latin typeface="Tahoma"/>
                <a:cs typeface="Tahoma"/>
              </a:rPr>
              <a:t>a </a:t>
            </a:r>
            <a:r>
              <a:rPr sz="1200" spc="-10" dirty="0">
                <a:solidFill>
                  <a:srgbClr val="538235"/>
                </a:solidFill>
                <a:latin typeface="Tahoma"/>
                <a:cs typeface="Tahoma"/>
              </a:rPr>
              <a:t>is</a:t>
            </a:r>
            <a:r>
              <a:rPr sz="1200" dirty="0">
                <a:solidFill>
                  <a:srgbClr val="538235"/>
                </a:solidFill>
                <a:latin typeface="Tahoma"/>
                <a:cs typeface="Tahoma"/>
              </a:rPr>
              <a:t> a </a:t>
            </a:r>
            <a:r>
              <a:rPr sz="1200" spc="-5" dirty="0">
                <a:solidFill>
                  <a:srgbClr val="538235"/>
                </a:solidFill>
                <a:latin typeface="Tahoma"/>
                <a:cs typeface="Tahoma"/>
              </a:rPr>
              <a:t>positive</a:t>
            </a:r>
            <a:r>
              <a:rPr sz="1200" spc="30" dirty="0">
                <a:solidFill>
                  <a:srgbClr val="538235"/>
                </a:solidFill>
                <a:latin typeface="Tahoma"/>
                <a:cs typeface="Tahoma"/>
              </a:rPr>
              <a:t> </a:t>
            </a:r>
            <a:r>
              <a:rPr sz="1200" spc="-5" dirty="0">
                <a:solidFill>
                  <a:srgbClr val="538235"/>
                </a:solidFill>
                <a:latin typeface="Tahoma"/>
                <a:cs typeface="Tahoma"/>
              </a:rPr>
              <a:t>integer</a:t>
            </a:r>
            <a:r>
              <a:rPr sz="1200" spc="35" dirty="0">
                <a:solidFill>
                  <a:srgbClr val="538235"/>
                </a:solidFill>
                <a:latin typeface="Tahoma"/>
                <a:cs typeface="Tahoma"/>
              </a:rPr>
              <a:t> </a:t>
            </a:r>
            <a:r>
              <a:rPr sz="1200" dirty="0">
                <a:solidFill>
                  <a:srgbClr val="538235"/>
                </a:solidFill>
                <a:latin typeface="Tahoma"/>
                <a:cs typeface="Tahoma"/>
              </a:rPr>
              <a:t>not</a:t>
            </a:r>
            <a:r>
              <a:rPr sz="1200" spc="-10" dirty="0">
                <a:solidFill>
                  <a:srgbClr val="538235"/>
                </a:solidFill>
                <a:latin typeface="Tahoma"/>
                <a:cs typeface="Tahoma"/>
              </a:rPr>
              <a:t> divisible</a:t>
            </a:r>
            <a:r>
              <a:rPr sz="1200" spc="50" dirty="0">
                <a:solidFill>
                  <a:srgbClr val="538235"/>
                </a:solidFill>
                <a:latin typeface="Tahoma"/>
                <a:cs typeface="Tahoma"/>
              </a:rPr>
              <a:t> </a:t>
            </a:r>
            <a:r>
              <a:rPr sz="1200" dirty="0">
                <a:solidFill>
                  <a:srgbClr val="538235"/>
                </a:solidFill>
                <a:latin typeface="Tahoma"/>
                <a:cs typeface="Tahoma"/>
              </a:rPr>
              <a:t>by</a:t>
            </a:r>
            <a:r>
              <a:rPr sz="1200" spc="-15" dirty="0">
                <a:solidFill>
                  <a:srgbClr val="538235"/>
                </a:solidFill>
                <a:latin typeface="Tahoma"/>
                <a:cs typeface="Tahoma"/>
              </a:rPr>
              <a:t> </a:t>
            </a:r>
            <a:r>
              <a:rPr sz="1200" spc="-10" dirty="0">
                <a:solidFill>
                  <a:srgbClr val="538235"/>
                </a:solidFill>
                <a:latin typeface="Tahoma"/>
                <a:cs typeface="Tahoma"/>
              </a:rPr>
              <a:t>p,</a:t>
            </a:r>
            <a:r>
              <a:rPr sz="1200" spc="-20" dirty="0">
                <a:solidFill>
                  <a:srgbClr val="538235"/>
                </a:solidFill>
                <a:latin typeface="Tahoma"/>
                <a:cs typeface="Tahoma"/>
              </a:rPr>
              <a:t> </a:t>
            </a:r>
            <a:r>
              <a:rPr sz="1200" dirty="0">
                <a:solidFill>
                  <a:srgbClr val="538235"/>
                </a:solidFill>
                <a:latin typeface="Tahoma"/>
                <a:cs typeface="Tahoma"/>
              </a:rPr>
              <a:t>then</a:t>
            </a:r>
            <a:r>
              <a:rPr sz="1200" spc="10"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p-1</a:t>
            </a:r>
            <a:r>
              <a:rPr sz="1200" spc="232" baseline="24305" dirty="0">
                <a:solidFill>
                  <a:srgbClr val="538235"/>
                </a:solidFill>
                <a:latin typeface="Tahoma"/>
                <a:cs typeface="Tahoma"/>
              </a:rPr>
              <a:t> </a:t>
            </a:r>
            <a:r>
              <a:rPr sz="1200" dirty="0">
                <a:solidFill>
                  <a:srgbClr val="538235"/>
                </a:solidFill>
                <a:latin typeface="Tahoma"/>
                <a:cs typeface="Tahoma"/>
              </a:rPr>
              <a:t>≡ 1</a:t>
            </a:r>
            <a:r>
              <a:rPr sz="1200" spc="-25" dirty="0">
                <a:solidFill>
                  <a:srgbClr val="538235"/>
                </a:solidFill>
                <a:latin typeface="Tahoma"/>
                <a:cs typeface="Tahoma"/>
              </a:rPr>
              <a:t> </a:t>
            </a:r>
            <a:r>
              <a:rPr sz="1200" spc="-5" dirty="0">
                <a:solidFill>
                  <a:srgbClr val="538235"/>
                </a:solidFill>
                <a:latin typeface="Tahoma"/>
                <a:cs typeface="Tahoma"/>
              </a:rPr>
              <a:t>(mod</a:t>
            </a:r>
            <a:r>
              <a:rPr sz="1200" spc="15" dirty="0">
                <a:solidFill>
                  <a:srgbClr val="538235"/>
                </a:solidFill>
                <a:latin typeface="Tahoma"/>
                <a:cs typeface="Tahoma"/>
              </a:rPr>
              <a:t> </a:t>
            </a:r>
            <a:r>
              <a:rPr sz="1200" dirty="0">
                <a:solidFill>
                  <a:srgbClr val="538235"/>
                </a:solidFill>
                <a:latin typeface="Tahoma"/>
                <a:cs typeface="Tahoma"/>
              </a:rPr>
              <a:t>p). </a:t>
            </a:r>
            <a:r>
              <a:rPr sz="1200" spc="-360" dirty="0">
                <a:solidFill>
                  <a:srgbClr val="538235"/>
                </a:solidFill>
                <a:latin typeface="Tahoma"/>
                <a:cs typeface="Tahoma"/>
              </a:rPr>
              <a:t> </a:t>
            </a:r>
            <a:r>
              <a:rPr sz="1200" spc="-5" dirty="0">
                <a:solidFill>
                  <a:srgbClr val="538235"/>
                </a:solidFill>
                <a:latin typeface="Tahoma"/>
                <a:cs typeface="Tahoma"/>
              </a:rPr>
              <a:t>Example:</a:t>
            </a:r>
            <a:r>
              <a:rPr sz="1200" spc="10" dirty="0">
                <a:solidFill>
                  <a:srgbClr val="538235"/>
                </a:solidFill>
                <a:latin typeface="Tahoma"/>
                <a:cs typeface="Tahoma"/>
              </a:rPr>
              <a:t> </a:t>
            </a:r>
            <a:r>
              <a:rPr sz="1200" spc="-10" dirty="0">
                <a:solidFill>
                  <a:srgbClr val="538235"/>
                </a:solidFill>
                <a:latin typeface="Tahoma"/>
                <a:cs typeface="Tahoma"/>
              </a:rPr>
              <a:t>7</a:t>
            </a:r>
            <a:r>
              <a:rPr sz="1200" spc="-15" baseline="24305" dirty="0">
                <a:solidFill>
                  <a:srgbClr val="538235"/>
                </a:solidFill>
                <a:latin typeface="Tahoma"/>
                <a:cs typeface="Tahoma"/>
              </a:rPr>
              <a:t>18</a:t>
            </a:r>
            <a:r>
              <a:rPr sz="1200" spc="195" baseline="2430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dirty="0">
                <a:solidFill>
                  <a:srgbClr val="538235"/>
                </a:solidFill>
                <a:latin typeface="Tahoma"/>
                <a:cs typeface="Tahoma"/>
              </a:rPr>
              <a:t>1</a:t>
            </a:r>
            <a:r>
              <a:rPr sz="1200" spc="-25" dirty="0">
                <a:solidFill>
                  <a:srgbClr val="538235"/>
                </a:solidFill>
                <a:latin typeface="Tahoma"/>
                <a:cs typeface="Tahoma"/>
              </a:rPr>
              <a:t> </a:t>
            </a:r>
            <a:r>
              <a:rPr sz="1200" spc="-5" dirty="0">
                <a:solidFill>
                  <a:srgbClr val="538235"/>
                </a:solidFill>
                <a:latin typeface="Tahoma"/>
                <a:cs typeface="Tahoma"/>
              </a:rPr>
              <a:t>(mod</a:t>
            </a:r>
            <a:r>
              <a:rPr sz="1200" spc="15" dirty="0">
                <a:solidFill>
                  <a:srgbClr val="538235"/>
                </a:solidFill>
                <a:latin typeface="Tahoma"/>
                <a:cs typeface="Tahoma"/>
              </a:rPr>
              <a:t> </a:t>
            </a:r>
            <a:r>
              <a:rPr sz="1200" spc="-10" dirty="0">
                <a:solidFill>
                  <a:srgbClr val="538235"/>
                </a:solidFill>
                <a:latin typeface="Tahoma"/>
                <a:cs typeface="Tahoma"/>
              </a:rPr>
              <a:t>19)</a:t>
            </a:r>
            <a:endParaRPr sz="1200" dirty="0">
              <a:latin typeface="Tahoma"/>
              <a:cs typeface="Tahoma"/>
            </a:endParaRPr>
          </a:p>
          <a:p>
            <a:pPr>
              <a:lnSpc>
                <a:spcPct val="100000"/>
              </a:lnSpc>
            </a:pPr>
            <a:endParaRPr sz="1400" dirty="0">
              <a:latin typeface="Tahoma"/>
              <a:cs typeface="Tahoma"/>
            </a:endParaRPr>
          </a:p>
          <a:p>
            <a:pPr marL="101600">
              <a:lnSpc>
                <a:spcPct val="100000"/>
              </a:lnSpc>
              <a:spcBef>
                <a:spcPts val="1195"/>
              </a:spcBef>
            </a:pPr>
            <a:r>
              <a:rPr lang="en-IN" sz="1200" b="1" spc="-5" dirty="0">
                <a:solidFill>
                  <a:srgbClr val="538235"/>
                </a:solidFill>
                <a:latin typeface="Tahoma"/>
                <a:cs typeface="Tahoma"/>
              </a:rPr>
              <a:t>5. </a:t>
            </a:r>
            <a:r>
              <a:rPr sz="1200" b="1" spc="-5" dirty="0">
                <a:solidFill>
                  <a:srgbClr val="538235"/>
                </a:solidFill>
                <a:latin typeface="Tahoma"/>
                <a:cs typeface="Tahoma"/>
              </a:rPr>
              <a:t>Define</a:t>
            </a:r>
            <a:r>
              <a:rPr sz="1200" b="1" spc="-10" dirty="0">
                <a:solidFill>
                  <a:srgbClr val="538235"/>
                </a:solidFill>
                <a:latin typeface="Tahoma"/>
                <a:cs typeface="Tahoma"/>
              </a:rPr>
              <a:t> </a:t>
            </a:r>
            <a:r>
              <a:rPr sz="1200" b="1" spc="-5" dirty="0">
                <a:solidFill>
                  <a:srgbClr val="538235"/>
                </a:solidFill>
                <a:latin typeface="Tahoma"/>
                <a:cs typeface="Tahoma"/>
              </a:rPr>
              <a:t>Euler’s</a:t>
            </a:r>
            <a:r>
              <a:rPr sz="1200" b="1" spc="-35" dirty="0">
                <a:solidFill>
                  <a:srgbClr val="538235"/>
                </a:solidFill>
                <a:latin typeface="Tahoma"/>
                <a:cs typeface="Tahoma"/>
              </a:rPr>
              <a:t> </a:t>
            </a:r>
            <a:r>
              <a:rPr sz="1200" b="1" dirty="0">
                <a:solidFill>
                  <a:srgbClr val="538235"/>
                </a:solidFill>
                <a:latin typeface="Tahoma"/>
                <a:cs typeface="Tahoma"/>
              </a:rPr>
              <a:t>totient</a:t>
            </a:r>
            <a:r>
              <a:rPr sz="1200" b="1" spc="-45" dirty="0">
                <a:solidFill>
                  <a:srgbClr val="538235"/>
                </a:solidFill>
                <a:latin typeface="Tahoma"/>
                <a:cs typeface="Tahoma"/>
              </a:rPr>
              <a:t> </a:t>
            </a:r>
            <a:r>
              <a:rPr sz="1200" b="1" spc="-5" dirty="0">
                <a:solidFill>
                  <a:srgbClr val="538235"/>
                </a:solidFill>
                <a:latin typeface="Tahoma"/>
                <a:cs typeface="Tahoma"/>
              </a:rPr>
              <a:t>function.</a:t>
            </a:r>
            <a:r>
              <a:rPr sz="1200" b="1" spc="-15" dirty="0">
                <a:solidFill>
                  <a:srgbClr val="538235"/>
                </a:solidFill>
                <a:latin typeface="Tahoma"/>
                <a:cs typeface="Tahoma"/>
              </a:rPr>
              <a:t> </a:t>
            </a:r>
            <a:r>
              <a:rPr sz="1200" b="1" dirty="0">
                <a:solidFill>
                  <a:srgbClr val="538235"/>
                </a:solidFill>
                <a:latin typeface="Tahoma"/>
                <a:cs typeface="Tahoma"/>
              </a:rPr>
              <a:t>(CO3,</a:t>
            </a:r>
            <a:r>
              <a:rPr sz="1200" b="1" spc="-15" dirty="0">
                <a:solidFill>
                  <a:srgbClr val="538235"/>
                </a:solidFill>
                <a:latin typeface="Tahoma"/>
                <a:cs typeface="Tahoma"/>
              </a:rPr>
              <a:t> </a:t>
            </a:r>
            <a:r>
              <a:rPr sz="1200" b="1" dirty="0">
                <a:solidFill>
                  <a:srgbClr val="538235"/>
                </a:solidFill>
                <a:latin typeface="Tahoma"/>
                <a:cs typeface="Tahoma"/>
              </a:rPr>
              <a:t>K1)</a:t>
            </a:r>
            <a:endParaRPr sz="1200" dirty="0">
              <a:latin typeface="Tahoma"/>
              <a:cs typeface="Tahoma"/>
            </a:endParaRPr>
          </a:p>
          <a:p>
            <a:pPr marL="101600" marR="83820">
              <a:lnSpc>
                <a:spcPct val="150000"/>
              </a:lnSpc>
            </a:pPr>
            <a:r>
              <a:rPr sz="1200" dirty="0">
                <a:solidFill>
                  <a:srgbClr val="538235"/>
                </a:solidFill>
                <a:latin typeface="Tahoma"/>
                <a:cs typeface="Tahoma"/>
              </a:rPr>
              <a:t>It</a:t>
            </a:r>
            <a:r>
              <a:rPr sz="1200" spc="35"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spc="-5" dirty="0">
                <a:solidFill>
                  <a:srgbClr val="538235"/>
                </a:solidFill>
                <a:latin typeface="Tahoma"/>
                <a:cs typeface="Tahoma"/>
              </a:rPr>
              <a:t>defined</a:t>
            </a:r>
            <a:r>
              <a:rPr sz="1200" spc="50" dirty="0">
                <a:solidFill>
                  <a:srgbClr val="538235"/>
                </a:solidFill>
                <a:latin typeface="Tahoma"/>
                <a:cs typeface="Tahoma"/>
              </a:rPr>
              <a:t> </a:t>
            </a:r>
            <a:r>
              <a:rPr sz="1200" spc="-5" dirty="0">
                <a:solidFill>
                  <a:srgbClr val="538235"/>
                </a:solidFill>
                <a:latin typeface="Tahoma"/>
                <a:cs typeface="Tahoma"/>
              </a:rPr>
              <a:t>as</a:t>
            </a:r>
            <a:r>
              <a:rPr sz="1200" spc="25" dirty="0">
                <a:solidFill>
                  <a:srgbClr val="538235"/>
                </a:solidFill>
                <a:latin typeface="Tahoma"/>
                <a:cs typeface="Tahoma"/>
              </a:rPr>
              <a:t> </a:t>
            </a:r>
            <a:r>
              <a:rPr sz="1200" dirty="0">
                <a:solidFill>
                  <a:srgbClr val="538235"/>
                </a:solidFill>
                <a:latin typeface="Tahoma"/>
                <a:cs typeface="Tahoma"/>
              </a:rPr>
              <a:t>the</a:t>
            </a:r>
            <a:r>
              <a:rPr sz="1200" spc="25" dirty="0">
                <a:solidFill>
                  <a:srgbClr val="538235"/>
                </a:solidFill>
                <a:latin typeface="Tahoma"/>
                <a:cs typeface="Tahoma"/>
              </a:rPr>
              <a:t> </a:t>
            </a:r>
            <a:r>
              <a:rPr sz="1200" spc="-5" dirty="0">
                <a:solidFill>
                  <a:srgbClr val="538235"/>
                </a:solidFill>
                <a:latin typeface="Tahoma"/>
                <a:cs typeface="Tahoma"/>
              </a:rPr>
              <a:t>number</a:t>
            </a:r>
            <a:r>
              <a:rPr sz="1200" spc="40" dirty="0">
                <a:solidFill>
                  <a:srgbClr val="538235"/>
                </a:solidFill>
                <a:latin typeface="Tahoma"/>
                <a:cs typeface="Tahoma"/>
              </a:rPr>
              <a:t> </a:t>
            </a:r>
            <a:r>
              <a:rPr sz="1200" spc="-5" dirty="0">
                <a:solidFill>
                  <a:srgbClr val="538235"/>
                </a:solidFill>
                <a:latin typeface="Tahoma"/>
                <a:cs typeface="Tahoma"/>
              </a:rPr>
              <a:t>of</a:t>
            </a:r>
            <a:r>
              <a:rPr sz="1200" spc="35" dirty="0">
                <a:solidFill>
                  <a:srgbClr val="538235"/>
                </a:solidFill>
                <a:latin typeface="Tahoma"/>
                <a:cs typeface="Tahoma"/>
              </a:rPr>
              <a:t> </a:t>
            </a:r>
            <a:r>
              <a:rPr sz="1200" spc="-5" dirty="0">
                <a:solidFill>
                  <a:srgbClr val="538235"/>
                </a:solidFill>
                <a:latin typeface="Tahoma"/>
                <a:cs typeface="Tahoma"/>
              </a:rPr>
              <a:t>positive</a:t>
            </a:r>
            <a:r>
              <a:rPr sz="1200" spc="30" dirty="0">
                <a:solidFill>
                  <a:srgbClr val="538235"/>
                </a:solidFill>
                <a:latin typeface="Tahoma"/>
                <a:cs typeface="Tahoma"/>
              </a:rPr>
              <a:t> </a:t>
            </a:r>
            <a:r>
              <a:rPr sz="1200" dirty="0">
                <a:solidFill>
                  <a:srgbClr val="538235"/>
                </a:solidFill>
                <a:latin typeface="Tahoma"/>
                <a:cs typeface="Tahoma"/>
              </a:rPr>
              <a:t>integers</a:t>
            </a:r>
            <a:r>
              <a:rPr sz="1200" spc="35" dirty="0">
                <a:solidFill>
                  <a:srgbClr val="538235"/>
                </a:solidFill>
                <a:latin typeface="Tahoma"/>
                <a:cs typeface="Tahoma"/>
              </a:rPr>
              <a:t> </a:t>
            </a:r>
            <a:r>
              <a:rPr sz="1200" spc="-5" dirty="0">
                <a:solidFill>
                  <a:srgbClr val="538235"/>
                </a:solidFill>
                <a:latin typeface="Tahoma"/>
                <a:cs typeface="Tahoma"/>
              </a:rPr>
              <a:t>less</a:t>
            </a:r>
            <a:r>
              <a:rPr sz="1200" spc="25" dirty="0">
                <a:solidFill>
                  <a:srgbClr val="538235"/>
                </a:solidFill>
                <a:latin typeface="Tahoma"/>
                <a:cs typeface="Tahoma"/>
              </a:rPr>
              <a:t> </a:t>
            </a:r>
            <a:r>
              <a:rPr sz="1200" dirty="0">
                <a:solidFill>
                  <a:srgbClr val="538235"/>
                </a:solidFill>
                <a:latin typeface="Tahoma"/>
                <a:cs typeface="Tahoma"/>
              </a:rPr>
              <a:t>than</a:t>
            </a:r>
            <a:r>
              <a:rPr sz="1200" spc="40" dirty="0">
                <a:solidFill>
                  <a:srgbClr val="538235"/>
                </a:solidFill>
                <a:latin typeface="Tahoma"/>
                <a:cs typeface="Tahoma"/>
              </a:rPr>
              <a:t> </a:t>
            </a:r>
            <a:r>
              <a:rPr sz="1200" dirty="0">
                <a:solidFill>
                  <a:srgbClr val="538235"/>
                </a:solidFill>
                <a:latin typeface="Tahoma"/>
                <a:cs typeface="Tahoma"/>
              </a:rPr>
              <a:t>n</a:t>
            </a:r>
            <a:r>
              <a:rPr sz="1200" spc="35" dirty="0">
                <a:solidFill>
                  <a:srgbClr val="538235"/>
                </a:solidFill>
                <a:latin typeface="Tahoma"/>
                <a:cs typeface="Tahoma"/>
              </a:rPr>
              <a:t> </a:t>
            </a:r>
            <a:r>
              <a:rPr sz="1200" spc="-5" dirty="0">
                <a:solidFill>
                  <a:srgbClr val="538235"/>
                </a:solidFill>
                <a:latin typeface="Tahoma"/>
                <a:cs typeface="Tahoma"/>
              </a:rPr>
              <a:t>and</a:t>
            </a:r>
            <a:r>
              <a:rPr sz="1200" spc="40" dirty="0">
                <a:solidFill>
                  <a:srgbClr val="538235"/>
                </a:solidFill>
                <a:latin typeface="Tahoma"/>
                <a:cs typeface="Tahoma"/>
              </a:rPr>
              <a:t> </a:t>
            </a:r>
            <a:r>
              <a:rPr sz="1200" spc="-10" dirty="0">
                <a:solidFill>
                  <a:srgbClr val="538235"/>
                </a:solidFill>
                <a:latin typeface="Tahoma"/>
                <a:cs typeface="Tahoma"/>
              </a:rPr>
              <a:t>relatively</a:t>
            </a:r>
            <a:r>
              <a:rPr sz="1200" spc="40" dirty="0">
                <a:solidFill>
                  <a:srgbClr val="538235"/>
                </a:solidFill>
                <a:latin typeface="Tahoma"/>
                <a:cs typeface="Tahoma"/>
              </a:rPr>
              <a:t> </a:t>
            </a:r>
            <a:r>
              <a:rPr sz="1200" spc="-5" dirty="0">
                <a:solidFill>
                  <a:srgbClr val="538235"/>
                </a:solidFill>
                <a:latin typeface="Tahoma"/>
                <a:cs typeface="Tahoma"/>
              </a:rPr>
              <a:t>prime</a:t>
            </a:r>
            <a:r>
              <a:rPr sz="1200" spc="25" dirty="0">
                <a:solidFill>
                  <a:srgbClr val="538235"/>
                </a:solidFill>
                <a:latin typeface="Tahoma"/>
                <a:cs typeface="Tahoma"/>
              </a:rPr>
              <a:t> </a:t>
            </a:r>
            <a:r>
              <a:rPr sz="1200" dirty="0">
                <a:solidFill>
                  <a:srgbClr val="538235"/>
                </a:solidFill>
                <a:latin typeface="Tahoma"/>
                <a:cs typeface="Tahoma"/>
              </a:rPr>
              <a:t>to</a:t>
            </a:r>
            <a:r>
              <a:rPr sz="1200" spc="25" dirty="0">
                <a:solidFill>
                  <a:srgbClr val="538235"/>
                </a:solidFill>
                <a:latin typeface="Tahoma"/>
                <a:cs typeface="Tahoma"/>
              </a:rPr>
              <a:t> </a:t>
            </a:r>
            <a:r>
              <a:rPr sz="1200" dirty="0">
                <a:solidFill>
                  <a:srgbClr val="538235"/>
                </a:solidFill>
                <a:latin typeface="Tahoma"/>
                <a:cs typeface="Tahoma"/>
              </a:rPr>
              <a:t>n. </a:t>
            </a:r>
            <a:r>
              <a:rPr sz="1200" spc="-360" dirty="0">
                <a:solidFill>
                  <a:srgbClr val="538235"/>
                </a:solidFill>
                <a:latin typeface="Tahoma"/>
                <a:cs typeface="Tahoma"/>
              </a:rPr>
              <a:t> </a:t>
            </a:r>
            <a:r>
              <a:rPr sz="1200" dirty="0">
                <a:solidFill>
                  <a:srgbClr val="538235"/>
                </a:solidFill>
                <a:latin typeface="Tahoma"/>
                <a:cs typeface="Tahoma"/>
              </a:rPr>
              <a:t>It</a:t>
            </a:r>
            <a:r>
              <a:rPr sz="1200" spc="-15"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spc="-5" dirty="0">
                <a:solidFill>
                  <a:srgbClr val="538235"/>
                </a:solidFill>
                <a:latin typeface="Tahoma"/>
                <a:cs typeface="Tahoma"/>
              </a:rPr>
              <a:t>denoted </a:t>
            </a:r>
            <a:r>
              <a:rPr sz="1200" dirty="0">
                <a:solidFill>
                  <a:srgbClr val="538235"/>
                </a:solidFill>
                <a:latin typeface="Tahoma"/>
                <a:cs typeface="Tahoma"/>
              </a:rPr>
              <a:t>by</a:t>
            </a:r>
            <a:r>
              <a:rPr sz="1200" spc="-15" dirty="0">
                <a:solidFill>
                  <a:srgbClr val="538235"/>
                </a:solidFill>
                <a:latin typeface="Tahoma"/>
                <a:cs typeface="Tahoma"/>
              </a:rPr>
              <a:t> </a:t>
            </a:r>
            <a:r>
              <a:rPr sz="1200" dirty="0">
                <a:solidFill>
                  <a:srgbClr val="538235"/>
                </a:solidFill>
                <a:latin typeface="Tahoma"/>
                <a:cs typeface="Tahoma"/>
              </a:rPr>
              <a:t>φ</a:t>
            </a:r>
            <a:r>
              <a:rPr sz="1200" spc="25" dirty="0">
                <a:solidFill>
                  <a:srgbClr val="538235"/>
                </a:solidFill>
                <a:latin typeface="Tahoma"/>
                <a:cs typeface="Tahoma"/>
              </a:rPr>
              <a:t> </a:t>
            </a:r>
            <a:r>
              <a:rPr sz="1200" spc="-5" dirty="0">
                <a:solidFill>
                  <a:srgbClr val="538235"/>
                </a:solidFill>
                <a:latin typeface="Tahoma"/>
                <a:cs typeface="Tahoma"/>
              </a:rPr>
              <a:t>(n).</a:t>
            </a:r>
            <a:r>
              <a:rPr sz="1200" spc="5" dirty="0">
                <a:solidFill>
                  <a:srgbClr val="538235"/>
                </a:solidFill>
                <a:latin typeface="Tahoma"/>
                <a:cs typeface="Tahoma"/>
              </a:rPr>
              <a:t> </a:t>
            </a:r>
            <a:r>
              <a:rPr sz="1200" spc="-5" dirty="0">
                <a:solidFill>
                  <a:srgbClr val="538235"/>
                </a:solidFill>
                <a:latin typeface="Tahoma"/>
                <a:cs typeface="Tahoma"/>
              </a:rPr>
              <a:t>Example:</a:t>
            </a:r>
            <a:r>
              <a:rPr sz="1200" spc="15" dirty="0">
                <a:solidFill>
                  <a:srgbClr val="538235"/>
                </a:solidFill>
                <a:latin typeface="Tahoma"/>
                <a:cs typeface="Tahoma"/>
              </a:rPr>
              <a:t> </a:t>
            </a:r>
            <a:r>
              <a:rPr sz="1200" dirty="0">
                <a:solidFill>
                  <a:srgbClr val="538235"/>
                </a:solidFill>
                <a:latin typeface="Tahoma"/>
                <a:cs typeface="Tahoma"/>
              </a:rPr>
              <a:t>φ </a:t>
            </a:r>
            <a:r>
              <a:rPr sz="1200" spc="-5" dirty="0">
                <a:solidFill>
                  <a:srgbClr val="538235"/>
                </a:solidFill>
                <a:latin typeface="Tahoma"/>
                <a:cs typeface="Tahoma"/>
              </a:rPr>
              <a:t>(11)</a:t>
            </a:r>
            <a:r>
              <a:rPr sz="1200" spc="25" dirty="0">
                <a:solidFill>
                  <a:srgbClr val="538235"/>
                </a:solidFill>
                <a:latin typeface="Tahoma"/>
                <a:cs typeface="Tahoma"/>
              </a:rPr>
              <a:t> </a:t>
            </a:r>
            <a:r>
              <a:rPr sz="1200" dirty="0">
                <a:solidFill>
                  <a:srgbClr val="538235"/>
                </a:solidFill>
                <a:latin typeface="Tahoma"/>
                <a:cs typeface="Tahoma"/>
              </a:rPr>
              <a:t>= </a:t>
            </a:r>
            <a:r>
              <a:rPr sz="1200" spc="-10" dirty="0">
                <a:solidFill>
                  <a:srgbClr val="538235"/>
                </a:solidFill>
                <a:latin typeface="Tahoma"/>
                <a:cs typeface="Tahoma"/>
              </a:rPr>
              <a:t>10,</a:t>
            </a:r>
            <a:r>
              <a:rPr sz="1200" spc="5" dirty="0">
                <a:solidFill>
                  <a:srgbClr val="538235"/>
                </a:solidFill>
                <a:latin typeface="Tahoma"/>
                <a:cs typeface="Tahoma"/>
              </a:rPr>
              <a:t> </a:t>
            </a:r>
            <a:r>
              <a:rPr sz="1200" dirty="0">
                <a:solidFill>
                  <a:srgbClr val="538235"/>
                </a:solidFill>
                <a:latin typeface="Tahoma"/>
                <a:cs typeface="Tahoma"/>
              </a:rPr>
              <a:t>φ </a:t>
            </a:r>
            <a:r>
              <a:rPr sz="1200" spc="-10" dirty="0">
                <a:solidFill>
                  <a:srgbClr val="538235"/>
                </a:solidFill>
                <a:latin typeface="Tahoma"/>
                <a:cs typeface="Tahoma"/>
              </a:rPr>
              <a:t>(10)</a:t>
            </a:r>
            <a:r>
              <a:rPr sz="1200" spc="5" dirty="0">
                <a:solidFill>
                  <a:srgbClr val="538235"/>
                </a:solidFill>
                <a:latin typeface="Tahoma"/>
                <a:cs typeface="Tahoma"/>
              </a:rPr>
              <a:t> </a:t>
            </a:r>
            <a:r>
              <a:rPr sz="1200" dirty="0">
                <a:solidFill>
                  <a:srgbClr val="538235"/>
                </a:solidFill>
                <a:latin typeface="Tahoma"/>
                <a:cs typeface="Tahoma"/>
              </a:rPr>
              <a:t>= 4</a:t>
            </a:r>
            <a:endParaRPr sz="1200" dirty="0">
              <a:latin typeface="Tahoma"/>
              <a:cs typeface="Tahoma"/>
            </a:endParaRPr>
          </a:p>
          <a:p>
            <a:pPr>
              <a:lnSpc>
                <a:spcPct val="100000"/>
              </a:lnSpc>
            </a:pPr>
            <a:endParaRPr sz="1400" dirty="0">
              <a:latin typeface="Tahoma"/>
              <a:cs typeface="Tahoma"/>
            </a:endParaRPr>
          </a:p>
          <a:p>
            <a:pPr marL="101600">
              <a:lnSpc>
                <a:spcPct val="100000"/>
              </a:lnSpc>
              <a:spcBef>
                <a:spcPts val="1190"/>
              </a:spcBef>
            </a:pPr>
            <a:r>
              <a:rPr lang="en-IN" sz="1200" b="1" dirty="0">
                <a:solidFill>
                  <a:srgbClr val="538235"/>
                </a:solidFill>
                <a:latin typeface="Tahoma"/>
                <a:cs typeface="Tahoma"/>
              </a:rPr>
              <a:t>6. </a:t>
            </a:r>
            <a:r>
              <a:rPr sz="1200" b="1" dirty="0">
                <a:solidFill>
                  <a:srgbClr val="538235"/>
                </a:solidFill>
                <a:latin typeface="Tahoma"/>
                <a:cs typeface="Tahoma"/>
              </a:rPr>
              <a:t>State</a:t>
            </a:r>
            <a:r>
              <a:rPr sz="1200" b="1" spc="-40" dirty="0">
                <a:solidFill>
                  <a:srgbClr val="538235"/>
                </a:solidFill>
                <a:latin typeface="Tahoma"/>
                <a:cs typeface="Tahoma"/>
              </a:rPr>
              <a:t> </a:t>
            </a:r>
            <a:r>
              <a:rPr sz="1200" b="1" dirty="0">
                <a:solidFill>
                  <a:srgbClr val="538235"/>
                </a:solidFill>
                <a:latin typeface="Tahoma"/>
                <a:cs typeface="Tahoma"/>
              </a:rPr>
              <a:t>Euler’s</a:t>
            </a:r>
            <a:r>
              <a:rPr sz="1200" b="1" spc="-45" dirty="0">
                <a:solidFill>
                  <a:srgbClr val="538235"/>
                </a:solidFill>
                <a:latin typeface="Tahoma"/>
                <a:cs typeface="Tahoma"/>
              </a:rPr>
              <a:t> </a:t>
            </a:r>
            <a:r>
              <a:rPr sz="1200" b="1" dirty="0">
                <a:solidFill>
                  <a:srgbClr val="538235"/>
                </a:solidFill>
                <a:latin typeface="Tahoma"/>
                <a:cs typeface="Tahoma"/>
              </a:rPr>
              <a:t>theorem.</a:t>
            </a:r>
            <a:r>
              <a:rPr sz="1200" b="1" spc="-45" dirty="0">
                <a:solidFill>
                  <a:srgbClr val="538235"/>
                </a:solidFill>
                <a:latin typeface="Tahoma"/>
                <a:cs typeface="Tahoma"/>
              </a:rPr>
              <a:t> </a:t>
            </a:r>
            <a:r>
              <a:rPr sz="1200" b="1" dirty="0">
                <a:solidFill>
                  <a:srgbClr val="538235"/>
                </a:solidFill>
                <a:latin typeface="Tahoma"/>
                <a:cs typeface="Tahoma"/>
              </a:rPr>
              <a:t>(CO3,</a:t>
            </a:r>
            <a:r>
              <a:rPr sz="1200" b="1" spc="-15" dirty="0">
                <a:solidFill>
                  <a:srgbClr val="538235"/>
                </a:solidFill>
                <a:latin typeface="Tahoma"/>
                <a:cs typeface="Tahoma"/>
              </a:rPr>
              <a:t> </a:t>
            </a:r>
            <a:r>
              <a:rPr sz="1200" b="1" dirty="0">
                <a:solidFill>
                  <a:srgbClr val="538235"/>
                </a:solidFill>
                <a:latin typeface="Tahoma"/>
                <a:cs typeface="Tahoma"/>
              </a:rPr>
              <a:t>K1)</a:t>
            </a:r>
            <a:endParaRPr sz="1200" dirty="0">
              <a:latin typeface="Tahoma"/>
              <a:cs typeface="Tahoma"/>
            </a:endParaRPr>
          </a:p>
          <a:p>
            <a:pPr marL="101600">
              <a:lnSpc>
                <a:spcPct val="100000"/>
              </a:lnSpc>
              <a:spcBef>
                <a:spcPts val="725"/>
              </a:spcBef>
            </a:pPr>
            <a:r>
              <a:rPr sz="1200" dirty="0">
                <a:solidFill>
                  <a:srgbClr val="538235"/>
                </a:solidFill>
                <a:latin typeface="Tahoma"/>
                <a:cs typeface="Tahoma"/>
              </a:rPr>
              <a:t>If</a:t>
            </a:r>
            <a:r>
              <a:rPr sz="1200" spc="80" dirty="0">
                <a:solidFill>
                  <a:srgbClr val="538235"/>
                </a:solidFill>
                <a:latin typeface="Tahoma"/>
                <a:cs typeface="Tahoma"/>
              </a:rPr>
              <a:t> </a:t>
            </a:r>
            <a:r>
              <a:rPr sz="1200" dirty="0">
                <a:solidFill>
                  <a:srgbClr val="538235"/>
                </a:solidFill>
                <a:latin typeface="Tahoma"/>
                <a:cs typeface="Tahoma"/>
              </a:rPr>
              <a:t>b</a:t>
            </a:r>
            <a:r>
              <a:rPr sz="1200" spc="60" dirty="0">
                <a:solidFill>
                  <a:srgbClr val="538235"/>
                </a:solidFill>
                <a:latin typeface="Tahoma"/>
                <a:cs typeface="Tahoma"/>
              </a:rPr>
              <a:t> </a:t>
            </a:r>
            <a:r>
              <a:rPr sz="1200" spc="-5" dirty="0">
                <a:solidFill>
                  <a:srgbClr val="538235"/>
                </a:solidFill>
                <a:latin typeface="Tahoma"/>
                <a:cs typeface="Tahoma"/>
              </a:rPr>
              <a:t>and</a:t>
            </a:r>
            <a:r>
              <a:rPr sz="1200" spc="90" dirty="0">
                <a:solidFill>
                  <a:srgbClr val="538235"/>
                </a:solidFill>
                <a:latin typeface="Tahoma"/>
                <a:cs typeface="Tahoma"/>
              </a:rPr>
              <a:t> </a:t>
            </a:r>
            <a:r>
              <a:rPr sz="1200" dirty="0">
                <a:solidFill>
                  <a:srgbClr val="538235"/>
                </a:solidFill>
                <a:latin typeface="Tahoma"/>
                <a:cs typeface="Tahoma"/>
              </a:rPr>
              <a:t>n</a:t>
            </a:r>
            <a:r>
              <a:rPr sz="1200" spc="60" dirty="0">
                <a:solidFill>
                  <a:srgbClr val="538235"/>
                </a:solidFill>
                <a:latin typeface="Tahoma"/>
                <a:cs typeface="Tahoma"/>
              </a:rPr>
              <a:t> </a:t>
            </a:r>
            <a:r>
              <a:rPr sz="1200" spc="-5" dirty="0">
                <a:solidFill>
                  <a:srgbClr val="538235"/>
                </a:solidFill>
                <a:latin typeface="Tahoma"/>
                <a:cs typeface="Tahoma"/>
              </a:rPr>
              <a:t>are</a:t>
            </a:r>
            <a:r>
              <a:rPr sz="1200" spc="70" dirty="0">
                <a:solidFill>
                  <a:srgbClr val="538235"/>
                </a:solidFill>
                <a:latin typeface="Tahoma"/>
                <a:cs typeface="Tahoma"/>
              </a:rPr>
              <a:t> </a:t>
            </a:r>
            <a:r>
              <a:rPr sz="1200" spc="-10" dirty="0">
                <a:solidFill>
                  <a:srgbClr val="538235"/>
                </a:solidFill>
                <a:latin typeface="Tahoma"/>
                <a:cs typeface="Tahoma"/>
              </a:rPr>
              <a:t>relatively</a:t>
            </a:r>
            <a:r>
              <a:rPr sz="1200" spc="85" dirty="0">
                <a:solidFill>
                  <a:srgbClr val="538235"/>
                </a:solidFill>
                <a:latin typeface="Tahoma"/>
                <a:cs typeface="Tahoma"/>
              </a:rPr>
              <a:t> </a:t>
            </a:r>
            <a:r>
              <a:rPr sz="1200" dirty="0">
                <a:solidFill>
                  <a:srgbClr val="538235"/>
                </a:solidFill>
                <a:latin typeface="Tahoma"/>
                <a:cs typeface="Tahoma"/>
              </a:rPr>
              <a:t>prime,</a:t>
            </a:r>
            <a:r>
              <a:rPr sz="1200" spc="80" dirty="0">
                <a:solidFill>
                  <a:srgbClr val="538235"/>
                </a:solidFill>
                <a:latin typeface="Tahoma"/>
                <a:cs typeface="Tahoma"/>
              </a:rPr>
              <a:t> </a:t>
            </a:r>
            <a:r>
              <a:rPr sz="1200" dirty="0">
                <a:solidFill>
                  <a:srgbClr val="538235"/>
                </a:solidFill>
                <a:latin typeface="Tahoma"/>
                <a:cs typeface="Tahoma"/>
              </a:rPr>
              <a:t>then</a:t>
            </a:r>
            <a:r>
              <a:rPr sz="1200" spc="85"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φ(n)</a:t>
            </a:r>
            <a:r>
              <a:rPr sz="1200" spc="322" baseline="24305" dirty="0">
                <a:solidFill>
                  <a:srgbClr val="538235"/>
                </a:solidFill>
                <a:latin typeface="Tahoma"/>
                <a:cs typeface="Tahoma"/>
              </a:rPr>
              <a:t> </a:t>
            </a:r>
            <a:r>
              <a:rPr sz="1200" dirty="0">
                <a:solidFill>
                  <a:srgbClr val="538235"/>
                </a:solidFill>
                <a:latin typeface="Tahoma"/>
                <a:cs typeface="Tahoma"/>
              </a:rPr>
              <a:t>≡</a:t>
            </a:r>
            <a:r>
              <a:rPr sz="1200" spc="95" dirty="0">
                <a:solidFill>
                  <a:srgbClr val="538235"/>
                </a:solidFill>
                <a:latin typeface="Tahoma"/>
                <a:cs typeface="Tahoma"/>
              </a:rPr>
              <a:t> </a:t>
            </a:r>
            <a:r>
              <a:rPr sz="1200" dirty="0">
                <a:solidFill>
                  <a:srgbClr val="538235"/>
                </a:solidFill>
                <a:latin typeface="Tahoma"/>
                <a:cs typeface="Tahoma"/>
              </a:rPr>
              <a:t>1</a:t>
            </a:r>
            <a:r>
              <a:rPr sz="1200" spc="75" dirty="0">
                <a:solidFill>
                  <a:srgbClr val="538235"/>
                </a:solidFill>
                <a:latin typeface="Tahoma"/>
                <a:cs typeface="Tahoma"/>
              </a:rPr>
              <a:t> </a:t>
            </a:r>
            <a:r>
              <a:rPr sz="1200" spc="-5" dirty="0">
                <a:solidFill>
                  <a:srgbClr val="538235"/>
                </a:solidFill>
                <a:latin typeface="Tahoma"/>
                <a:cs typeface="Tahoma"/>
              </a:rPr>
              <a:t>(mod</a:t>
            </a:r>
            <a:r>
              <a:rPr sz="1200" spc="85" dirty="0">
                <a:solidFill>
                  <a:srgbClr val="538235"/>
                </a:solidFill>
                <a:latin typeface="Tahoma"/>
                <a:cs typeface="Tahoma"/>
              </a:rPr>
              <a:t> </a:t>
            </a:r>
            <a:r>
              <a:rPr sz="1200" spc="-5" dirty="0">
                <a:solidFill>
                  <a:srgbClr val="538235"/>
                </a:solidFill>
                <a:latin typeface="Tahoma"/>
                <a:cs typeface="Tahoma"/>
              </a:rPr>
              <a:t>n).</a:t>
            </a:r>
            <a:r>
              <a:rPr sz="1200" spc="80" dirty="0">
                <a:solidFill>
                  <a:srgbClr val="538235"/>
                </a:solidFill>
                <a:latin typeface="Tahoma"/>
                <a:cs typeface="Tahoma"/>
              </a:rPr>
              <a:t> </a:t>
            </a:r>
            <a:r>
              <a:rPr sz="1200" spc="-5" dirty="0">
                <a:solidFill>
                  <a:srgbClr val="538235"/>
                </a:solidFill>
                <a:latin typeface="Tahoma"/>
                <a:cs typeface="Tahoma"/>
              </a:rPr>
              <a:t>Example:</a:t>
            </a:r>
            <a:r>
              <a:rPr sz="1200" spc="90" dirty="0">
                <a:solidFill>
                  <a:srgbClr val="538235"/>
                </a:solidFill>
                <a:latin typeface="Tahoma"/>
                <a:cs typeface="Tahoma"/>
              </a:rPr>
              <a:t> </a:t>
            </a:r>
            <a:r>
              <a:rPr sz="1200" spc="-10" dirty="0">
                <a:solidFill>
                  <a:srgbClr val="538235"/>
                </a:solidFill>
                <a:latin typeface="Tahoma"/>
                <a:cs typeface="Tahoma"/>
              </a:rPr>
              <a:t>13</a:t>
            </a:r>
            <a:r>
              <a:rPr sz="1200" spc="-15" baseline="24305" dirty="0">
                <a:solidFill>
                  <a:srgbClr val="538235"/>
                </a:solidFill>
                <a:latin typeface="Tahoma"/>
                <a:cs typeface="Tahoma"/>
              </a:rPr>
              <a:t>8</a:t>
            </a:r>
            <a:r>
              <a:rPr sz="1200" spc="307" baseline="24305" dirty="0">
                <a:solidFill>
                  <a:srgbClr val="538235"/>
                </a:solidFill>
                <a:latin typeface="Tahoma"/>
                <a:cs typeface="Tahoma"/>
              </a:rPr>
              <a:t> </a:t>
            </a:r>
            <a:r>
              <a:rPr sz="1200" dirty="0">
                <a:solidFill>
                  <a:srgbClr val="538235"/>
                </a:solidFill>
                <a:latin typeface="Tahoma"/>
                <a:cs typeface="Tahoma"/>
              </a:rPr>
              <a:t>≡</a:t>
            </a:r>
            <a:r>
              <a:rPr sz="1200" spc="70" dirty="0">
                <a:solidFill>
                  <a:srgbClr val="538235"/>
                </a:solidFill>
                <a:latin typeface="Tahoma"/>
                <a:cs typeface="Tahoma"/>
              </a:rPr>
              <a:t> </a:t>
            </a:r>
            <a:r>
              <a:rPr sz="1200" dirty="0">
                <a:solidFill>
                  <a:srgbClr val="538235"/>
                </a:solidFill>
                <a:latin typeface="Tahoma"/>
                <a:cs typeface="Tahoma"/>
              </a:rPr>
              <a:t>1</a:t>
            </a:r>
            <a:r>
              <a:rPr sz="1200" spc="75" dirty="0">
                <a:solidFill>
                  <a:srgbClr val="538235"/>
                </a:solidFill>
                <a:latin typeface="Tahoma"/>
                <a:cs typeface="Tahoma"/>
              </a:rPr>
              <a:t> </a:t>
            </a:r>
            <a:r>
              <a:rPr sz="1200" spc="-5" dirty="0">
                <a:solidFill>
                  <a:srgbClr val="538235"/>
                </a:solidFill>
                <a:latin typeface="Tahoma"/>
                <a:cs typeface="Tahoma"/>
              </a:rPr>
              <a:t>(mod</a:t>
            </a:r>
            <a:r>
              <a:rPr sz="1200" spc="65" dirty="0">
                <a:solidFill>
                  <a:srgbClr val="538235"/>
                </a:solidFill>
                <a:latin typeface="Tahoma"/>
                <a:cs typeface="Tahoma"/>
              </a:rPr>
              <a:t> </a:t>
            </a:r>
            <a:r>
              <a:rPr sz="1200" spc="-10" dirty="0">
                <a:solidFill>
                  <a:srgbClr val="538235"/>
                </a:solidFill>
                <a:latin typeface="Tahoma"/>
                <a:cs typeface="Tahoma"/>
              </a:rPr>
              <a:t>20)</a:t>
            </a:r>
            <a:endParaRPr sz="1200" dirty="0">
              <a:latin typeface="Tahoma"/>
              <a:cs typeface="Tahoma"/>
            </a:endParaRPr>
          </a:p>
          <a:p>
            <a:pPr>
              <a:lnSpc>
                <a:spcPct val="100000"/>
              </a:lnSpc>
            </a:pPr>
            <a:endParaRPr sz="1400" dirty="0">
              <a:latin typeface="Tahoma"/>
              <a:cs typeface="Tahoma"/>
            </a:endParaRPr>
          </a:p>
          <a:p>
            <a:pPr marL="101600">
              <a:lnSpc>
                <a:spcPct val="100000"/>
              </a:lnSpc>
              <a:spcBef>
                <a:spcPts val="1190"/>
              </a:spcBef>
            </a:pPr>
            <a:r>
              <a:rPr lang="en-IN" sz="1200" b="1" spc="-5" dirty="0">
                <a:solidFill>
                  <a:srgbClr val="538235"/>
                </a:solidFill>
                <a:latin typeface="Tahoma"/>
                <a:cs typeface="Tahoma"/>
              </a:rPr>
              <a:t>7. </a:t>
            </a:r>
            <a:r>
              <a:rPr sz="1200" b="1" spc="-5" dirty="0">
                <a:solidFill>
                  <a:srgbClr val="538235"/>
                </a:solidFill>
                <a:latin typeface="Tahoma"/>
                <a:cs typeface="Tahoma"/>
              </a:rPr>
              <a:t>Define</a:t>
            </a:r>
            <a:r>
              <a:rPr sz="1200" b="1" spc="-15" dirty="0">
                <a:solidFill>
                  <a:srgbClr val="538235"/>
                </a:solidFill>
                <a:latin typeface="Tahoma"/>
                <a:cs typeface="Tahoma"/>
              </a:rPr>
              <a:t> </a:t>
            </a:r>
            <a:r>
              <a:rPr sz="1200" b="1" spc="-5" dirty="0">
                <a:solidFill>
                  <a:srgbClr val="538235"/>
                </a:solidFill>
                <a:latin typeface="Tahoma"/>
                <a:cs typeface="Tahoma"/>
              </a:rPr>
              <a:t>primitive</a:t>
            </a:r>
            <a:r>
              <a:rPr sz="1200" b="1" spc="15" dirty="0">
                <a:solidFill>
                  <a:srgbClr val="538235"/>
                </a:solidFill>
                <a:latin typeface="Tahoma"/>
                <a:cs typeface="Tahoma"/>
              </a:rPr>
              <a:t> </a:t>
            </a:r>
            <a:r>
              <a:rPr sz="1200" b="1" dirty="0">
                <a:solidFill>
                  <a:srgbClr val="538235"/>
                </a:solidFill>
                <a:latin typeface="Tahoma"/>
                <a:cs typeface="Tahoma"/>
              </a:rPr>
              <a:t>roots.</a:t>
            </a:r>
            <a:r>
              <a:rPr sz="1200" b="1" spc="-45" dirty="0">
                <a:solidFill>
                  <a:srgbClr val="538235"/>
                </a:solidFill>
                <a:latin typeface="Tahoma"/>
                <a:cs typeface="Tahoma"/>
              </a:rPr>
              <a:t> </a:t>
            </a:r>
            <a:r>
              <a:rPr sz="1200" b="1" dirty="0">
                <a:solidFill>
                  <a:srgbClr val="538235"/>
                </a:solidFill>
                <a:latin typeface="Tahoma"/>
                <a:cs typeface="Tahoma"/>
              </a:rPr>
              <a:t>(CO3,</a:t>
            </a:r>
            <a:r>
              <a:rPr sz="1200" b="1" spc="-40" dirty="0">
                <a:solidFill>
                  <a:srgbClr val="538235"/>
                </a:solidFill>
                <a:latin typeface="Tahoma"/>
                <a:cs typeface="Tahoma"/>
              </a:rPr>
              <a:t> </a:t>
            </a:r>
            <a:r>
              <a:rPr sz="1200" b="1" dirty="0">
                <a:solidFill>
                  <a:srgbClr val="538235"/>
                </a:solidFill>
                <a:latin typeface="Tahoma"/>
                <a:cs typeface="Tahoma"/>
              </a:rPr>
              <a:t>K1)</a:t>
            </a:r>
            <a:endParaRPr sz="1200" dirty="0">
              <a:latin typeface="Tahoma"/>
              <a:cs typeface="Tahoma"/>
            </a:endParaRPr>
          </a:p>
          <a:p>
            <a:pPr marL="101600" marR="83820">
              <a:lnSpc>
                <a:spcPct val="150000"/>
              </a:lnSpc>
            </a:pPr>
            <a:r>
              <a:rPr sz="1200" dirty="0">
                <a:solidFill>
                  <a:srgbClr val="538235"/>
                </a:solidFill>
                <a:latin typeface="Tahoma"/>
                <a:cs typeface="Tahoma"/>
              </a:rPr>
              <a:t>If</a:t>
            </a:r>
            <a:r>
              <a:rPr sz="1200" spc="130" dirty="0">
                <a:solidFill>
                  <a:srgbClr val="538235"/>
                </a:solidFill>
                <a:latin typeface="Tahoma"/>
                <a:cs typeface="Tahoma"/>
              </a:rPr>
              <a:t> </a:t>
            </a:r>
            <a:r>
              <a:rPr sz="1200" dirty="0">
                <a:solidFill>
                  <a:srgbClr val="538235"/>
                </a:solidFill>
                <a:latin typeface="Tahoma"/>
                <a:cs typeface="Tahoma"/>
              </a:rPr>
              <a:t>a</a:t>
            </a:r>
            <a:r>
              <a:rPr sz="1200" spc="95" dirty="0">
                <a:solidFill>
                  <a:srgbClr val="538235"/>
                </a:solidFill>
                <a:latin typeface="Tahoma"/>
                <a:cs typeface="Tahoma"/>
              </a:rPr>
              <a:t> </a:t>
            </a:r>
            <a:r>
              <a:rPr sz="1200" spc="-10" dirty="0">
                <a:solidFill>
                  <a:srgbClr val="538235"/>
                </a:solidFill>
                <a:latin typeface="Tahoma"/>
                <a:cs typeface="Tahoma"/>
              </a:rPr>
              <a:t>is</a:t>
            </a:r>
            <a:r>
              <a:rPr sz="1200" spc="120" dirty="0">
                <a:solidFill>
                  <a:srgbClr val="538235"/>
                </a:solidFill>
                <a:latin typeface="Tahoma"/>
                <a:cs typeface="Tahoma"/>
              </a:rPr>
              <a:t> </a:t>
            </a:r>
            <a:r>
              <a:rPr sz="1200" dirty="0">
                <a:solidFill>
                  <a:srgbClr val="538235"/>
                </a:solidFill>
                <a:latin typeface="Tahoma"/>
                <a:cs typeface="Tahoma"/>
              </a:rPr>
              <a:t>a</a:t>
            </a:r>
            <a:r>
              <a:rPr sz="1200" spc="100" dirty="0">
                <a:solidFill>
                  <a:srgbClr val="538235"/>
                </a:solidFill>
                <a:latin typeface="Tahoma"/>
                <a:cs typeface="Tahoma"/>
              </a:rPr>
              <a:t> </a:t>
            </a:r>
            <a:r>
              <a:rPr sz="1200" spc="-5" dirty="0">
                <a:solidFill>
                  <a:srgbClr val="538235"/>
                </a:solidFill>
                <a:latin typeface="Tahoma"/>
                <a:cs typeface="Tahoma"/>
              </a:rPr>
              <a:t>primitive</a:t>
            </a:r>
            <a:r>
              <a:rPr sz="1200" spc="130" dirty="0">
                <a:solidFill>
                  <a:srgbClr val="538235"/>
                </a:solidFill>
                <a:latin typeface="Tahoma"/>
                <a:cs typeface="Tahoma"/>
              </a:rPr>
              <a:t> </a:t>
            </a:r>
            <a:r>
              <a:rPr sz="1200" spc="-5" dirty="0">
                <a:solidFill>
                  <a:srgbClr val="538235"/>
                </a:solidFill>
                <a:latin typeface="Tahoma"/>
                <a:cs typeface="Tahoma"/>
              </a:rPr>
              <a:t>root</a:t>
            </a:r>
            <a:r>
              <a:rPr sz="1200" spc="135" dirty="0">
                <a:solidFill>
                  <a:srgbClr val="538235"/>
                </a:solidFill>
                <a:latin typeface="Tahoma"/>
                <a:cs typeface="Tahoma"/>
              </a:rPr>
              <a:t> </a:t>
            </a:r>
            <a:r>
              <a:rPr sz="1200" spc="-5" dirty="0">
                <a:solidFill>
                  <a:srgbClr val="538235"/>
                </a:solidFill>
                <a:latin typeface="Tahoma"/>
                <a:cs typeface="Tahoma"/>
              </a:rPr>
              <a:t>of</a:t>
            </a:r>
            <a:r>
              <a:rPr sz="1200" spc="105" dirty="0">
                <a:solidFill>
                  <a:srgbClr val="538235"/>
                </a:solidFill>
                <a:latin typeface="Tahoma"/>
                <a:cs typeface="Tahoma"/>
              </a:rPr>
              <a:t> </a:t>
            </a:r>
            <a:r>
              <a:rPr sz="1200" dirty="0">
                <a:solidFill>
                  <a:srgbClr val="538235"/>
                </a:solidFill>
                <a:latin typeface="Tahoma"/>
                <a:cs typeface="Tahoma"/>
              </a:rPr>
              <a:t>n,</a:t>
            </a:r>
            <a:r>
              <a:rPr sz="1200" spc="125" dirty="0">
                <a:solidFill>
                  <a:srgbClr val="538235"/>
                </a:solidFill>
                <a:latin typeface="Tahoma"/>
                <a:cs typeface="Tahoma"/>
              </a:rPr>
              <a:t> </a:t>
            </a:r>
            <a:r>
              <a:rPr sz="1200" dirty="0">
                <a:solidFill>
                  <a:srgbClr val="538235"/>
                </a:solidFill>
                <a:latin typeface="Tahoma"/>
                <a:cs typeface="Tahoma"/>
              </a:rPr>
              <a:t>then</a:t>
            </a:r>
            <a:r>
              <a:rPr sz="1200" spc="130" dirty="0">
                <a:solidFill>
                  <a:srgbClr val="538235"/>
                </a:solidFill>
                <a:latin typeface="Tahoma"/>
                <a:cs typeface="Tahoma"/>
              </a:rPr>
              <a:t> </a:t>
            </a:r>
            <a:r>
              <a:rPr sz="1200" spc="-5" dirty="0">
                <a:solidFill>
                  <a:srgbClr val="538235"/>
                </a:solidFill>
                <a:latin typeface="Tahoma"/>
                <a:cs typeface="Tahoma"/>
              </a:rPr>
              <a:t>its</a:t>
            </a:r>
            <a:r>
              <a:rPr sz="1200" spc="100" dirty="0">
                <a:solidFill>
                  <a:srgbClr val="538235"/>
                </a:solidFill>
                <a:latin typeface="Tahoma"/>
                <a:cs typeface="Tahoma"/>
              </a:rPr>
              <a:t> </a:t>
            </a:r>
            <a:r>
              <a:rPr sz="1200" spc="-5" dirty="0">
                <a:solidFill>
                  <a:srgbClr val="538235"/>
                </a:solidFill>
                <a:latin typeface="Tahoma"/>
                <a:cs typeface="Tahoma"/>
              </a:rPr>
              <a:t>powers</a:t>
            </a:r>
            <a:r>
              <a:rPr sz="1200" spc="95" dirty="0">
                <a:solidFill>
                  <a:srgbClr val="538235"/>
                </a:solidFill>
                <a:latin typeface="Tahoma"/>
                <a:cs typeface="Tahoma"/>
              </a:rPr>
              <a:t> </a:t>
            </a:r>
            <a:r>
              <a:rPr sz="1200" spc="-5" dirty="0">
                <a:solidFill>
                  <a:srgbClr val="538235"/>
                </a:solidFill>
                <a:latin typeface="Tahoma"/>
                <a:cs typeface="Tahoma"/>
              </a:rPr>
              <a:t>a,</a:t>
            </a:r>
            <a:r>
              <a:rPr sz="1200" spc="130"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2</a:t>
            </a:r>
            <a:r>
              <a:rPr sz="1200" spc="-10" dirty="0">
                <a:solidFill>
                  <a:srgbClr val="538235"/>
                </a:solidFill>
                <a:latin typeface="Tahoma"/>
                <a:cs typeface="Tahoma"/>
              </a:rPr>
              <a:t>,</a:t>
            </a:r>
            <a:r>
              <a:rPr sz="1200" spc="125"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3</a:t>
            </a:r>
            <a:r>
              <a:rPr sz="1200" spc="-10" dirty="0">
                <a:solidFill>
                  <a:srgbClr val="538235"/>
                </a:solidFill>
                <a:latin typeface="Tahoma"/>
                <a:cs typeface="Tahoma"/>
              </a:rPr>
              <a:t>,</a:t>
            </a:r>
            <a:r>
              <a:rPr sz="1200" spc="100" dirty="0">
                <a:solidFill>
                  <a:srgbClr val="538235"/>
                </a:solidFill>
                <a:latin typeface="Tahoma"/>
                <a:cs typeface="Tahoma"/>
              </a:rPr>
              <a:t> </a:t>
            </a:r>
            <a:r>
              <a:rPr sz="1200" dirty="0">
                <a:solidFill>
                  <a:srgbClr val="538235"/>
                </a:solidFill>
                <a:latin typeface="Tahoma"/>
                <a:cs typeface="Tahoma"/>
              </a:rPr>
              <a:t>…,</a:t>
            </a:r>
            <a:r>
              <a:rPr sz="1200" spc="100"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φ(n)</a:t>
            </a:r>
            <a:r>
              <a:rPr sz="1200" spc="37" baseline="24305" dirty="0">
                <a:solidFill>
                  <a:srgbClr val="538235"/>
                </a:solidFill>
                <a:latin typeface="Tahoma"/>
                <a:cs typeface="Tahoma"/>
              </a:rPr>
              <a:t> </a:t>
            </a:r>
            <a:r>
              <a:rPr sz="1200" spc="-5" dirty="0">
                <a:solidFill>
                  <a:srgbClr val="538235"/>
                </a:solidFill>
                <a:latin typeface="Tahoma"/>
                <a:cs typeface="Tahoma"/>
              </a:rPr>
              <a:t>are</a:t>
            </a:r>
            <a:r>
              <a:rPr sz="1200" spc="120" dirty="0">
                <a:solidFill>
                  <a:srgbClr val="538235"/>
                </a:solidFill>
                <a:latin typeface="Tahoma"/>
                <a:cs typeface="Tahoma"/>
              </a:rPr>
              <a:t> </a:t>
            </a:r>
            <a:r>
              <a:rPr sz="1200" spc="-5" dirty="0">
                <a:solidFill>
                  <a:srgbClr val="538235"/>
                </a:solidFill>
                <a:latin typeface="Tahoma"/>
                <a:cs typeface="Tahoma"/>
              </a:rPr>
              <a:t>distinct</a:t>
            </a:r>
            <a:r>
              <a:rPr sz="1200" spc="145" dirty="0">
                <a:solidFill>
                  <a:srgbClr val="538235"/>
                </a:solidFill>
                <a:latin typeface="Tahoma"/>
                <a:cs typeface="Tahoma"/>
              </a:rPr>
              <a:t> </a:t>
            </a:r>
            <a:r>
              <a:rPr sz="1200" spc="-5" dirty="0">
                <a:solidFill>
                  <a:srgbClr val="538235"/>
                </a:solidFill>
                <a:latin typeface="Tahoma"/>
                <a:cs typeface="Tahoma"/>
              </a:rPr>
              <a:t>(mod</a:t>
            </a:r>
            <a:r>
              <a:rPr sz="1200" spc="110" dirty="0">
                <a:solidFill>
                  <a:srgbClr val="538235"/>
                </a:solidFill>
                <a:latin typeface="Tahoma"/>
                <a:cs typeface="Tahoma"/>
              </a:rPr>
              <a:t> </a:t>
            </a:r>
            <a:r>
              <a:rPr sz="1200" dirty="0">
                <a:solidFill>
                  <a:srgbClr val="538235"/>
                </a:solidFill>
                <a:latin typeface="Tahoma"/>
                <a:cs typeface="Tahoma"/>
              </a:rPr>
              <a:t>n) </a:t>
            </a:r>
            <a:r>
              <a:rPr sz="1200" spc="-360" dirty="0">
                <a:solidFill>
                  <a:srgbClr val="538235"/>
                </a:solidFill>
                <a:latin typeface="Tahoma"/>
                <a:cs typeface="Tahoma"/>
              </a:rPr>
              <a:t> </a:t>
            </a:r>
            <a:r>
              <a:rPr sz="1200" spc="-5" dirty="0">
                <a:solidFill>
                  <a:srgbClr val="538235"/>
                </a:solidFill>
                <a:latin typeface="Tahoma"/>
                <a:cs typeface="Tahoma"/>
              </a:rPr>
              <a:t>and are</a:t>
            </a:r>
            <a:r>
              <a:rPr sz="1200" spc="25" dirty="0">
                <a:solidFill>
                  <a:srgbClr val="538235"/>
                </a:solidFill>
                <a:latin typeface="Tahoma"/>
                <a:cs typeface="Tahoma"/>
              </a:rPr>
              <a:t> </a:t>
            </a:r>
            <a:r>
              <a:rPr sz="1200" spc="-10" dirty="0">
                <a:solidFill>
                  <a:srgbClr val="538235"/>
                </a:solidFill>
                <a:latin typeface="Tahoma"/>
                <a:cs typeface="Tahoma"/>
              </a:rPr>
              <a:t>all</a:t>
            </a:r>
            <a:r>
              <a:rPr sz="1200" spc="-5" dirty="0">
                <a:solidFill>
                  <a:srgbClr val="538235"/>
                </a:solidFill>
                <a:latin typeface="Tahoma"/>
                <a:cs typeface="Tahoma"/>
              </a:rPr>
              <a:t> </a:t>
            </a:r>
            <a:r>
              <a:rPr sz="1200" spc="-10" dirty="0">
                <a:solidFill>
                  <a:srgbClr val="538235"/>
                </a:solidFill>
                <a:latin typeface="Tahoma"/>
                <a:cs typeface="Tahoma"/>
              </a:rPr>
              <a:t>relatively</a:t>
            </a:r>
            <a:r>
              <a:rPr sz="1200" spc="60" dirty="0">
                <a:solidFill>
                  <a:srgbClr val="538235"/>
                </a:solidFill>
                <a:latin typeface="Tahoma"/>
                <a:cs typeface="Tahoma"/>
              </a:rPr>
              <a:t> </a:t>
            </a:r>
            <a:r>
              <a:rPr sz="1200" spc="-5" dirty="0">
                <a:solidFill>
                  <a:srgbClr val="538235"/>
                </a:solidFill>
                <a:latin typeface="Tahoma"/>
                <a:cs typeface="Tahoma"/>
              </a:rPr>
              <a:t>prime</a:t>
            </a:r>
            <a:r>
              <a:rPr sz="1200" spc="5" dirty="0">
                <a:solidFill>
                  <a:srgbClr val="538235"/>
                </a:solidFill>
                <a:latin typeface="Tahoma"/>
                <a:cs typeface="Tahoma"/>
              </a:rPr>
              <a:t> </a:t>
            </a:r>
            <a:r>
              <a:rPr sz="1200" dirty="0">
                <a:solidFill>
                  <a:srgbClr val="538235"/>
                </a:solidFill>
                <a:latin typeface="Tahoma"/>
                <a:cs typeface="Tahoma"/>
              </a:rPr>
              <a:t>to</a:t>
            </a:r>
            <a:r>
              <a:rPr sz="1200" spc="5" dirty="0">
                <a:solidFill>
                  <a:srgbClr val="538235"/>
                </a:solidFill>
                <a:latin typeface="Tahoma"/>
                <a:cs typeface="Tahoma"/>
              </a:rPr>
              <a:t> </a:t>
            </a:r>
            <a:r>
              <a:rPr sz="1200" dirty="0">
                <a:solidFill>
                  <a:srgbClr val="538235"/>
                </a:solidFill>
                <a:latin typeface="Tahoma"/>
                <a:cs typeface="Tahoma"/>
              </a:rPr>
              <a:t>n.</a:t>
            </a:r>
            <a:r>
              <a:rPr sz="1200" spc="5" dirty="0">
                <a:solidFill>
                  <a:srgbClr val="538235"/>
                </a:solidFill>
                <a:latin typeface="Tahoma"/>
                <a:cs typeface="Tahoma"/>
              </a:rPr>
              <a:t> </a:t>
            </a:r>
            <a:r>
              <a:rPr sz="1200" spc="-5" dirty="0">
                <a:solidFill>
                  <a:srgbClr val="538235"/>
                </a:solidFill>
                <a:latin typeface="Tahoma"/>
                <a:cs typeface="Tahoma"/>
              </a:rPr>
              <a:t>Moreover</a:t>
            </a:r>
            <a:r>
              <a:rPr sz="1200" spc="10" dirty="0">
                <a:solidFill>
                  <a:srgbClr val="538235"/>
                </a:solidFill>
                <a:latin typeface="Tahoma"/>
                <a:cs typeface="Tahoma"/>
              </a:rPr>
              <a:t> </a:t>
            </a:r>
            <a:r>
              <a:rPr sz="1200" spc="-10" dirty="0">
                <a:solidFill>
                  <a:srgbClr val="538235"/>
                </a:solidFill>
                <a:latin typeface="Tahoma"/>
                <a:cs typeface="Tahoma"/>
              </a:rPr>
              <a:t>a</a:t>
            </a:r>
            <a:r>
              <a:rPr sz="1200" spc="-15" baseline="24305" dirty="0">
                <a:solidFill>
                  <a:srgbClr val="538235"/>
                </a:solidFill>
                <a:latin typeface="Tahoma"/>
                <a:cs typeface="Tahoma"/>
              </a:rPr>
              <a:t>φ(n)</a:t>
            </a:r>
            <a:r>
              <a:rPr sz="1200" spc="247" baseline="24305" dirty="0">
                <a:solidFill>
                  <a:srgbClr val="538235"/>
                </a:solidFill>
                <a:latin typeface="Tahoma"/>
                <a:cs typeface="Tahoma"/>
              </a:rPr>
              <a:t> </a:t>
            </a:r>
            <a:r>
              <a:rPr sz="1200" dirty="0">
                <a:solidFill>
                  <a:srgbClr val="538235"/>
                </a:solidFill>
                <a:latin typeface="Tahoma"/>
                <a:cs typeface="Tahoma"/>
              </a:rPr>
              <a:t>≡ 1</a:t>
            </a:r>
            <a:r>
              <a:rPr sz="1200" spc="-25" dirty="0">
                <a:solidFill>
                  <a:srgbClr val="538235"/>
                </a:solidFill>
                <a:latin typeface="Tahoma"/>
                <a:cs typeface="Tahoma"/>
              </a:rPr>
              <a:t> </a:t>
            </a:r>
            <a:r>
              <a:rPr sz="1200" spc="-5" dirty="0">
                <a:solidFill>
                  <a:srgbClr val="538235"/>
                </a:solidFill>
                <a:latin typeface="Tahoma"/>
                <a:cs typeface="Tahoma"/>
              </a:rPr>
              <a:t>(mod</a:t>
            </a:r>
            <a:r>
              <a:rPr sz="1200" spc="20" dirty="0">
                <a:solidFill>
                  <a:srgbClr val="538235"/>
                </a:solidFill>
                <a:latin typeface="Tahoma"/>
                <a:cs typeface="Tahoma"/>
              </a:rPr>
              <a:t> </a:t>
            </a:r>
            <a:r>
              <a:rPr sz="1200" spc="-5" dirty="0">
                <a:solidFill>
                  <a:srgbClr val="538235"/>
                </a:solidFill>
                <a:latin typeface="Tahoma"/>
                <a:cs typeface="Tahoma"/>
              </a:rPr>
              <a:t>n).</a:t>
            </a:r>
            <a:endParaRPr sz="1200" dirty="0">
              <a:latin typeface="Tahoma"/>
              <a:cs typeface="Tahoma"/>
            </a:endParaRPr>
          </a:p>
          <a:p>
            <a:pPr>
              <a:lnSpc>
                <a:spcPct val="100000"/>
              </a:lnSpc>
            </a:pPr>
            <a:endParaRPr sz="1400" dirty="0">
              <a:latin typeface="Tahoma"/>
              <a:cs typeface="Tahoma"/>
            </a:endParaRPr>
          </a:p>
          <a:p>
            <a:pPr marL="101600">
              <a:lnSpc>
                <a:spcPct val="100000"/>
              </a:lnSpc>
              <a:spcBef>
                <a:spcPts val="1190"/>
              </a:spcBef>
            </a:pPr>
            <a:r>
              <a:rPr lang="en-IN" sz="1200" b="1" spc="-5" dirty="0">
                <a:solidFill>
                  <a:srgbClr val="538235"/>
                </a:solidFill>
                <a:latin typeface="Tahoma"/>
                <a:cs typeface="Tahoma"/>
              </a:rPr>
              <a:t>8. </a:t>
            </a:r>
            <a:r>
              <a:rPr sz="1200" b="1" spc="-5" dirty="0">
                <a:solidFill>
                  <a:srgbClr val="538235"/>
                </a:solidFill>
                <a:latin typeface="Tahoma"/>
                <a:cs typeface="Tahoma"/>
              </a:rPr>
              <a:t>Define</a:t>
            </a:r>
            <a:r>
              <a:rPr sz="1200" b="1" spc="-20" dirty="0">
                <a:solidFill>
                  <a:srgbClr val="538235"/>
                </a:solidFill>
                <a:latin typeface="Tahoma"/>
                <a:cs typeface="Tahoma"/>
              </a:rPr>
              <a:t> </a:t>
            </a:r>
            <a:r>
              <a:rPr sz="1200" b="1" spc="-5" dirty="0">
                <a:solidFill>
                  <a:srgbClr val="538235"/>
                </a:solidFill>
                <a:latin typeface="Tahoma"/>
                <a:cs typeface="Tahoma"/>
              </a:rPr>
              <a:t>discrete</a:t>
            </a:r>
            <a:r>
              <a:rPr sz="1200" b="1" spc="-15" dirty="0">
                <a:solidFill>
                  <a:srgbClr val="538235"/>
                </a:solidFill>
                <a:latin typeface="Tahoma"/>
                <a:cs typeface="Tahoma"/>
              </a:rPr>
              <a:t> </a:t>
            </a:r>
            <a:r>
              <a:rPr sz="1200" b="1" dirty="0">
                <a:solidFill>
                  <a:srgbClr val="538235"/>
                </a:solidFill>
                <a:latin typeface="Tahoma"/>
                <a:cs typeface="Tahoma"/>
              </a:rPr>
              <a:t>logarithm.</a:t>
            </a:r>
            <a:r>
              <a:rPr sz="1200" b="1" spc="-20" dirty="0">
                <a:solidFill>
                  <a:srgbClr val="538235"/>
                </a:solidFill>
                <a:latin typeface="Tahoma"/>
                <a:cs typeface="Tahoma"/>
              </a:rPr>
              <a:t> </a:t>
            </a:r>
            <a:r>
              <a:rPr sz="1200" b="1" dirty="0">
                <a:solidFill>
                  <a:srgbClr val="538235"/>
                </a:solidFill>
                <a:latin typeface="Tahoma"/>
                <a:cs typeface="Tahoma"/>
              </a:rPr>
              <a:t>(CO3,</a:t>
            </a:r>
            <a:r>
              <a:rPr sz="1200" b="1" spc="-40" dirty="0">
                <a:solidFill>
                  <a:srgbClr val="538235"/>
                </a:solidFill>
                <a:latin typeface="Tahoma"/>
                <a:cs typeface="Tahoma"/>
              </a:rPr>
              <a:t> </a:t>
            </a:r>
            <a:r>
              <a:rPr sz="1200" b="1" dirty="0">
                <a:solidFill>
                  <a:srgbClr val="538235"/>
                </a:solidFill>
                <a:latin typeface="Tahoma"/>
                <a:cs typeface="Tahoma"/>
              </a:rPr>
              <a:t>K1)</a:t>
            </a:r>
            <a:endParaRPr sz="1200" dirty="0">
              <a:latin typeface="Tahoma"/>
              <a:cs typeface="Tahoma"/>
            </a:endParaRPr>
          </a:p>
          <a:p>
            <a:pPr marL="1760220">
              <a:lnSpc>
                <a:spcPct val="100000"/>
              </a:lnSpc>
              <a:spcBef>
                <a:spcPts val="725"/>
              </a:spcBef>
            </a:pPr>
            <a:r>
              <a:rPr sz="1200" dirty="0">
                <a:solidFill>
                  <a:srgbClr val="538235"/>
                </a:solidFill>
                <a:latin typeface="Tahoma"/>
                <a:cs typeface="Tahoma"/>
              </a:rPr>
              <a:t>b</a:t>
            </a:r>
            <a:r>
              <a:rPr sz="1200" spc="-2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a</a:t>
            </a:r>
            <a:r>
              <a:rPr sz="1200" spc="-7" baseline="24305" dirty="0">
                <a:solidFill>
                  <a:srgbClr val="538235"/>
                </a:solidFill>
                <a:latin typeface="Tahoma"/>
                <a:cs typeface="Tahoma"/>
              </a:rPr>
              <a:t>i</a:t>
            </a:r>
            <a:r>
              <a:rPr sz="1200" spc="209" baseline="24305" dirty="0">
                <a:solidFill>
                  <a:srgbClr val="538235"/>
                </a:solidFill>
                <a:latin typeface="Tahoma"/>
                <a:cs typeface="Tahoma"/>
              </a:rPr>
              <a:t> </a:t>
            </a:r>
            <a:r>
              <a:rPr sz="1200" spc="-5" dirty="0">
                <a:solidFill>
                  <a:srgbClr val="538235"/>
                </a:solidFill>
                <a:latin typeface="Tahoma"/>
                <a:cs typeface="Tahoma"/>
              </a:rPr>
              <a:t>(mod</a:t>
            </a:r>
            <a:r>
              <a:rPr sz="1200" spc="5" dirty="0">
                <a:solidFill>
                  <a:srgbClr val="538235"/>
                </a:solidFill>
                <a:latin typeface="Tahoma"/>
                <a:cs typeface="Tahoma"/>
              </a:rPr>
              <a:t> </a:t>
            </a:r>
            <a:r>
              <a:rPr sz="1200" dirty="0">
                <a:solidFill>
                  <a:srgbClr val="538235"/>
                </a:solidFill>
                <a:latin typeface="Tahoma"/>
                <a:cs typeface="Tahoma"/>
              </a:rPr>
              <a:t>p)</a:t>
            </a:r>
            <a:r>
              <a:rPr sz="1200" spc="-25" dirty="0">
                <a:solidFill>
                  <a:srgbClr val="538235"/>
                </a:solidFill>
                <a:latin typeface="Tahoma"/>
                <a:cs typeface="Tahoma"/>
              </a:rPr>
              <a:t> </a:t>
            </a:r>
            <a:r>
              <a:rPr sz="1200" spc="-5" dirty="0">
                <a:solidFill>
                  <a:srgbClr val="538235"/>
                </a:solidFill>
                <a:latin typeface="Tahoma"/>
                <a:cs typeface="Tahoma"/>
              </a:rPr>
              <a:t>where</a:t>
            </a:r>
            <a:r>
              <a:rPr sz="1200" spc="15" dirty="0">
                <a:solidFill>
                  <a:srgbClr val="538235"/>
                </a:solidFill>
                <a:latin typeface="Tahoma"/>
                <a:cs typeface="Tahoma"/>
              </a:rPr>
              <a:t> </a:t>
            </a:r>
            <a:r>
              <a:rPr sz="1200" dirty="0">
                <a:solidFill>
                  <a:srgbClr val="538235"/>
                </a:solidFill>
                <a:latin typeface="Tahoma"/>
                <a:cs typeface="Tahoma"/>
              </a:rPr>
              <a:t>0</a:t>
            </a:r>
            <a:r>
              <a:rPr sz="1200" spc="-5" dirty="0">
                <a:solidFill>
                  <a:srgbClr val="538235"/>
                </a:solidFill>
                <a:latin typeface="Tahoma"/>
                <a:cs typeface="Tahoma"/>
              </a:rPr>
              <a:t> </a:t>
            </a:r>
            <a:r>
              <a:rPr sz="1200" dirty="0">
                <a:solidFill>
                  <a:srgbClr val="538235"/>
                </a:solidFill>
                <a:latin typeface="Tahoma"/>
                <a:cs typeface="Tahoma"/>
              </a:rPr>
              <a:t>≤ i</a:t>
            </a:r>
            <a:r>
              <a:rPr sz="1200" spc="-1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dirty="0">
                <a:solidFill>
                  <a:srgbClr val="538235"/>
                </a:solidFill>
                <a:latin typeface="Tahoma"/>
                <a:cs typeface="Tahoma"/>
              </a:rPr>
              <a:t>(p</a:t>
            </a:r>
            <a:r>
              <a:rPr sz="1200" spc="-20" dirty="0">
                <a:solidFill>
                  <a:srgbClr val="538235"/>
                </a:solidFill>
                <a:latin typeface="Tahoma"/>
                <a:cs typeface="Tahoma"/>
              </a:rPr>
              <a:t> </a:t>
            </a:r>
            <a:r>
              <a:rPr sz="1200" spc="-10" dirty="0">
                <a:solidFill>
                  <a:srgbClr val="538235"/>
                </a:solidFill>
                <a:latin typeface="Tahoma"/>
                <a:cs typeface="Tahoma"/>
              </a:rPr>
              <a:t>-1)</a:t>
            </a:r>
            <a:endParaRPr sz="1200" dirty="0">
              <a:latin typeface="Tahoma"/>
              <a:cs typeface="Tahoma"/>
            </a:endParaRPr>
          </a:p>
          <a:p>
            <a:pPr marL="101600" marR="86360">
              <a:lnSpc>
                <a:spcPts val="2160"/>
              </a:lnSpc>
              <a:spcBef>
                <a:spcPts val="190"/>
              </a:spcBef>
            </a:pPr>
            <a:r>
              <a:rPr sz="1200" spc="-5" dirty="0">
                <a:solidFill>
                  <a:srgbClr val="538235"/>
                </a:solidFill>
                <a:latin typeface="Tahoma"/>
                <a:cs typeface="Tahoma"/>
              </a:rPr>
              <a:t>This</a:t>
            </a:r>
            <a:r>
              <a:rPr sz="1200" spc="20" dirty="0">
                <a:solidFill>
                  <a:srgbClr val="538235"/>
                </a:solidFill>
                <a:latin typeface="Tahoma"/>
                <a:cs typeface="Tahoma"/>
              </a:rPr>
              <a:t> </a:t>
            </a:r>
            <a:r>
              <a:rPr sz="1200" dirty="0">
                <a:solidFill>
                  <a:srgbClr val="538235"/>
                </a:solidFill>
                <a:latin typeface="Tahoma"/>
                <a:cs typeface="Tahoma"/>
              </a:rPr>
              <a:t>exponent</a:t>
            </a:r>
            <a:r>
              <a:rPr sz="1200" spc="45" dirty="0">
                <a:solidFill>
                  <a:srgbClr val="538235"/>
                </a:solidFill>
                <a:latin typeface="Tahoma"/>
                <a:cs typeface="Tahoma"/>
              </a:rPr>
              <a:t> </a:t>
            </a:r>
            <a:r>
              <a:rPr sz="1250" spc="-15" dirty="0">
                <a:solidFill>
                  <a:srgbClr val="538235"/>
                </a:solidFill>
                <a:latin typeface="Tahoma"/>
                <a:cs typeface="Tahoma"/>
              </a:rPr>
              <a:t>i</a:t>
            </a:r>
            <a:r>
              <a:rPr sz="1250" spc="5"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dirty="0">
                <a:solidFill>
                  <a:srgbClr val="538235"/>
                </a:solidFill>
                <a:latin typeface="Tahoma"/>
                <a:cs typeface="Tahoma"/>
              </a:rPr>
              <a:t>referred</a:t>
            </a:r>
            <a:r>
              <a:rPr sz="1200" spc="45" dirty="0">
                <a:solidFill>
                  <a:srgbClr val="538235"/>
                </a:solidFill>
                <a:latin typeface="Tahoma"/>
                <a:cs typeface="Tahoma"/>
              </a:rPr>
              <a:t> </a:t>
            </a:r>
            <a:r>
              <a:rPr sz="1200" dirty="0">
                <a:solidFill>
                  <a:srgbClr val="538235"/>
                </a:solidFill>
                <a:latin typeface="Tahoma"/>
                <a:cs typeface="Tahoma"/>
              </a:rPr>
              <a:t>to</a:t>
            </a:r>
            <a:r>
              <a:rPr sz="1200" spc="20" dirty="0">
                <a:solidFill>
                  <a:srgbClr val="538235"/>
                </a:solidFill>
                <a:latin typeface="Tahoma"/>
                <a:cs typeface="Tahoma"/>
              </a:rPr>
              <a:t> </a:t>
            </a:r>
            <a:r>
              <a:rPr sz="1200" spc="-5" dirty="0">
                <a:solidFill>
                  <a:srgbClr val="538235"/>
                </a:solidFill>
                <a:latin typeface="Tahoma"/>
                <a:cs typeface="Tahoma"/>
              </a:rPr>
              <a:t>as</a:t>
            </a:r>
            <a:r>
              <a:rPr sz="1200" spc="25" dirty="0">
                <a:solidFill>
                  <a:srgbClr val="538235"/>
                </a:solidFill>
                <a:latin typeface="Tahoma"/>
                <a:cs typeface="Tahoma"/>
              </a:rPr>
              <a:t> </a:t>
            </a:r>
            <a:r>
              <a:rPr sz="1200" dirty="0">
                <a:solidFill>
                  <a:srgbClr val="538235"/>
                </a:solidFill>
                <a:latin typeface="Tahoma"/>
                <a:cs typeface="Tahoma"/>
              </a:rPr>
              <a:t>the</a:t>
            </a:r>
            <a:r>
              <a:rPr sz="1200" spc="30" dirty="0">
                <a:solidFill>
                  <a:srgbClr val="538235"/>
                </a:solidFill>
                <a:latin typeface="Tahoma"/>
                <a:cs typeface="Tahoma"/>
              </a:rPr>
              <a:t> </a:t>
            </a:r>
            <a:r>
              <a:rPr sz="1200" spc="-5" dirty="0">
                <a:solidFill>
                  <a:srgbClr val="538235"/>
                </a:solidFill>
                <a:latin typeface="Tahoma"/>
                <a:cs typeface="Tahoma"/>
              </a:rPr>
              <a:t>discrete</a:t>
            </a:r>
            <a:r>
              <a:rPr sz="1200" spc="25" dirty="0">
                <a:solidFill>
                  <a:srgbClr val="538235"/>
                </a:solidFill>
                <a:latin typeface="Tahoma"/>
                <a:cs typeface="Tahoma"/>
              </a:rPr>
              <a:t> </a:t>
            </a:r>
            <a:r>
              <a:rPr sz="1200" dirty="0">
                <a:solidFill>
                  <a:srgbClr val="538235"/>
                </a:solidFill>
                <a:latin typeface="Tahoma"/>
                <a:cs typeface="Tahoma"/>
              </a:rPr>
              <a:t>logarithm</a:t>
            </a:r>
            <a:r>
              <a:rPr sz="1200" spc="30" dirty="0">
                <a:solidFill>
                  <a:srgbClr val="538235"/>
                </a:solidFill>
                <a:latin typeface="Tahoma"/>
                <a:cs typeface="Tahoma"/>
              </a:rPr>
              <a:t> </a:t>
            </a:r>
            <a:r>
              <a:rPr sz="1200" spc="-5" dirty="0">
                <a:solidFill>
                  <a:srgbClr val="538235"/>
                </a:solidFill>
                <a:latin typeface="Tahoma"/>
                <a:cs typeface="Tahoma"/>
              </a:rPr>
              <a:t>of</a:t>
            </a:r>
            <a:r>
              <a:rPr sz="1200" spc="30" dirty="0">
                <a:solidFill>
                  <a:srgbClr val="538235"/>
                </a:solidFill>
                <a:latin typeface="Tahoma"/>
                <a:cs typeface="Tahoma"/>
              </a:rPr>
              <a:t> </a:t>
            </a:r>
            <a:r>
              <a:rPr sz="1200" dirty="0">
                <a:solidFill>
                  <a:srgbClr val="538235"/>
                </a:solidFill>
                <a:latin typeface="Tahoma"/>
                <a:cs typeface="Tahoma"/>
              </a:rPr>
              <a:t>the</a:t>
            </a:r>
            <a:r>
              <a:rPr sz="1200" spc="25" dirty="0">
                <a:solidFill>
                  <a:srgbClr val="538235"/>
                </a:solidFill>
                <a:latin typeface="Tahoma"/>
                <a:cs typeface="Tahoma"/>
              </a:rPr>
              <a:t> </a:t>
            </a:r>
            <a:r>
              <a:rPr sz="1200" spc="-5" dirty="0">
                <a:solidFill>
                  <a:srgbClr val="538235"/>
                </a:solidFill>
                <a:latin typeface="Tahoma"/>
                <a:cs typeface="Tahoma"/>
              </a:rPr>
              <a:t>number</a:t>
            </a:r>
            <a:r>
              <a:rPr sz="1200" spc="35" dirty="0">
                <a:solidFill>
                  <a:srgbClr val="538235"/>
                </a:solidFill>
                <a:latin typeface="Tahoma"/>
                <a:cs typeface="Tahoma"/>
              </a:rPr>
              <a:t> </a:t>
            </a:r>
            <a:r>
              <a:rPr sz="1200" dirty="0">
                <a:solidFill>
                  <a:srgbClr val="538235"/>
                </a:solidFill>
                <a:latin typeface="Tahoma"/>
                <a:cs typeface="Tahoma"/>
              </a:rPr>
              <a:t>b</a:t>
            </a:r>
            <a:r>
              <a:rPr sz="1200" spc="40" dirty="0">
                <a:solidFill>
                  <a:srgbClr val="538235"/>
                </a:solidFill>
                <a:latin typeface="Tahoma"/>
                <a:cs typeface="Tahoma"/>
              </a:rPr>
              <a:t> </a:t>
            </a:r>
            <a:r>
              <a:rPr sz="1200" spc="-5" dirty="0">
                <a:solidFill>
                  <a:srgbClr val="538235"/>
                </a:solidFill>
                <a:latin typeface="Tahoma"/>
                <a:cs typeface="Tahoma"/>
              </a:rPr>
              <a:t>for</a:t>
            </a:r>
            <a:r>
              <a:rPr sz="1200" spc="30" dirty="0">
                <a:solidFill>
                  <a:srgbClr val="538235"/>
                </a:solidFill>
                <a:latin typeface="Tahoma"/>
                <a:cs typeface="Tahoma"/>
              </a:rPr>
              <a:t> </a:t>
            </a:r>
            <a:r>
              <a:rPr sz="1200" dirty="0">
                <a:solidFill>
                  <a:srgbClr val="538235"/>
                </a:solidFill>
                <a:latin typeface="Tahoma"/>
                <a:cs typeface="Tahoma"/>
              </a:rPr>
              <a:t>the</a:t>
            </a:r>
            <a:r>
              <a:rPr sz="1200" spc="20" dirty="0">
                <a:solidFill>
                  <a:srgbClr val="538235"/>
                </a:solidFill>
                <a:latin typeface="Tahoma"/>
                <a:cs typeface="Tahoma"/>
              </a:rPr>
              <a:t> </a:t>
            </a:r>
            <a:r>
              <a:rPr sz="1200" spc="-5" dirty="0">
                <a:solidFill>
                  <a:srgbClr val="538235"/>
                </a:solidFill>
                <a:latin typeface="Tahoma"/>
                <a:cs typeface="Tahoma"/>
              </a:rPr>
              <a:t>base </a:t>
            </a:r>
            <a:r>
              <a:rPr sz="1200" spc="-360" dirty="0">
                <a:solidFill>
                  <a:srgbClr val="538235"/>
                </a:solidFill>
                <a:latin typeface="Tahoma"/>
                <a:cs typeface="Tahoma"/>
              </a:rPr>
              <a:t> </a:t>
            </a:r>
            <a:r>
              <a:rPr sz="1200" dirty="0">
                <a:solidFill>
                  <a:srgbClr val="538235"/>
                </a:solidFill>
                <a:latin typeface="Tahoma"/>
                <a:cs typeface="Tahoma"/>
              </a:rPr>
              <a:t>a</a:t>
            </a:r>
            <a:r>
              <a:rPr sz="1200" spc="-5" dirty="0">
                <a:solidFill>
                  <a:srgbClr val="538235"/>
                </a:solidFill>
                <a:latin typeface="Tahoma"/>
                <a:cs typeface="Tahoma"/>
              </a:rPr>
              <a:t> (mod </a:t>
            </a:r>
            <a:r>
              <a:rPr sz="1200" dirty="0">
                <a:solidFill>
                  <a:srgbClr val="538235"/>
                </a:solidFill>
                <a:latin typeface="Tahoma"/>
                <a:cs typeface="Tahoma"/>
              </a:rPr>
              <a:t>p).</a:t>
            </a:r>
            <a:r>
              <a:rPr sz="1200" spc="5" dirty="0">
                <a:solidFill>
                  <a:srgbClr val="538235"/>
                </a:solidFill>
                <a:latin typeface="Tahoma"/>
                <a:cs typeface="Tahoma"/>
              </a:rPr>
              <a:t> </a:t>
            </a:r>
            <a:r>
              <a:rPr sz="1200" spc="-5" dirty="0">
                <a:solidFill>
                  <a:srgbClr val="538235"/>
                </a:solidFill>
                <a:latin typeface="Tahoma"/>
                <a:cs typeface="Tahoma"/>
              </a:rPr>
              <a:t>This</a:t>
            </a:r>
            <a:r>
              <a:rPr sz="1200" spc="25" dirty="0">
                <a:solidFill>
                  <a:srgbClr val="538235"/>
                </a:solidFill>
                <a:latin typeface="Tahoma"/>
                <a:cs typeface="Tahoma"/>
              </a:rPr>
              <a:t> </a:t>
            </a:r>
            <a:r>
              <a:rPr sz="1200" spc="-10" dirty="0">
                <a:solidFill>
                  <a:srgbClr val="538235"/>
                </a:solidFill>
                <a:latin typeface="Tahoma"/>
                <a:cs typeface="Tahoma"/>
              </a:rPr>
              <a:t>value</a:t>
            </a:r>
            <a:r>
              <a:rPr sz="1200" spc="20" dirty="0">
                <a:solidFill>
                  <a:srgbClr val="538235"/>
                </a:solidFill>
                <a:latin typeface="Tahoma"/>
                <a:cs typeface="Tahoma"/>
              </a:rPr>
              <a:t> </a:t>
            </a:r>
            <a:r>
              <a:rPr sz="1200" spc="-10" dirty="0">
                <a:solidFill>
                  <a:srgbClr val="538235"/>
                </a:solidFill>
                <a:latin typeface="Tahoma"/>
                <a:cs typeface="Tahoma"/>
              </a:rPr>
              <a:t>is</a:t>
            </a:r>
            <a:r>
              <a:rPr sz="1200" dirty="0">
                <a:solidFill>
                  <a:srgbClr val="538235"/>
                </a:solidFill>
                <a:latin typeface="Tahoma"/>
                <a:cs typeface="Tahoma"/>
              </a:rPr>
              <a:t> </a:t>
            </a:r>
            <a:r>
              <a:rPr sz="1200" spc="-5" dirty="0">
                <a:solidFill>
                  <a:srgbClr val="538235"/>
                </a:solidFill>
                <a:latin typeface="Tahoma"/>
                <a:cs typeface="Tahoma"/>
              </a:rPr>
              <a:t>denoted</a:t>
            </a:r>
            <a:r>
              <a:rPr sz="1200" spc="20" dirty="0">
                <a:solidFill>
                  <a:srgbClr val="538235"/>
                </a:solidFill>
                <a:latin typeface="Tahoma"/>
                <a:cs typeface="Tahoma"/>
              </a:rPr>
              <a:t> </a:t>
            </a:r>
            <a:r>
              <a:rPr sz="1200" spc="-5" dirty="0">
                <a:solidFill>
                  <a:srgbClr val="538235"/>
                </a:solidFill>
                <a:latin typeface="Tahoma"/>
                <a:cs typeface="Tahoma"/>
              </a:rPr>
              <a:t>as</a:t>
            </a:r>
            <a:r>
              <a:rPr sz="1200" dirty="0">
                <a:solidFill>
                  <a:srgbClr val="538235"/>
                </a:solidFill>
                <a:latin typeface="Tahoma"/>
                <a:cs typeface="Tahoma"/>
              </a:rPr>
              <a:t> </a:t>
            </a:r>
            <a:r>
              <a:rPr sz="1200" spc="-5" dirty="0">
                <a:solidFill>
                  <a:srgbClr val="538235"/>
                </a:solidFill>
                <a:latin typeface="Tahoma"/>
                <a:cs typeface="Tahoma"/>
              </a:rPr>
              <a:t>dlog</a:t>
            </a:r>
            <a:r>
              <a:rPr sz="1200" spc="-7" baseline="-20833" dirty="0">
                <a:solidFill>
                  <a:srgbClr val="538235"/>
                </a:solidFill>
                <a:latin typeface="Tahoma"/>
                <a:cs typeface="Tahoma"/>
              </a:rPr>
              <a:t>a,p</a:t>
            </a:r>
            <a:r>
              <a:rPr sz="1200" spc="-5" dirty="0">
                <a:solidFill>
                  <a:srgbClr val="538235"/>
                </a:solidFill>
                <a:latin typeface="Tahoma"/>
                <a:cs typeface="Tahoma"/>
              </a:rPr>
              <a:t>(b).</a:t>
            </a:r>
            <a:endParaRPr sz="1200" dirty="0">
              <a:latin typeface="Tahoma"/>
              <a:cs typeface="Tahoma"/>
            </a:endParaRPr>
          </a:p>
          <a:p>
            <a:pPr>
              <a:lnSpc>
                <a:spcPct val="100000"/>
              </a:lnSpc>
              <a:spcBef>
                <a:spcPts val="40"/>
              </a:spcBef>
            </a:pPr>
            <a:endParaRPr sz="1600" dirty="0">
              <a:latin typeface="Tahoma"/>
              <a:cs typeface="Tahoma"/>
            </a:endParaRPr>
          </a:p>
          <a:p>
            <a:pPr marL="101600" marR="81915" algn="just">
              <a:lnSpc>
                <a:spcPct val="150000"/>
              </a:lnSpc>
            </a:pPr>
            <a:r>
              <a:rPr lang="en-IN" sz="1200" b="1" dirty="0">
                <a:solidFill>
                  <a:srgbClr val="538235"/>
                </a:solidFill>
                <a:latin typeface="Tahoma"/>
                <a:cs typeface="Tahoma"/>
              </a:rPr>
              <a:t>9. </a:t>
            </a:r>
            <a:r>
              <a:rPr sz="1200" b="1" dirty="0">
                <a:solidFill>
                  <a:srgbClr val="538235"/>
                </a:solidFill>
                <a:latin typeface="Tahoma"/>
                <a:cs typeface="Tahoma"/>
              </a:rPr>
              <a:t>The </a:t>
            </a:r>
            <a:r>
              <a:rPr sz="1200" b="1" spc="-5" dirty="0">
                <a:solidFill>
                  <a:srgbClr val="538235"/>
                </a:solidFill>
                <a:latin typeface="Tahoma"/>
                <a:cs typeface="Tahoma"/>
              </a:rPr>
              <a:t>Miller-Rabin test can determine if </a:t>
            </a:r>
            <a:r>
              <a:rPr sz="1200" b="1" dirty="0">
                <a:solidFill>
                  <a:srgbClr val="538235"/>
                </a:solidFill>
                <a:latin typeface="Tahoma"/>
                <a:cs typeface="Tahoma"/>
              </a:rPr>
              <a:t>a </a:t>
            </a:r>
            <a:r>
              <a:rPr sz="1200" b="1" spc="-5" dirty="0">
                <a:solidFill>
                  <a:srgbClr val="538235"/>
                </a:solidFill>
                <a:latin typeface="Tahoma"/>
                <a:cs typeface="Tahoma"/>
              </a:rPr>
              <a:t>number </a:t>
            </a:r>
            <a:r>
              <a:rPr sz="1200" b="1" spc="-15" dirty="0">
                <a:solidFill>
                  <a:srgbClr val="538235"/>
                </a:solidFill>
                <a:latin typeface="Tahoma"/>
                <a:cs typeface="Tahoma"/>
              </a:rPr>
              <a:t>is </a:t>
            </a:r>
            <a:r>
              <a:rPr sz="1200" b="1" spc="-5" dirty="0">
                <a:solidFill>
                  <a:srgbClr val="538235"/>
                </a:solidFill>
                <a:latin typeface="Tahoma"/>
                <a:cs typeface="Tahoma"/>
              </a:rPr>
              <a:t>not </a:t>
            </a:r>
            <a:r>
              <a:rPr sz="1200" b="1" dirty="0">
                <a:solidFill>
                  <a:srgbClr val="538235"/>
                </a:solidFill>
                <a:latin typeface="Tahoma"/>
                <a:cs typeface="Tahoma"/>
              </a:rPr>
              <a:t>prime </a:t>
            </a:r>
            <a:r>
              <a:rPr sz="1200" b="1" spc="-10" dirty="0">
                <a:solidFill>
                  <a:srgbClr val="538235"/>
                </a:solidFill>
                <a:latin typeface="Tahoma"/>
                <a:cs typeface="Tahoma"/>
              </a:rPr>
              <a:t>but </a:t>
            </a:r>
            <a:r>
              <a:rPr sz="1200" b="1" spc="-5" dirty="0">
                <a:solidFill>
                  <a:srgbClr val="538235"/>
                </a:solidFill>
                <a:latin typeface="Tahoma"/>
                <a:cs typeface="Tahoma"/>
              </a:rPr>
              <a:t>cannot </a:t>
            </a:r>
            <a:r>
              <a:rPr sz="1200" b="1" dirty="0">
                <a:solidFill>
                  <a:srgbClr val="538235"/>
                </a:solidFill>
                <a:latin typeface="Tahoma"/>
                <a:cs typeface="Tahoma"/>
              </a:rPr>
              <a:t> determine </a:t>
            </a:r>
            <a:r>
              <a:rPr sz="1200" b="1" spc="-5" dirty="0">
                <a:solidFill>
                  <a:srgbClr val="538235"/>
                </a:solidFill>
                <a:latin typeface="Tahoma"/>
                <a:cs typeface="Tahoma"/>
              </a:rPr>
              <a:t>if </a:t>
            </a:r>
            <a:r>
              <a:rPr sz="1200" b="1" dirty="0">
                <a:solidFill>
                  <a:srgbClr val="538235"/>
                </a:solidFill>
                <a:latin typeface="Tahoma"/>
                <a:cs typeface="Tahoma"/>
              </a:rPr>
              <a:t>a </a:t>
            </a:r>
            <a:r>
              <a:rPr sz="1200" b="1" spc="-5" dirty="0">
                <a:solidFill>
                  <a:srgbClr val="538235"/>
                </a:solidFill>
                <a:latin typeface="Tahoma"/>
                <a:cs typeface="Tahoma"/>
              </a:rPr>
              <a:t>number </a:t>
            </a:r>
            <a:r>
              <a:rPr sz="1200" b="1" dirty="0">
                <a:solidFill>
                  <a:srgbClr val="538235"/>
                </a:solidFill>
                <a:latin typeface="Tahoma"/>
                <a:cs typeface="Tahoma"/>
              </a:rPr>
              <a:t>is </a:t>
            </a:r>
            <a:r>
              <a:rPr sz="1200" b="1" spc="-5" dirty="0">
                <a:solidFill>
                  <a:srgbClr val="538235"/>
                </a:solidFill>
                <a:latin typeface="Tahoma"/>
                <a:cs typeface="Tahoma"/>
              </a:rPr>
              <a:t>prime. How </a:t>
            </a:r>
            <a:r>
              <a:rPr sz="1200" b="1" spc="-15" dirty="0">
                <a:solidFill>
                  <a:srgbClr val="538235"/>
                </a:solidFill>
                <a:latin typeface="Tahoma"/>
                <a:cs typeface="Tahoma"/>
              </a:rPr>
              <a:t>can </a:t>
            </a:r>
            <a:r>
              <a:rPr sz="1200" b="1" spc="-5" dirty="0">
                <a:solidFill>
                  <a:srgbClr val="538235"/>
                </a:solidFill>
                <a:latin typeface="Tahoma"/>
                <a:cs typeface="Tahoma"/>
              </a:rPr>
              <a:t>such </a:t>
            </a:r>
            <a:r>
              <a:rPr sz="1200" b="1" dirty="0">
                <a:solidFill>
                  <a:srgbClr val="538235"/>
                </a:solidFill>
                <a:latin typeface="Tahoma"/>
                <a:cs typeface="Tahoma"/>
              </a:rPr>
              <a:t>an </a:t>
            </a:r>
            <a:r>
              <a:rPr sz="1200" b="1" spc="-5" dirty="0">
                <a:solidFill>
                  <a:srgbClr val="538235"/>
                </a:solidFill>
                <a:latin typeface="Tahoma"/>
                <a:cs typeface="Tahoma"/>
              </a:rPr>
              <a:t>algorithm </a:t>
            </a:r>
            <a:r>
              <a:rPr sz="1200" b="1" dirty="0">
                <a:solidFill>
                  <a:srgbClr val="538235"/>
                </a:solidFill>
                <a:latin typeface="Tahoma"/>
                <a:cs typeface="Tahoma"/>
              </a:rPr>
              <a:t>be </a:t>
            </a:r>
            <a:r>
              <a:rPr sz="1200" b="1" spc="-5" dirty="0">
                <a:solidFill>
                  <a:srgbClr val="538235"/>
                </a:solidFill>
                <a:latin typeface="Tahoma"/>
                <a:cs typeface="Tahoma"/>
              </a:rPr>
              <a:t>used </a:t>
            </a:r>
            <a:r>
              <a:rPr sz="1200" b="1" dirty="0">
                <a:solidFill>
                  <a:srgbClr val="538235"/>
                </a:solidFill>
                <a:latin typeface="Tahoma"/>
                <a:cs typeface="Tahoma"/>
              </a:rPr>
              <a:t>to </a:t>
            </a:r>
            <a:r>
              <a:rPr sz="1200" b="1" spc="-5" dirty="0">
                <a:solidFill>
                  <a:srgbClr val="538235"/>
                </a:solidFill>
                <a:latin typeface="Tahoma"/>
                <a:cs typeface="Tahoma"/>
              </a:rPr>
              <a:t>test </a:t>
            </a:r>
            <a:r>
              <a:rPr sz="1200" b="1" spc="-340" dirty="0">
                <a:solidFill>
                  <a:srgbClr val="538235"/>
                </a:solidFill>
                <a:latin typeface="Tahoma"/>
                <a:cs typeface="Tahoma"/>
              </a:rPr>
              <a:t> </a:t>
            </a:r>
            <a:r>
              <a:rPr sz="1200" b="1" spc="-5" dirty="0">
                <a:solidFill>
                  <a:srgbClr val="538235"/>
                </a:solidFill>
                <a:latin typeface="Tahoma"/>
                <a:cs typeface="Tahoma"/>
              </a:rPr>
              <a:t>for</a:t>
            </a:r>
            <a:r>
              <a:rPr sz="1200" b="1" spc="-15" dirty="0">
                <a:solidFill>
                  <a:srgbClr val="538235"/>
                </a:solidFill>
                <a:latin typeface="Tahoma"/>
                <a:cs typeface="Tahoma"/>
              </a:rPr>
              <a:t> </a:t>
            </a:r>
            <a:r>
              <a:rPr sz="1200" b="1" spc="-5" dirty="0">
                <a:solidFill>
                  <a:srgbClr val="538235"/>
                </a:solidFill>
                <a:latin typeface="Tahoma"/>
                <a:cs typeface="Tahoma"/>
              </a:rPr>
              <a:t>primality?</a:t>
            </a:r>
            <a:r>
              <a:rPr sz="1200" b="1" spc="5" dirty="0">
                <a:solidFill>
                  <a:srgbClr val="538235"/>
                </a:solidFill>
                <a:latin typeface="Tahoma"/>
                <a:cs typeface="Tahoma"/>
              </a:rPr>
              <a:t> </a:t>
            </a:r>
            <a:r>
              <a:rPr sz="1200" b="1" dirty="0">
                <a:solidFill>
                  <a:srgbClr val="538235"/>
                </a:solidFill>
                <a:latin typeface="Tahoma"/>
                <a:cs typeface="Tahoma"/>
              </a:rPr>
              <a:t>(CO3,</a:t>
            </a:r>
            <a:r>
              <a:rPr sz="1200" b="1" spc="-35" dirty="0">
                <a:solidFill>
                  <a:srgbClr val="538235"/>
                </a:solidFill>
                <a:latin typeface="Tahoma"/>
                <a:cs typeface="Tahoma"/>
              </a:rPr>
              <a:t> </a:t>
            </a:r>
            <a:r>
              <a:rPr sz="1200" b="1" dirty="0">
                <a:solidFill>
                  <a:srgbClr val="538235"/>
                </a:solidFill>
                <a:latin typeface="Tahoma"/>
                <a:cs typeface="Tahoma"/>
              </a:rPr>
              <a:t>K2)</a:t>
            </a:r>
            <a:endParaRPr sz="1200" dirty="0">
              <a:latin typeface="Tahoma"/>
              <a:cs typeface="Tahoma"/>
            </a:endParaRPr>
          </a:p>
          <a:p>
            <a:pPr marL="101600" algn="just">
              <a:lnSpc>
                <a:spcPct val="100000"/>
              </a:lnSpc>
              <a:spcBef>
                <a:spcPts val="720"/>
              </a:spcBef>
            </a:pPr>
            <a:r>
              <a:rPr sz="1200" dirty="0">
                <a:solidFill>
                  <a:srgbClr val="538235"/>
                </a:solidFill>
                <a:latin typeface="Tahoma"/>
                <a:cs typeface="Tahoma"/>
              </a:rPr>
              <a:t>If</a:t>
            </a:r>
            <a:r>
              <a:rPr sz="1200" spc="60" dirty="0">
                <a:solidFill>
                  <a:srgbClr val="538235"/>
                </a:solidFill>
                <a:latin typeface="Tahoma"/>
                <a:cs typeface="Tahoma"/>
              </a:rPr>
              <a:t> </a:t>
            </a:r>
            <a:r>
              <a:rPr sz="1200" dirty="0">
                <a:solidFill>
                  <a:srgbClr val="538235"/>
                </a:solidFill>
                <a:latin typeface="Tahoma"/>
                <a:cs typeface="Tahoma"/>
              </a:rPr>
              <a:t>the</a:t>
            </a:r>
            <a:r>
              <a:rPr sz="1200" spc="60" dirty="0">
                <a:solidFill>
                  <a:srgbClr val="538235"/>
                </a:solidFill>
                <a:latin typeface="Tahoma"/>
                <a:cs typeface="Tahoma"/>
              </a:rPr>
              <a:t> </a:t>
            </a:r>
            <a:r>
              <a:rPr sz="1200" dirty="0">
                <a:solidFill>
                  <a:srgbClr val="538235"/>
                </a:solidFill>
                <a:latin typeface="Tahoma"/>
                <a:cs typeface="Tahoma"/>
              </a:rPr>
              <a:t>number</a:t>
            </a:r>
            <a:r>
              <a:rPr sz="1200" spc="50" dirty="0">
                <a:solidFill>
                  <a:srgbClr val="538235"/>
                </a:solidFill>
                <a:latin typeface="Tahoma"/>
                <a:cs typeface="Tahoma"/>
              </a:rPr>
              <a:t> </a:t>
            </a:r>
            <a:r>
              <a:rPr sz="1200" spc="-5" dirty="0">
                <a:solidFill>
                  <a:srgbClr val="538235"/>
                </a:solidFill>
                <a:latin typeface="Tahoma"/>
                <a:cs typeface="Tahoma"/>
              </a:rPr>
              <a:t>of</a:t>
            </a:r>
            <a:r>
              <a:rPr sz="1200" spc="70" dirty="0">
                <a:solidFill>
                  <a:srgbClr val="538235"/>
                </a:solidFill>
                <a:latin typeface="Tahoma"/>
                <a:cs typeface="Tahoma"/>
              </a:rPr>
              <a:t> </a:t>
            </a:r>
            <a:r>
              <a:rPr sz="1200" spc="-5" dirty="0">
                <a:solidFill>
                  <a:srgbClr val="538235"/>
                </a:solidFill>
                <a:latin typeface="Tahoma"/>
                <a:cs typeface="Tahoma"/>
              </a:rPr>
              <a:t>Miller-Rabin</a:t>
            </a:r>
            <a:r>
              <a:rPr sz="1200" spc="65" dirty="0">
                <a:solidFill>
                  <a:srgbClr val="538235"/>
                </a:solidFill>
                <a:latin typeface="Tahoma"/>
                <a:cs typeface="Tahoma"/>
              </a:rPr>
              <a:t> </a:t>
            </a:r>
            <a:r>
              <a:rPr sz="1200" dirty="0">
                <a:solidFill>
                  <a:srgbClr val="538235"/>
                </a:solidFill>
                <a:latin typeface="Tahoma"/>
                <a:cs typeface="Tahoma"/>
              </a:rPr>
              <a:t>tests</a:t>
            </a:r>
            <a:r>
              <a:rPr sz="1200" spc="60" dirty="0">
                <a:solidFill>
                  <a:srgbClr val="538235"/>
                </a:solidFill>
                <a:latin typeface="Tahoma"/>
                <a:cs typeface="Tahoma"/>
              </a:rPr>
              <a:t> </a:t>
            </a:r>
            <a:r>
              <a:rPr sz="1200" spc="-5" dirty="0">
                <a:solidFill>
                  <a:srgbClr val="538235"/>
                </a:solidFill>
                <a:latin typeface="Tahoma"/>
                <a:cs typeface="Tahoma"/>
              </a:rPr>
              <a:t>t=1,</a:t>
            </a:r>
            <a:r>
              <a:rPr sz="1200" spc="55" dirty="0">
                <a:solidFill>
                  <a:srgbClr val="538235"/>
                </a:solidFill>
                <a:latin typeface="Tahoma"/>
                <a:cs typeface="Tahoma"/>
              </a:rPr>
              <a:t> </a:t>
            </a:r>
            <a:r>
              <a:rPr sz="1200" dirty="0">
                <a:solidFill>
                  <a:srgbClr val="538235"/>
                </a:solidFill>
                <a:latin typeface="Tahoma"/>
                <a:cs typeface="Tahoma"/>
              </a:rPr>
              <a:t>the</a:t>
            </a:r>
            <a:r>
              <a:rPr sz="1200" spc="60" dirty="0">
                <a:solidFill>
                  <a:srgbClr val="538235"/>
                </a:solidFill>
                <a:latin typeface="Tahoma"/>
                <a:cs typeface="Tahoma"/>
              </a:rPr>
              <a:t> </a:t>
            </a:r>
            <a:r>
              <a:rPr sz="1200" spc="-5" dirty="0">
                <a:solidFill>
                  <a:srgbClr val="538235"/>
                </a:solidFill>
                <a:latin typeface="Tahoma"/>
                <a:cs typeface="Tahoma"/>
              </a:rPr>
              <a:t>probability</a:t>
            </a:r>
            <a:r>
              <a:rPr sz="1200" spc="75" dirty="0">
                <a:solidFill>
                  <a:srgbClr val="538235"/>
                </a:solidFill>
                <a:latin typeface="Tahoma"/>
                <a:cs typeface="Tahoma"/>
              </a:rPr>
              <a:t> </a:t>
            </a:r>
            <a:r>
              <a:rPr sz="1200" spc="-5" dirty="0">
                <a:solidFill>
                  <a:srgbClr val="538235"/>
                </a:solidFill>
                <a:latin typeface="Tahoma"/>
                <a:cs typeface="Tahoma"/>
              </a:rPr>
              <a:t>that</a:t>
            </a:r>
            <a:r>
              <a:rPr sz="1200" spc="65" dirty="0">
                <a:solidFill>
                  <a:srgbClr val="538235"/>
                </a:solidFill>
                <a:latin typeface="Tahoma"/>
                <a:cs typeface="Tahoma"/>
              </a:rPr>
              <a:t> </a:t>
            </a:r>
            <a:r>
              <a:rPr sz="1200" dirty="0">
                <a:solidFill>
                  <a:srgbClr val="538235"/>
                </a:solidFill>
                <a:latin typeface="Tahoma"/>
                <a:cs typeface="Tahoma"/>
              </a:rPr>
              <a:t>a</a:t>
            </a:r>
            <a:r>
              <a:rPr sz="1200" spc="55" dirty="0">
                <a:solidFill>
                  <a:srgbClr val="538235"/>
                </a:solidFill>
                <a:latin typeface="Tahoma"/>
                <a:cs typeface="Tahoma"/>
              </a:rPr>
              <a:t> </a:t>
            </a:r>
            <a:r>
              <a:rPr sz="1200" spc="-5" dirty="0">
                <a:solidFill>
                  <a:srgbClr val="538235"/>
                </a:solidFill>
                <a:latin typeface="Tahoma"/>
                <a:cs typeface="Tahoma"/>
              </a:rPr>
              <a:t>nonprime</a:t>
            </a:r>
            <a:r>
              <a:rPr sz="1200" spc="50" dirty="0">
                <a:solidFill>
                  <a:srgbClr val="538235"/>
                </a:solidFill>
                <a:latin typeface="Tahoma"/>
                <a:cs typeface="Tahoma"/>
              </a:rPr>
              <a:t> </a:t>
            </a:r>
            <a:r>
              <a:rPr sz="1200" dirty="0">
                <a:solidFill>
                  <a:srgbClr val="538235"/>
                </a:solidFill>
                <a:latin typeface="Tahoma"/>
                <a:cs typeface="Tahoma"/>
              </a:rPr>
              <a:t>number</a:t>
            </a:r>
            <a:r>
              <a:rPr sz="1200" spc="65" dirty="0">
                <a:solidFill>
                  <a:srgbClr val="538235"/>
                </a:solidFill>
                <a:latin typeface="Tahoma"/>
                <a:cs typeface="Tahoma"/>
              </a:rPr>
              <a:t> </a:t>
            </a:r>
            <a:r>
              <a:rPr sz="1200" spc="-5" dirty="0">
                <a:solidFill>
                  <a:srgbClr val="538235"/>
                </a:solidFill>
                <a:latin typeface="Tahoma"/>
                <a:cs typeface="Tahoma"/>
              </a:rPr>
              <a:t>will</a:t>
            </a:r>
            <a:endParaRPr sz="1200" dirty="0">
              <a:latin typeface="Tahoma"/>
              <a:cs typeface="Tahoma"/>
            </a:endParaRPr>
          </a:p>
          <a:p>
            <a:pPr marL="101600" marR="83185" algn="just">
              <a:lnSpc>
                <a:spcPct val="148000"/>
              </a:lnSpc>
              <a:spcBef>
                <a:spcPts val="30"/>
              </a:spcBef>
            </a:pPr>
            <a:r>
              <a:rPr sz="1200" spc="-5" dirty="0">
                <a:solidFill>
                  <a:srgbClr val="538235"/>
                </a:solidFill>
                <a:latin typeface="Tahoma"/>
                <a:cs typeface="Tahoma"/>
              </a:rPr>
              <a:t>pass </a:t>
            </a:r>
            <a:r>
              <a:rPr sz="1200" dirty="0">
                <a:solidFill>
                  <a:srgbClr val="538235"/>
                </a:solidFill>
                <a:latin typeface="Tahoma"/>
                <a:cs typeface="Tahoma"/>
              </a:rPr>
              <a:t>the </a:t>
            </a:r>
            <a:r>
              <a:rPr sz="1200" spc="-5" dirty="0">
                <a:solidFill>
                  <a:srgbClr val="538235"/>
                </a:solidFill>
                <a:latin typeface="Tahoma"/>
                <a:cs typeface="Tahoma"/>
              </a:rPr>
              <a:t>test </a:t>
            </a:r>
            <a:r>
              <a:rPr sz="1200" spc="-10" dirty="0">
                <a:solidFill>
                  <a:srgbClr val="538235"/>
                </a:solidFill>
                <a:latin typeface="Tahoma"/>
                <a:cs typeface="Tahoma"/>
              </a:rPr>
              <a:t>is </a:t>
            </a:r>
            <a:r>
              <a:rPr sz="1200" dirty="0">
                <a:solidFill>
                  <a:srgbClr val="538235"/>
                </a:solidFill>
                <a:latin typeface="Tahoma"/>
                <a:cs typeface="Tahoma"/>
              </a:rPr>
              <a:t>less than </a:t>
            </a:r>
            <a:r>
              <a:rPr sz="1200" spc="-10" dirty="0">
                <a:solidFill>
                  <a:srgbClr val="538235"/>
                </a:solidFill>
                <a:latin typeface="Tahoma"/>
                <a:cs typeface="Tahoma"/>
              </a:rPr>
              <a:t>0.25. </a:t>
            </a:r>
            <a:r>
              <a:rPr sz="1200" dirty="0">
                <a:solidFill>
                  <a:srgbClr val="538235"/>
                </a:solidFill>
                <a:latin typeface="Tahoma"/>
                <a:cs typeface="Tahoma"/>
              </a:rPr>
              <a:t>If the </a:t>
            </a:r>
            <a:r>
              <a:rPr sz="1200" spc="-5" dirty="0">
                <a:solidFill>
                  <a:srgbClr val="538235"/>
                </a:solidFill>
                <a:latin typeface="Tahoma"/>
                <a:cs typeface="Tahoma"/>
              </a:rPr>
              <a:t>number of tests increased </a:t>
            </a:r>
            <a:r>
              <a:rPr sz="1200" dirty="0">
                <a:solidFill>
                  <a:srgbClr val="538235"/>
                </a:solidFill>
                <a:latin typeface="Tahoma"/>
                <a:cs typeface="Tahoma"/>
              </a:rPr>
              <a:t>to </a:t>
            </a:r>
            <a:r>
              <a:rPr sz="1200" spc="-5" dirty="0">
                <a:solidFill>
                  <a:srgbClr val="538235"/>
                </a:solidFill>
                <a:latin typeface="Tahoma"/>
                <a:cs typeface="Tahoma"/>
              </a:rPr>
              <a:t>t=10, </a:t>
            </a:r>
            <a:r>
              <a:rPr sz="1200" dirty="0">
                <a:solidFill>
                  <a:srgbClr val="538235"/>
                </a:solidFill>
                <a:latin typeface="Tahoma"/>
                <a:cs typeface="Tahoma"/>
              </a:rPr>
              <a:t>then </a:t>
            </a:r>
            <a:r>
              <a:rPr sz="1200" spc="5" dirty="0">
                <a:solidFill>
                  <a:srgbClr val="538235"/>
                </a:solidFill>
                <a:latin typeface="Tahoma"/>
                <a:cs typeface="Tahoma"/>
              </a:rPr>
              <a:t> </a:t>
            </a:r>
            <a:r>
              <a:rPr sz="1200" spc="-5" dirty="0">
                <a:solidFill>
                  <a:srgbClr val="538235"/>
                </a:solidFill>
                <a:latin typeface="Tahoma"/>
                <a:cs typeface="Tahoma"/>
              </a:rPr>
              <a:t>probability </a:t>
            </a:r>
            <a:r>
              <a:rPr sz="1200" dirty="0">
                <a:solidFill>
                  <a:srgbClr val="538235"/>
                </a:solidFill>
                <a:latin typeface="Tahoma"/>
                <a:cs typeface="Tahoma"/>
              </a:rPr>
              <a:t>that a </a:t>
            </a:r>
            <a:r>
              <a:rPr sz="1200" spc="-5" dirty="0">
                <a:solidFill>
                  <a:srgbClr val="538235"/>
                </a:solidFill>
                <a:latin typeface="Tahoma"/>
                <a:cs typeface="Tahoma"/>
              </a:rPr>
              <a:t>nonprime number </a:t>
            </a:r>
            <a:r>
              <a:rPr sz="1200" spc="5" dirty="0">
                <a:solidFill>
                  <a:srgbClr val="538235"/>
                </a:solidFill>
                <a:latin typeface="Tahoma"/>
                <a:cs typeface="Tahoma"/>
              </a:rPr>
              <a:t>will </a:t>
            </a:r>
            <a:r>
              <a:rPr sz="1200" spc="-5" dirty="0">
                <a:solidFill>
                  <a:srgbClr val="538235"/>
                </a:solidFill>
                <a:latin typeface="Tahoma"/>
                <a:cs typeface="Tahoma"/>
              </a:rPr>
              <a:t>pass all ten </a:t>
            </a:r>
            <a:r>
              <a:rPr sz="1200" dirty="0">
                <a:solidFill>
                  <a:srgbClr val="538235"/>
                </a:solidFill>
                <a:latin typeface="Tahoma"/>
                <a:cs typeface="Tahoma"/>
              </a:rPr>
              <a:t>tests </a:t>
            </a:r>
            <a:r>
              <a:rPr sz="1200" spc="-10" dirty="0">
                <a:solidFill>
                  <a:srgbClr val="538235"/>
                </a:solidFill>
                <a:latin typeface="Tahoma"/>
                <a:cs typeface="Tahoma"/>
              </a:rPr>
              <a:t>is </a:t>
            </a:r>
            <a:r>
              <a:rPr sz="1200" dirty="0">
                <a:solidFill>
                  <a:srgbClr val="538235"/>
                </a:solidFill>
                <a:latin typeface="Tahoma"/>
                <a:cs typeface="Tahoma"/>
              </a:rPr>
              <a:t>less than </a:t>
            </a:r>
            <a:r>
              <a:rPr sz="1200" spc="-10" dirty="0">
                <a:solidFill>
                  <a:srgbClr val="538235"/>
                </a:solidFill>
                <a:latin typeface="Tahoma"/>
                <a:cs typeface="Tahoma"/>
              </a:rPr>
              <a:t>10</a:t>
            </a:r>
            <a:r>
              <a:rPr sz="1200" spc="-15" baseline="24305" dirty="0">
                <a:solidFill>
                  <a:srgbClr val="538235"/>
                </a:solidFill>
                <a:latin typeface="Tahoma"/>
                <a:cs typeface="Tahoma"/>
              </a:rPr>
              <a:t>-6</a:t>
            </a:r>
            <a:r>
              <a:rPr sz="1200" spc="-10" dirty="0">
                <a:solidFill>
                  <a:srgbClr val="538235"/>
                </a:solidFill>
                <a:latin typeface="Tahoma"/>
                <a:cs typeface="Tahoma"/>
              </a:rPr>
              <a:t>. </a:t>
            </a:r>
            <a:r>
              <a:rPr sz="1200" dirty="0">
                <a:solidFill>
                  <a:srgbClr val="538235"/>
                </a:solidFill>
                <a:latin typeface="Tahoma"/>
                <a:cs typeface="Tahoma"/>
              </a:rPr>
              <a:t>In </a:t>
            </a:r>
            <a:r>
              <a:rPr sz="1200" spc="-5" dirty="0">
                <a:solidFill>
                  <a:srgbClr val="538235"/>
                </a:solidFill>
                <a:latin typeface="Tahoma"/>
                <a:cs typeface="Tahoma"/>
              </a:rPr>
              <a:t>general </a:t>
            </a:r>
            <a:r>
              <a:rPr sz="1200" spc="-360" dirty="0">
                <a:solidFill>
                  <a:srgbClr val="538235"/>
                </a:solidFill>
                <a:latin typeface="Tahoma"/>
                <a:cs typeface="Tahoma"/>
              </a:rPr>
              <a:t> </a:t>
            </a:r>
            <a:r>
              <a:rPr sz="1200" spc="-5" dirty="0">
                <a:solidFill>
                  <a:srgbClr val="538235"/>
                </a:solidFill>
                <a:latin typeface="Tahoma"/>
                <a:cs typeface="Tahoma"/>
              </a:rPr>
              <a:t>getting </a:t>
            </a:r>
            <a:r>
              <a:rPr sz="1200" spc="-15" dirty="0">
                <a:solidFill>
                  <a:srgbClr val="538235"/>
                </a:solidFill>
                <a:latin typeface="Tahoma"/>
                <a:cs typeface="Tahoma"/>
              </a:rPr>
              <a:t>false </a:t>
            </a:r>
            <a:r>
              <a:rPr sz="1200" spc="-5" dirty="0">
                <a:solidFill>
                  <a:srgbClr val="538235"/>
                </a:solidFill>
                <a:latin typeface="Tahoma"/>
                <a:cs typeface="Tahoma"/>
              </a:rPr>
              <a:t>positive </a:t>
            </a:r>
            <a:r>
              <a:rPr sz="1200" spc="5" dirty="0">
                <a:solidFill>
                  <a:srgbClr val="538235"/>
                </a:solidFill>
                <a:latin typeface="Tahoma"/>
                <a:cs typeface="Tahoma"/>
              </a:rPr>
              <a:t>is </a:t>
            </a:r>
            <a:r>
              <a:rPr sz="1200" spc="-10" dirty="0">
                <a:solidFill>
                  <a:srgbClr val="538235"/>
                </a:solidFill>
                <a:latin typeface="Tahoma"/>
                <a:cs typeface="Tahoma"/>
              </a:rPr>
              <a:t>(1/4)</a:t>
            </a:r>
            <a:r>
              <a:rPr sz="1200" spc="-15" baseline="24305" dirty="0">
                <a:solidFill>
                  <a:srgbClr val="538235"/>
                </a:solidFill>
                <a:latin typeface="Tahoma"/>
                <a:cs typeface="Tahoma"/>
              </a:rPr>
              <a:t>t</a:t>
            </a:r>
            <a:r>
              <a:rPr sz="1200" spc="-10" dirty="0">
                <a:solidFill>
                  <a:srgbClr val="538235"/>
                </a:solidFill>
                <a:latin typeface="Tahoma"/>
                <a:cs typeface="Tahoma"/>
              </a:rPr>
              <a:t>. </a:t>
            </a:r>
            <a:r>
              <a:rPr sz="1200" dirty="0">
                <a:solidFill>
                  <a:srgbClr val="538235"/>
                </a:solidFill>
                <a:latin typeface="Tahoma"/>
                <a:cs typeface="Tahoma"/>
              </a:rPr>
              <a:t>So by </a:t>
            </a:r>
            <a:r>
              <a:rPr sz="1200" spc="-10" dirty="0">
                <a:solidFill>
                  <a:srgbClr val="538235"/>
                </a:solidFill>
                <a:latin typeface="Tahoma"/>
                <a:cs typeface="Tahoma"/>
              </a:rPr>
              <a:t>choosing </a:t>
            </a:r>
            <a:r>
              <a:rPr sz="1250" spc="-20" dirty="0">
                <a:solidFill>
                  <a:srgbClr val="538235"/>
                </a:solidFill>
                <a:latin typeface="Tahoma"/>
                <a:cs typeface="Tahoma"/>
              </a:rPr>
              <a:t>t </a:t>
            </a:r>
            <a:r>
              <a:rPr sz="1200" spc="-5" dirty="0">
                <a:solidFill>
                  <a:srgbClr val="538235"/>
                </a:solidFill>
                <a:latin typeface="Tahoma"/>
                <a:cs typeface="Tahoma"/>
              </a:rPr>
              <a:t>different </a:t>
            </a:r>
            <a:r>
              <a:rPr sz="1200" spc="-10" dirty="0">
                <a:solidFill>
                  <a:srgbClr val="538235"/>
                </a:solidFill>
                <a:latin typeface="Tahoma"/>
                <a:cs typeface="Tahoma"/>
              </a:rPr>
              <a:t>value </a:t>
            </a:r>
            <a:r>
              <a:rPr sz="1200" spc="-5" dirty="0">
                <a:solidFill>
                  <a:srgbClr val="538235"/>
                </a:solidFill>
                <a:latin typeface="Tahoma"/>
                <a:cs typeface="Tahoma"/>
              </a:rPr>
              <a:t>of </a:t>
            </a:r>
            <a:r>
              <a:rPr sz="1250" spc="-20" dirty="0">
                <a:solidFill>
                  <a:srgbClr val="538235"/>
                </a:solidFill>
                <a:latin typeface="Tahoma"/>
                <a:cs typeface="Tahoma"/>
              </a:rPr>
              <a:t>a</a:t>
            </a:r>
            <a:r>
              <a:rPr sz="1200" spc="-20" dirty="0">
                <a:solidFill>
                  <a:srgbClr val="538235"/>
                </a:solidFill>
                <a:latin typeface="Tahoma"/>
                <a:cs typeface="Tahoma"/>
              </a:rPr>
              <a:t>, </a:t>
            </a:r>
            <a:r>
              <a:rPr sz="1200" dirty="0">
                <a:solidFill>
                  <a:srgbClr val="538235"/>
                </a:solidFill>
                <a:latin typeface="Tahoma"/>
                <a:cs typeface="Tahoma"/>
              </a:rPr>
              <a:t>one </a:t>
            </a:r>
            <a:r>
              <a:rPr sz="1200" spc="-5" dirty="0">
                <a:solidFill>
                  <a:srgbClr val="538235"/>
                </a:solidFill>
                <a:latin typeface="Tahoma"/>
                <a:cs typeface="Tahoma"/>
              </a:rPr>
              <a:t>can close </a:t>
            </a:r>
            <a:r>
              <a:rPr sz="1200" spc="5" dirty="0">
                <a:solidFill>
                  <a:srgbClr val="538235"/>
                </a:solidFill>
                <a:latin typeface="Tahoma"/>
                <a:cs typeface="Tahoma"/>
              </a:rPr>
              <a:t>to </a:t>
            </a:r>
            <a:r>
              <a:rPr sz="1200" spc="10" dirty="0">
                <a:solidFill>
                  <a:srgbClr val="538235"/>
                </a:solidFill>
                <a:latin typeface="Tahoma"/>
                <a:cs typeface="Tahoma"/>
              </a:rPr>
              <a:t> </a:t>
            </a:r>
            <a:r>
              <a:rPr sz="1200" spc="-10" dirty="0">
                <a:solidFill>
                  <a:srgbClr val="538235"/>
                </a:solidFill>
                <a:latin typeface="Tahoma"/>
                <a:cs typeface="Tahoma"/>
              </a:rPr>
              <a:t>100%</a:t>
            </a:r>
            <a:r>
              <a:rPr sz="1200" spc="5" dirty="0">
                <a:solidFill>
                  <a:srgbClr val="538235"/>
                </a:solidFill>
                <a:latin typeface="Tahoma"/>
                <a:cs typeface="Tahoma"/>
              </a:rPr>
              <a:t> </a:t>
            </a:r>
            <a:r>
              <a:rPr sz="1200" spc="-5" dirty="0">
                <a:solidFill>
                  <a:srgbClr val="538235"/>
                </a:solidFill>
                <a:latin typeface="Tahoma"/>
                <a:cs typeface="Tahoma"/>
              </a:rPr>
              <a:t>confidently</a:t>
            </a:r>
            <a:r>
              <a:rPr sz="1200" spc="20" dirty="0">
                <a:solidFill>
                  <a:srgbClr val="538235"/>
                </a:solidFill>
                <a:latin typeface="Tahoma"/>
                <a:cs typeface="Tahoma"/>
              </a:rPr>
              <a:t> </a:t>
            </a:r>
            <a:r>
              <a:rPr sz="1200" spc="-5" dirty="0">
                <a:solidFill>
                  <a:srgbClr val="538235"/>
                </a:solidFill>
                <a:latin typeface="Tahoma"/>
                <a:cs typeface="Tahoma"/>
              </a:rPr>
              <a:t>determine</a:t>
            </a:r>
            <a:r>
              <a:rPr sz="1200" spc="30" dirty="0">
                <a:solidFill>
                  <a:srgbClr val="538235"/>
                </a:solidFill>
                <a:latin typeface="Tahoma"/>
                <a:cs typeface="Tahoma"/>
              </a:rPr>
              <a:t> </a:t>
            </a:r>
            <a:r>
              <a:rPr sz="1200" dirty="0">
                <a:solidFill>
                  <a:srgbClr val="538235"/>
                </a:solidFill>
                <a:latin typeface="Tahoma"/>
                <a:cs typeface="Tahoma"/>
              </a:rPr>
              <a:t>a </a:t>
            </a:r>
            <a:r>
              <a:rPr sz="1200" spc="-5" dirty="0">
                <a:solidFill>
                  <a:srgbClr val="538235"/>
                </a:solidFill>
                <a:latin typeface="Tahoma"/>
                <a:cs typeface="Tahoma"/>
              </a:rPr>
              <a:t>number</a:t>
            </a:r>
            <a:r>
              <a:rPr sz="1200" spc="10" dirty="0">
                <a:solidFill>
                  <a:srgbClr val="538235"/>
                </a:solidFill>
                <a:latin typeface="Tahoma"/>
                <a:cs typeface="Tahoma"/>
              </a:rPr>
              <a:t> </a:t>
            </a:r>
            <a:r>
              <a:rPr sz="1200" spc="-5" dirty="0">
                <a:solidFill>
                  <a:srgbClr val="538235"/>
                </a:solidFill>
                <a:latin typeface="Tahoma"/>
                <a:cs typeface="Tahoma"/>
              </a:rPr>
              <a:t>as</a:t>
            </a:r>
            <a:r>
              <a:rPr sz="1200" dirty="0">
                <a:solidFill>
                  <a:srgbClr val="538235"/>
                </a:solidFill>
                <a:latin typeface="Tahoma"/>
                <a:cs typeface="Tahoma"/>
              </a:rPr>
              <a:t> </a:t>
            </a:r>
            <a:r>
              <a:rPr sz="1200" spc="-5" dirty="0">
                <a:solidFill>
                  <a:srgbClr val="538235"/>
                </a:solidFill>
                <a:latin typeface="Tahoma"/>
                <a:cs typeface="Tahoma"/>
              </a:rPr>
              <a:t>prime.</a:t>
            </a:r>
            <a:endParaRPr sz="1200" dirty="0">
              <a:latin typeface="Tahoma"/>
              <a:cs typeface="Tahom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1027049"/>
            <a:ext cx="5926430" cy="7466146"/>
          </a:xfrm>
          <a:prstGeom prst="rect">
            <a:avLst/>
          </a:prstGeom>
        </p:spPr>
        <p:txBody>
          <a:bodyPr vert="horz" wrap="square" lIns="0" tIns="12700" rIns="0" bIns="0" rtlCol="0">
            <a:spAutoFit/>
          </a:bodyPr>
          <a:lstStyle/>
          <a:p>
            <a:pPr marL="12700" marR="5715" algn="just">
              <a:lnSpc>
                <a:spcPct val="150100"/>
              </a:lnSpc>
              <a:spcBef>
                <a:spcPts val="100"/>
              </a:spcBef>
              <a:tabLst>
                <a:tab pos="433070" algn="l"/>
                <a:tab pos="829310" algn="l"/>
                <a:tab pos="1223010" algn="l"/>
                <a:tab pos="1771650" algn="l"/>
                <a:tab pos="2357120" algn="l"/>
                <a:tab pos="3296285" algn="l"/>
                <a:tab pos="3592195" algn="l"/>
                <a:tab pos="4656455" algn="l"/>
                <a:tab pos="4952365" algn="l"/>
              </a:tabLst>
            </a:pPr>
            <a:r>
              <a:rPr lang="en-IN" sz="1200" b="1" spc="5" dirty="0">
                <a:solidFill>
                  <a:srgbClr val="538235"/>
                </a:solidFill>
                <a:latin typeface="Tahoma"/>
                <a:cs typeface="Tahoma"/>
              </a:rPr>
              <a:t>10. List out the three broad categories of applications of public-key cryptosystems (CO3, K2)</a:t>
            </a:r>
            <a:endParaRPr sz="1200" dirty="0">
              <a:latin typeface="Tahoma"/>
              <a:cs typeface="Tahoma"/>
            </a:endParaRPr>
          </a:p>
          <a:p>
            <a:pPr marL="182880" indent="-170815">
              <a:lnSpc>
                <a:spcPct val="100000"/>
              </a:lnSpc>
              <a:spcBef>
                <a:spcPts val="720"/>
              </a:spcBef>
              <a:buClr>
                <a:srgbClr val="538135"/>
              </a:buClr>
              <a:buFont typeface="Wingdings"/>
              <a:buChar char=""/>
              <a:tabLst>
                <a:tab pos="183515" algn="l"/>
              </a:tabLst>
            </a:pPr>
            <a:r>
              <a:rPr sz="1200" spc="-5" dirty="0">
                <a:solidFill>
                  <a:srgbClr val="538235"/>
                </a:solidFill>
                <a:latin typeface="Tahoma"/>
                <a:cs typeface="Tahoma"/>
              </a:rPr>
              <a:t>Encryption</a:t>
            </a:r>
            <a:r>
              <a:rPr sz="1200" dirty="0">
                <a:solidFill>
                  <a:srgbClr val="538235"/>
                </a:solidFill>
                <a:latin typeface="Tahoma"/>
                <a:cs typeface="Tahoma"/>
              </a:rPr>
              <a:t> </a:t>
            </a:r>
            <a:r>
              <a:rPr sz="1200" spc="-5" dirty="0">
                <a:solidFill>
                  <a:srgbClr val="538235"/>
                </a:solidFill>
                <a:latin typeface="Tahoma"/>
                <a:cs typeface="Tahoma"/>
              </a:rPr>
              <a:t>and</a:t>
            </a:r>
            <a:r>
              <a:rPr sz="1200" spc="-15" dirty="0">
                <a:solidFill>
                  <a:srgbClr val="538235"/>
                </a:solidFill>
                <a:latin typeface="Tahoma"/>
                <a:cs typeface="Tahoma"/>
              </a:rPr>
              <a:t> </a:t>
            </a:r>
            <a:r>
              <a:rPr sz="1200" spc="-5" dirty="0">
                <a:solidFill>
                  <a:srgbClr val="538235"/>
                </a:solidFill>
                <a:latin typeface="Tahoma"/>
                <a:cs typeface="Tahoma"/>
              </a:rPr>
              <a:t>decryption</a:t>
            </a:r>
            <a:endParaRPr sz="1200" dirty="0">
              <a:latin typeface="Tahoma"/>
              <a:cs typeface="Tahoma"/>
            </a:endParaRPr>
          </a:p>
          <a:p>
            <a:pPr marL="182880" indent="-170815">
              <a:lnSpc>
                <a:spcPct val="100000"/>
              </a:lnSpc>
              <a:spcBef>
                <a:spcPts val="720"/>
              </a:spcBef>
              <a:buClr>
                <a:srgbClr val="538135"/>
              </a:buClr>
              <a:buFont typeface="Wingdings"/>
              <a:buChar char=""/>
              <a:tabLst>
                <a:tab pos="183515" algn="l"/>
              </a:tabLst>
            </a:pPr>
            <a:r>
              <a:rPr sz="1200" spc="-5" dirty="0">
                <a:solidFill>
                  <a:srgbClr val="538235"/>
                </a:solidFill>
                <a:latin typeface="Tahoma"/>
                <a:cs typeface="Tahoma"/>
              </a:rPr>
              <a:t>Digital</a:t>
            </a:r>
            <a:r>
              <a:rPr sz="1200" spc="-30" dirty="0">
                <a:solidFill>
                  <a:srgbClr val="538235"/>
                </a:solidFill>
                <a:latin typeface="Tahoma"/>
                <a:cs typeface="Tahoma"/>
              </a:rPr>
              <a:t> </a:t>
            </a:r>
            <a:r>
              <a:rPr sz="1200" spc="-5" dirty="0">
                <a:solidFill>
                  <a:srgbClr val="538235"/>
                </a:solidFill>
                <a:latin typeface="Tahoma"/>
                <a:cs typeface="Tahoma"/>
              </a:rPr>
              <a:t>Signature</a:t>
            </a:r>
            <a:endParaRPr sz="1200" dirty="0">
              <a:latin typeface="Tahoma"/>
              <a:cs typeface="Tahoma"/>
            </a:endParaRPr>
          </a:p>
          <a:p>
            <a:pPr marL="182880" indent="-170815">
              <a:lnSpc>
                <a:spcPct val="100000"/>
              </a:lnSpc>
              <a:spcBef>
                <a:spcPts val="720"/>
              </a:spcBef>
              <a:buClr>
                <a:srgbClr val="538135"/>
              </a:buClr>
              <a:buFont typeface="Wingdings"/>
              <a:buChar char=""/>
              <a:tabLst>
                <a:tab pos="183515" algn="l"/>
              </a:tabLst>
            </a:pPr>
            <a:r>
              <a:rPr sz="1200" spc="-15" dirty="0">
                <a:solidFill>
                  <a:srgbClr val="538235"/>
                </a:solidFill>
                <a:latin typeface="Tahoma"/>
                <a:cs typeface="Tahoma"/>
              </a:rPr>
              <a:t>Key</a:t>
            </a:r>
            <a:r>
              <a:rPr sz="1200" spc="-35" dirty="0">
                <a:solidFill>
                  <a:srgbClr val="538235"/>
                </a:solidFill>
                <a:latin typeface="Tahoma"/>
                <a:cs typeface="Tahoma"/>
              </a:rPr>
              <a:t> </a:t>
            </a:r>
            <a:r>
              <a:rPr sz="1200" dirty="0">
                <a:solidFill>
                  <a:srgbClr val="538235"/>
                </a:solidFill>
                <a:latin typeface="Tahoma"/>
                <a:cs typeface="Tahoma"/>
              </a:rPr>
              <a:t>Exchange</a:t>
            </a:r>
            <a:endParaRPr sz="1200" dirty="0">
              <a:latin typeface="Tahoma"/>
              <a:cs typeface="Tahoma"/>
            </a:endParaRPr>
          </a:p>
          <a:p>
            <a:pPr>
              <a:lnSpc>
                <a:spcPct val="100000"/>
              </a:lnSpc>
              <a:spcBef>
                <a:spcPts val="50"/>
              </a:spcBef>
              <a:buClr>
                <a:srgbClr val="538135"/>
              </a:buClr>
              <a:buFont typeface="Wingdings"/>
              <a:buChar char=""/>
            </a:pPr>
            <a:endParaRPr sz="1750" dirty="0">
              <a:latin typeface="Tahoma"/>
              <a:cs typeface="Tahoma"/>
            </a:endParaRPr>
          </a:p>
          <a:p>
            <a:pPr marL="12700" marR="5080">
              <a:lnSpc>
                <a:spcPct val="150000"/>
              </a:lnSpc>
              <a:tabLst>
                <a:tab pos="500380" algn="l"/>
                <a:tab pos="768350" algn="l"/>
                <a:tab pos="2030730" algn="l"/>
                <a:tab pos="2454910" algn="l"/>
                <a:tab pos="3702050" algn="l"/>
                <a:tab pos="4525645" algn="l"/>
                <a:tab pos="4851400" algn="l"/>
              </a:tabLst>
            </a:pPr>
            <a:r>
              <a:rPr lang="en-IN" sz="1200" b="1" spc="-5" dirty="0">
                <a:solidFill>
                  <a:srgbClr val="538235"/>
                </a:solidFill>
                <a:latin typeface="Tahoma"/>
                <a:cs typeface="Tahoma"/>
              </a:rPr>
              <a:t>11. How is authentication and confidentiality achieved by asymmetric encryption system? (CO3, K2)</a:t>
            </a:r>
            <a:endParaRPr sz="1200" dirty="0">
              <a:latin typeface="Tahoma"/>
              <a:cs typeface="Tahoma"/>
            </a:endParaRPr>
          </a:p>
          <a:p>
            <a:pPr marL="182880" indent="-170815">
              <a:lnSpc>
                <a:spcPct val="100000"/>
              </a:lnSpc>
              <a:spcBef>
                <a:spcPts val="720"/>
              </a:spcBef>
              <a:buClr>
                <a:srgbClr val="538135"/>
              </a:buClr>
              <a:buFont typeface="Wingdings"/>
              <a:buChar char=""/>
              <a:tabLst>
                <a:tab pos="183515" algn="l"/>
              </a:tabLst>
            </a:pPr>
            <a:r>
              <a:rPr sz="1200" spc="-5" dirty="0">
                <a:solidFill>
                  <a:srgbClr val="538235"/>
                </a:solidFill>
                <a:latin typeface="Tahoma"/>
                <a:cs typeface="Tahoma"/>
              </a:rPr>
              <a:t>Confidentiality</a:t>
            </a:r>
            <a:r>
              <a:rPr sz="1200" spc="425" dirty="0">
                <a:solidFill>
                  <a:srgbClr val="538235"/>
                </a:solidFill>
                <a:latin typeface="Tahoma"/>
                <a:cs typeface="Tahoma"/>
              </a:rPr>
              <a:t> </a:t>
            </a:r>
            <a:r>
              <a:rPr sz="1200" spc="-10" dirty="0">
                <a:solidFill>
                  <a:srgbClr val="538235"/>
                </a:solidFill>
                <a:latin typeface="Tahoma"/>
                <a:cs typeface="Tahoma"/>
              </a:rPr>
              <a:t>is</a:t>
            </a:r>
            <a:r>
              <a:rPr sz="1200" spc="409" dirty="0">
                <a:solidFill>
                  <a:srgbClr val="538235"/>
                </a:solidFill>
                <a:latin typeface="Tahoma"/>
                <a:cs typeface="Tahoma"/>
              </a:rPr>
              <a:t> </a:t>
            </a:r>
            <a:r>
              <a:rPr sz="1200" spc="-10" dirty="0">
                <a:solidFill>
                  <a:srgbClr val="538235"/>
                </a:solidFill>
                <a:latin typeface="Tahoma"/>
                <a:cs typeface="Tahoma"/>
              </a:rPr>
              <a:t>achieved</a:t>
            </a:r>
            <a:r>
              <a:rPr sz="1200" spc="430" dirty="0">
                <a:solidFill>
                  <a:srgbClr val="538235"/>
                </a:solidFill>
                <a:latin typeface="Tahoma"/>
                <a:cs typeface="Tahoma"/>
              </a:rPr>
              <a:t> </a:t>
            </a:r>
            <a:r>
              <a:rPr sz="1200" spc="-5" dirty="0">
                <a:solidFill>
                  <a:srgbClr val="538235"/>
                </a:solidFill>
                <a:latin typeface="Tahoma"/>
                <a:cs typeface="Tahoma"/>
              </a:rPr>
              <a:t>when</a:t>
            </a:r>
            <a:r>
              <a:rPr sz="1200" spc="420" dirty="0">
                <a:solidFill>
                  <a:srgbClr val="538235"/>
                </a:solidFill>
                <a:latin typeface="Tahoma"/>
                <a:cs typeface="Tahoma"/>
              </a:rPr>
              <a:t> </a:t>
            </a:r>
            <a:r>
              <a:rPr sz="1200" dirty="0">
                <a:solidFill>
                  <a:srgbClr val="538235"/>
                </a:solidFill>
                <a:latin typeface="Tahoma"/>
                <a:cs typeface="Tahoma"/>
              </a:rPr>
              <a:t>the</a:t>
            </a:r>
            <a:r>
              <a:rPr sz="1200" spc="415" dirty="0">
                <a:solidFill>
                  <a:srgbClr val="538235"/>
                </a:solidFill>
                <a:latin typeface="Tahoma"/>
                <a:cs typeface="Tahoma"/>
              </a:rPr>
              <a:t> </a:t>
            </a:r>
            <a:r>
              <a:rPr sz="1200" dirty="0">
                <a:solidFill>
                  <a:srgbClr val="538235"/>
                </a:solidFill>
                <a:latin typeface="Tahoma"/>
                <a:cs typeface="Tahoma"/>
              </a:rPr>
              <a:t>sender</a:t>
            </a:r>
            <a:r>
              <a:rPr sz="1200" spc="425" dirty="0">
                <a:solidFill>
                  <a:srgbClr val="538235"/>
                </a:solidFill>
                <a:latin typeface="Tahoma"/>
                <a:cs typeface="Tahoma"/>
              </a:rPr>
              <a:t> </a:t>
            </a:r>
            <a:r>
              <a:rPr sz="1200" dirty="0">
                <a:solidFill>
                  <a:srgbClr val="538235"/>
                </a:solidFill>
                <a:latin typeface="Tahoma"/>
                <a:cs typeface="Tahoma"/>
              </a:rPr>
              <a:t>encrypts</a:t>
            </a:r>
            <a:r>
              <a:rPr sz="1200" spc="415" dirty="0">
                <a:solidFill>
                  <a:srgbClr val="538235"/>
                </a:solidFill>
                <a:latin typeface="Tahoma"/>
                <a:cs typeface="Tahoma"/>
              </a:rPr>
              <a:t> </a:t>
            </a:r>
            <a:r>
              <a:rPr sz="1200" dirty="0">
                <a:solidFill>
                  <a:srgbClr val="538235"/>
                </a:solidFill>
                <a:latin typeface="Tahoma"/>
                <a:cs typeface="Tahoma"/>
              </a:rPr>
              <a:t>the</a:t>
            </a:r>
            <a:r>
              <a:rPr sz="1200" spc="415" dirty="0">
                <a:solidFill>
                  <a:srgbClr val="538235"/>
                </a:solidFill>
                <a:latin typeface="Tahoma"/>
                <a:cs typeface="Tahoma"/>
              </a:rPr>
              <a:t> </a:t>
            </a:r>
            <a:r>
              <a:rPr sz="1200" spc="-5" dirty="0">
                <a:solidFill>
                  <a:srgbClr val="538235"/>
                </a:solidFill>
                <a:latin typeface="Tahoma"/>
                <a:cs typeface="Tahoma"/>
              </a:rPr>
              <a:t>message</a:t>
            </a:r>
            <a:r>
              <a:rPr sz="1200" spc="415" dirty="0">
                <a:solidFill>
                  <a:srgbClr val="538235"/>
                </a:solidFill>
                <a:latin typeface="Tahoma"/>
                <a:cs typeface="Tahoma"/>
              </a:rPr>
              <a:t> </a:t>
            </a:r>
            <a:r>
              <a:rPr sz="1200" spc="-5" dirty="0">
                <a:solidFill>
                  <a:srgbClr val="538235"/>
                </a:solidFill>
                <a:latin typeface="Tahoma"/>
                <a:cs typeface="Tahoma"/>
              </a:rPr>
              <a:t>with</a:t>
            </a:r>
            <a:r>
              <a:rPr sz="1200" spc="420" dirty="0">
                <a:solidFill>
                  <a:srgbClr val="538235"/>
                </a:solidFill>
                <a:latin typeface="Tahoma"/>
                <a:cs typeface="Tahoma"/>
              </a:rPr>
              <a:t> </a:t>
            </a:r>
            <a:r>
              <a:rPr sz="1200" dirty="0">
                <a:solidFill>
                  <a:srgbClr val="538235"/>
                </a:solidFill>
                <a:latin typeface="Tahoma"/>
                <a:cs typeface="Tahoma"/>
              </a:rPr>
              <a:t>the</a:t>
            </a:r>
            <a:endParaRPr sz="1200" dirty="0">
              <a:latin typeface="Tahoma"/>
              <a:cs typeface="Tahoma"/>
            </a:endParaRPr>
          </a:p>
          <a:p>
            <a:pPr marL="182880">
              <a:lnSpc>
                <a:spcPct val="100000"/>
              </a:lnSpc>
              <a:spcBef>
                <a:spcPts val="720"/>
              </a:spcBef>
            </a:pPr>
            <a:r>
              <a:rPr sz="1200" spc="-10" dirty="0">
                <a:solidFill>
                  <a:srgbClr val="538235"/>
                </a:solidFill>
                <a:latin typeface="Tahoma"/>
                <a:cs typeface="Tahoma"/>
              </a:rPr>
              <a:t>recipient’s</a:t>
            </a:r>
            <a:r>
              <a:rPr sz="1200" spc="30" dirty="0">
                <a:solidFill>
                  <a:srgbClr val="538235"/>
                </a:solidFill>
                <a:latin typeface="Tahoma"/>
                <a:cs typeface="Tahoma"/>
              </a:rPr>
              <a:t> </a:t>
            </a:r>
            <a:r>
              <a:rPr sz="1200" spc="-5" dirty="0">
                <a:solidFill>
                  <a:srgbClr val="538235"/>
                </a:solidFill>
                <a:latin typeface="Tahoma"/>
                <a:cs typeface="Tahoma"/>
              </a:rPr>
              <a:t>public</a:t>
            </a:r>
            <a:r>
              <a:rPr sz="1200" spc="-30" dirty="0">
                <a:solidFill>
                  <a:srgbClr val="538235"/>
                </a:solidFill>
                <a:latin typeface="Tahoma"/>
                <a:cs typeface="Tahoma"/>
              </a:rPr>
              <a:t> key.</a:t>
            </a:r>
            <a:endParaRPr sz="1200" dirty="0">
              <a:latin typeface="Tahoma"/>
              <a:cs typeface="Tahoma"/>
            </a:endParaRPr>
          </a:p>
          <a:p>
            <a:pPr marL="182880" marR="8890" indent="-170815">
              <a:lnSpc>
                <a:spcPct val="150000"/>
              </a:lnSpc>
              <a:buClr>
                <a:srgbClr val="538135"/>
              </a:buClr>
              <a:buFont typeface="Wingdings"/>
              <a:buChar char=""/>
              <a:tabLst>
                <a:tab pos="183515" algn="l"/>
              </a:tabLst>
            </a:pPr>
            <a:r>
              <a:rPr sz="1200" spc="-5" dirty="0">
                <a:solidFill>
                  <a:srgbClr val="538235"/>
                </a:solidFill>
                <a:latin typeface="Tahoma"/>
                <a:cs typeface="Tahoma"/>
              </a:rPr>
              <a:t>Authentication</a:t>
            </a:r>
            <a:r>
              <a:rPr sz="1200" spc="150" dirty="0">
                <a:solidFill>
                  <a:srgbClr val="538235"/>
                </a:solidFill>
                <a:latin typeface="Tahoma"/>
                <a:cs typeface="Tahoma"/>
              </a:rPr>
              <a:t> </a:t>
            </a:r>
            <a:r>
              <a:rPr sz="1200" spc="5" dirty="0">
                <a:solidFill>
                  <a:srgbClr val="538235"/>
                </a:solidFill>
                <a:latin typeface="Tahoma"/>
                <a:cs typeface="Tahoma"/>
              </a:rPr>
              <a:t>is</a:t>
            </a:r>
            <a:r>
              <a:rPr sz="1200" spc="145" dirty="0">
                <a:solidFill>
                  <a:srgbClr val="538235"/>
                </a:solidFill>
                <a:latin typeface="Tahoma"/>
                <a:cs typeface="Tahoma"/>
              </a:rPr>
              <a:t> </a:t>
            </a:r>
            <a:r>
              <a:rPr sz="1200" spc="-5" dirty="0">
                <a:solidFill>
                  <a:srgbClr val="538235"/>
                </a:solidFill>
                <a:latin typeface="Tahoma"/>
                <a:cs typeface="Tahoma"/>
              </a:rPr>
              <a:t>achieved</a:t>
            </a:r>
            <a:r>
              <a:rPr sz="1200" spc="165" dirty="0">
                <a:solidFill>
                  <a:srgbClr val="538235"/>
                </a:solidFill>
                <a:latin typeface="Tahoma"/>
                <a:cs typeface="Tahoma"/>
              </a:rPr>
              <a:t> </a:t>
            </a:r>
            <a:r>
              <a:rPr sz="1200" dirty="0">
                <a:solidFill>
                  <a:srgbClr val="538235"/>
                </a:solidFill>
                <a:latin typeface="Tahoma"/>
                <a:cs typeface="Tahoma"/>
              </a:rPr>
              <a:t>when</a:t>
            </a:r>
            <a:r>
              <a:rPr sz="1200" spc="155" dirty="0">
                <a:solidFill>
                  <a:srgbClr val="538235"/>
                </a:solidFill>
                <a:latin typeface="Tahoma"/>
                <a:cs typeface="Tahoma"/>
              </a:rPr>
              <a:t> </a:t>
            </a:r>
            <a:r>
              <a:rPr sz="1200" dirty="0">
                <a:solidFill>
                  <a:srgbClr val="538235"/>
                </a:solidFill>
                <a:latin typeface="Tahoma"/>
                <a:cs typeface="Tahoma"/>
              </a:rPr>
              <a:t>the</a:t>
            </a:r>
            <a:r>
              <a:rPr sz="1200" spc="145" dirty="0">
                <a:solidFill>
                  <a:srgbClr val="538235"/>
                </a:solidFill>
                <a:latin typeface="Tahoma"/>
                <a:cs typeface="Tahoma"/>
              </a:rPr>
              <a:t> </a:t>
            </a:r>
            <a:r>
              <a:rPr sz="1200" dirty="0">
                <a:solidFill>
                  <a:srgbClr val="538235"/>
                </a:solidFill>
                <a:latin typeface="Tahoma"/>
                <a:cs typeface="Tahoma"/>
              </a:rPr>
              <a:t>sender</a:t>
            </a:r>
            <a:r>
              <a:rPr sz="1200" spc="180" dirty="0">
                <a:solidFill>
                  <a:srgbClr val="538235"/>
                </a:solidFill>
                <a:latin typeface="Tahoma"/>
                <a:cs typeface="Tahoma"/>
              </a:rPr>
              <a:t> </a:t>
            </a:r>
            <a:r>
              <a:rPr sz="1200" spc="-5" dirty="0">
                <a:solidFill>
                  <a:srgbClr val="538235"/>
                </a:solidFill>
                <a:latin typeface="Tahoma"/>
                <a:cs typeface="Tahoma"/>
              </a:rPr>
              <a:t>signs</a:t>
            </a:r>
            <a:r>
              <a:rPr sz="1200" spc="145" dirty="0">
                <a:solidFill>
                  <a:srgbClr val="538235"/>
                </a:solidFill>
                <a:latin typeface="Tahoma"/>
                <a:cs typeface="Tahoma"/>
              </a:rPr>
              <a:t> </a:t>
            </a:r>
            <a:r>
              <a:rPr sz="1200" dirty="0">
                <a:solidFill>
                  <a:srgbClr val="538235"/>
                </a:solidFill>
                <a:latin typeface="Tahoma"/>
                <a:cs typeface="Tahoma"/>
              </a:rPr>
              <a:t>a</a:t>
            </a:r>
            <a:r>
              <a:rPr sz="1200" spc="145" dirty="0">
                <a:solidFill>
                  <a:srgbClr val="538235"/>
                </a:solidFill>
                <a:latin typeface="Tahoma"/>
                <a:cs typeface="Tahoma"/>
              </a:rPr>
              <a:t> </a:t>
            </a:r>
            <a:r>
              <a:rPr sz="1200" dirty="0">
                <a:solidFill>
                  <a:srgbClr val="538235"/>
                </a:solidFill>
                <a:latin typeface="Tahoma"/>
                <a:cs typeface="Tahoma"/>
              </a:rPr>
              <a:t>message</a:t>
            </a:r>
            <a:r>
              <a:rPr sz="1200" spc="150" dirty="0">
                <a:solidFill>
                  <a:srgbClr val="538235"/>
                </a:solidFill>
                <a:latin typeface="Tahoma"/>
                <a:cs typeface="Tahoma"/>
              </a:rPr>
              <a:t> </a:t>
            </a:r>
            <a:r>
              <a:rPr sz="1200" spc="-5" dirty="0">
                <a:solidFill>
                  <a:srgbClr val="538235"/>
                </a:solidFill>
                <a:latin typeface="Tahoma"/>
                <a:cs typeface="Tahoma"/>
              </a:rPr>
              <a:t>with</a:t>
            </a:r>
            <a:r>
              <a:rPr sz="1200" spc="180" dirty="0">
                <a:solidFill>
                  <a:srgbClr val="538235"/>
                </a:solidFill>
                <a:latin typeface="Tahoma"/>
                <a:cs typeface="Tahoma"/>
              </a:rPr>
              <a:t> </a:t>
            </a:r>
            <a:r>
              <a:rPr sz="1200" spc="-5" dirty="0">
                <a:solidFill>
                  <a:srgbClr val="538235"/>
                </a:solidFill>
                <a:latin typeface="Tahoma"/>
                <a:cs typeface="Tahoma"/>
              </a:rPr>
              <a:t>its</a:t>
            </a:r>
            <a:r>
              <a:rPr sz="1200" spc="145" dirty="0">
                <a:solidFill>
                  <a:srgbClr val="538235"/>
                </a:solidFill>
                <a:latin typeface="Tahoma"/>
                <a:cs typeface="Tahoma"/>
              </a:rPr>
              <a:t> </a:t>
            </a:r>
            <a:r>
              <a:rPr sz="1200" dirty="0">
                <a:solidFill>
                  <a:srgbClr val="538235"/>
                </a:solidFill>
                <a:latin typeface="Tahoma"/>
                <a:cs typeface="Tahoma"/>
              </a:rPr>
              <a:t>(sender’s) </a:t>
            </a:r>
            <a:r>
              <a:rPr sz="1200" spc="-360" dirty="0">
                <a:solidFill>
                  <a:srgbClr val="538235"/>
                </a:solidFill>
                <a:latin typeface="Tahoma"/>
                <a:cs typeface="Tahoma"/>
              </a:rPr>
              <a:t> </a:t>
            </a:r>
            <a:r>
              <a:rPr sz="1200" spc="-10" dirty="0">
                <a:solidFill>
                  <a:srgbClr val="538235"/>
                </a:solidFill>
                <a:latin typeface="Tahoma"/>
                <a:cs typeface="Tahoma"/>
              </a:rPr>
              <a:t>private</a:t>
            </a:r>
            <a:r>
              <a:rPr sz="1200" dirty="0">
                <a:solidFill>
                  <a:srgbClr val="538235"/>
                </a:solidFill>
                <a:latin typeface="Tahoma"/>
                <a:cs typeface="Tahoma"/>
              </a:rPr>
              <a:t> </a:t>
            </a:r>
            <a:r>
              <a:rPr sz="1200" spc="-30" dirty="0">
                <a:solidFill>
                  <a:srgbClr val="538235"/>
                </a:solidFill>
                <a:latin typeface="Tahoma"/>
                <a:cs typeface="Tahoma"/>
              </a:rPr>
              <a:t>key.</a:t>
            </a:r>
            <a:endParaRPr sz="1200" dirty="0">
              <a:latin typeface="Tahoma"/>
              <a:cs typeface="Tahoma"/>
            </a:endParaRPr>
          </a:p>
          <a:p>
            <a:pPr>
              <a:lnSpc>
                <a:spcPct val="100000"/>
              </a:lnSpc>
              <a:buClr>
                <a:srgbClr val="538135"/>
              </a:buClr>
              <a:buFont typeface="Wingdings"/>
              <a:buChar char=""/>
            </a:pPr>
            <a:endParaRPr sz="1400" dirty="0">
              <a:latin typeface="Tahoma"/>
              <a:cs typeface="Tahoma"/>
            </a:endParaRPr>
          </a:p>
          <a:p>
            <a:pPr marL="12700">
              <a:lnSpc>
                <a:spcPct val="100000"/>
              </a:lnSpc>
              <a:spcBef>
                <a:spcPts val="1195"/>
              </a:spcBef>
            </a:pPr>
            <a:r>
              <a:rPr lang="en-IN" sz="1200" b="1" spc="-5" dirty="0">
                <a:solidFill>
                  <a:srgbClr val="538235"/>
                </a:solidFill>
                <a:latin typeface="Tahoma"/>
                <a:cs typeface="Tahoma"/>
              </a:rPr>
              <a:t>12. </a:t>
            </a:r>
            <a:r>
              <a:rPr sz="1200" b="1" spc="-5" dirty="0">
                <a:solidFill>
                  <a:srgbClr val="538235"/>
                </a:solidFill>
                <a:latin typeface="Tahoma"/>
                <a:cs typeface="Tahoma"/>
              </a:rPr>
              <a:t>What</a:t>
            </a:r>
            <a:r>
              <a:rPr sz="1200" b="1" spc="-15" dirty="0">
                <a:solidFill>
                  <a:srgbClr val="538235"/>
                </a:solidFill>
                <a:latin typeface="Tahoma"/>
                <a:cs typeface="Tahoma"/>
              </a:rPr>
              <a:t> </a:t>
            </a:r>
            <a:r>
              <a:rPr sz="1200" b="1" dirty="0">
                <a:solidFill>
                  <a:srgbClr val="538235"/>
                </a:solidFill>
                <a:latin typeface="Tahoma"/>
                <a:cs typeface="Tahoma"/>
              </a:rPr>
              <a:t>is</a:t>
            </a:r>
            <a:r>
              <a:rPr sz="1200" b="1" spc="5" dirty="0">
                <a:solidFill>
                  <a:srgbClr val="538235"/>
                </a:solidFill>
                <a:latin typeface="Tahoma"/>
                <a:cs typeface="Tahoma"/>
              </a:rPr>
              <a:t> </a:t>
            </a:r>
            <a:r>
              <a:rPr sz="1200" b="1" spc="-5" dirty="0">
                <a:solidFill>
                  <a:srgbClr val="538235"/>
                </a:solidFill>
                <a:latin typeface="Tahoma"/>
                <a:cs typeface="Tahoma"/>
              </a:rPr>
              <a:t>the</a:t>
            </a:r>
            <a:r>
              <a:rPr sz="1200" b="1" spc="-10" dirty="0">
                <a:solidFill>
                  <a:srgbClr val="538235"/>
                </a:solidFill>
                <a:latin typeface="Tahoma"/>
                <a:cs typeface="Tahoma"/>
              </a:rPr>
              <a:t> </a:t>
            </a:r>
            <a:r>
              <a:rPr sz="1200" b="1" spc="-5" dirty="0">
                <a:solidFill>
                  <a:srgbClr val="538235"/>
                </a:solidFill>
                <a:latin typeface="Tahoma"/>
                <a:cs typeface="Tahoma"/>
              </a:rPr>
              <a:t>idea</a:t>
            </a:r>
            <a:r>
              <a:rPr sz="1200" b="1" spc="-20" dirty="0">
                <a:solidFill>
                  <a:srgbClr val="538235"/>
                </a:solidFill>
                <a:latin typeface="Tahoma"/>
                <a:cs typeface="Tahoma"/>
              </a:rPr>
              <a:t> </a:t>
            </a:r>
            <a:r>
              <a:rPr sz="1200" b="1" spc="-5" dirty="0">
                <a:solidFill>
                  <a:srgbClr val="538235"/>
                </a:solidFill>
                <a:latin typeface="Tahoma"/>
                <a:cs typeface="Tahoma"/>
              </a:rPr>
              <a:t>behind</a:t>
            </a:r>
            <a:r>
              <a:rPr sz="1200" b="1" spc="-30" dirty="0">
                <a:solidFill>
                  <a:srgbClr val="538235"/>
                </a:solidFill>
                <a:latin typeface="Tahoma"/>
                <a:cs typeface="Tahoma"/>
              </a:rPr>
              <a:t> </a:t>
            </a:r>
            <a:r>
              <a:rPr sz="1200" b="1" spc="-5" dirty="0">
                <a:solidFill>
                  <a:srgbClr val="538235"/>
                </a:solidFill>
                <a:latin typeface="Tahoma"/>
                <a:cs typeface="Tahoma"/>
              </a:rPr>
              <a:t>the</a:t>
            </a:r>
            <a:r>
              <a:rPr sz="1200" b="1" spc="-10" dirty="0">
                <a:solidFill>
                  <a:srgbClr val="538235"/>
                </a:solidFill>
                <a:latin typeface="Tahoma"/>
                <a:cs typeface="Tahoma"/>
              </a:rPr>
              <a:t> </a:t>
            </a:r>
            <a:r>
              <a:rPr sz="1200" b="1" dirty="0">
                <a:solidFill>
                  <a:srgbClr val="538235"/>
                </a:solidFill>
                <a:latin typeface="Tahoma"/>
                <a:cs typeface="Tahoma"/>
              </a:rPr>
              <a:t>security</a:t>
            </a:r>
            <a:r>
              <a:rPr sz="1200" b="1" spc="-30" dirty="0">
                <a:solidFill>
                  <a:srgbClr val="538235"/>
                </a:solidFill>
                <a:latin typeface="Tahoma"/>
                <a:cs typeface="Tahoma"/>
              </a:rPr>
              <a:t> </a:t>
            </a:r>
            <a:r>
              <a:rPr sz="1200" b="1" dirty="0">
                <a:solidFill>
                  <a:srgbClr val="538235"/>
                </a:solidFill>
                <a:latin typeface="Tahoma"/>
                <a:cs typeface="Tahoma"/>
              </a:rPr>
              <a:t>of </a:t>
            </a:r>
            <a:r>
              <a:rPr sz="1200" b="1" spc="-5" dirty="0">
                <a:solidFill>
                  <a:srgbClr val="538235"/>
                </a:solidFill>
                <a:latin typeface="Tahoma"/>
                <a:cs typeface="Tahoma"/>
              </a:rPr>
              <a:t>RSA?</a:t>
            </a:r>
            <a:endParaRPr sz="1200" dirty="0">
              <a:latin typeface="Tahoma"/>
              <a:cs typeface="Tahoma"/>
            </a:endParaRPr>
          </a:p>
          <a:p>
            <a:pPr marL="12700" marR="8255">
              <a:lnSpc>
                <a:spcPct val="150000"/>
              </a:lnSpc>
            </a:pPr>
            <a:r>
              <a:rPr sz="1200" spc="-5" dirty="0">
                <a:solidFill>
                  <a:srgbClr val="538235"/>
                </a:solidFill>
                <a:latin typeface="Tahoma"/>
                <a:cs typeface="Tahoma"/>
              </a:rPr>
              <a:t>The</a:t>
            </a:r>
            <a:r>
              <a:rPr sz="1200" spc="145" dirty="0">
                <a:solidFill>
                  <a:srgbClr val="538235"/>
                </a:solidFill>
                <a:latin typeface="Tahoma"/>
                <a:cs typeface="Tahoma"/>
              </a:rPr>
              <a:t> </a:t>
            </a:r>
            <a:r>
              <a:rPr sz="1200" spc="-5" dirty="0">
                <a:solidFill>
                  <a:srgbClr val="538235"/>
                </a:solidFill>
                <a:latin typeface="Tahoma"/>
                <a:cs typeface="Tahoma"/>
              </a:rPr>
              <a:t>security</a:t>
            </a:r>
            <a:r>
              <a:rPr sz="1200" spc="160" dirty="0">
                <a:solidFill>
                  <a:srgbClr val="538235"/>
                </a:solidFill>
                <a:latin typeface="Tahoma"/>
                <a:cs typeface="Tahoma"/>
              </a:rPr>
              <a:t> </a:t>
            </a:r>
            <a:r>
              <a:rPr sz="1200" spc="-5" dirty="0">
                <a:solidFill>
                  <a:srgbClr val="538235"/>
                </a:solidFill>
                <a:latin typeface="Tahoma"/>
                <a:cs typeface="Tahoma"/>
              </a:rPr>
              <a:t>of</a:t>
            </a:r>
            <a:r>
              <a:rPr sz="1200" spc="155" dirty="0">
                <a:solidFill>
                  <a:srgbClr val="538235"/>
                </a:solidFill>
                <a:latin typeface="Tahoma"/>
                <a:cs typeface="Tahoma"/>
              </a:rPr>
              <a:t> </a:t>
            </a:r>
            <a:r>
              <a:rPr sz="1200" dirty="0">
                <a:solidFill>
                  <a:srgbClr val="538235"/>
                </a:solidFill>
                <a:latin typeface="Tahoma"/>
                <a:cs typeface="Tahoma"/>
              </a:rPr>
              <a:t>RSA</a:t>
            </a:r>
            <a:r>
              <a:rPr sz="1200" spc="155" dirty="0">
                <a:solidFill>
                  <a:srgbClr val="538235"/>
                </a:solidFill>
                <a:latin typeface="Tahoma"/>
                <a:cs typeface="Tahoma"/>
              </a:rPr>
              <a:t> </a:t>
            </a:r>
            <a:r>
              <a:rPr sz="1200" spc="-10" dirty="0">
                <a:solidFill>
                  <a:srgbClr val="538235"/>
                </a:solidFill>
                <a:latin typeface="Tahoma"/>
                <a:cs typeface="Tahoma"/>
              </a:rPr>
              <a:t>lies</a:t>
            </a:r>
            <a:r>
              <a:rPr sz="1200" spc="145" dirty="0">
                <a:solidFill>
                  <a:srgbClr val="538235"/>
                </a:solidFill>
                <a:latin typeface="Tahoma"/>
                <a:cs typeface="Tahoma"/>
              </a:rPr>
              <a:t> </a:t>
            </a:r>
            <a:r>
              <a:rPr sz="1200" spc="-10" dirty="0">
                <a:solidFill>
                  <a:srgbClr val="538235"/>
                </a:solidFill>
                <a:latin typeface="Tahoma"/>
                <a:cs typeface="Tahoma"/>
              </a:rPr>
              <a:t>in</a:t>
            </a:r>
            <a:r>
              <a:rPr sz="1200" spc="155" dirty="0">
                <a:solidFill>
                  <a:srgbClr val="538235"/>
                </a:solidFill>
                <a:latin typeface="Tahoma"/>
                <a:cs typeface="Tahoma"/>
              </a:rPr>
              <a:t> </a:t>
            </a:r>
            <a:r>
              <a:rPr sz="1200" dirty="0">
                <a:solidFill>
                  <a:srgbClr val="538235"/>
                </a:solidFill>
                <a:latin typeface="Tahoma"/>
                <a:cs typeface="Tahoma"/>
              </a:rPr>
              <a:t>the</a:t>
            </a:r>
            <a:r>
              <a:rPr sz="1200" spc="150" dirty="0">
                <a:solidFill>
                  <a:srgbClr val="538235"/>
                </a:solidFill>
                <a:latin typeface="Tahoma"/>
                <a:cs typeface="Tahoma"/>
              </a:rPr>
              <a:t> </a:t>
            </a:r>
            <a:r>
              <a:rPr sz="1200" spc="-10" dirty="0">
                <a:solidFill>
                  <a:srgbClr val="538235"/>
                </a:solidFill>
                <a:latin typeface="Tahoma"/>
                <a:cs typeface="Tahoma"/>
              </a:rPr>
              <a:t>fact</a:t>
            </a:r>
            <a:r>
              <a:rPr sz="1200" spc="160" dirty="0">
                <a:solidFill>
                  <a:srgbClr val="538235"/>
                </a:solidFill>
                <a:latin typeface="Tahoma"/>
                <a:cs typeface="Tahoma"/>
              </a:rPr>
              <a:t> </a:t>
            </a:r>
            <a:r>
              <a:rPr sz="1200" dirty="0">
                <a:solidFill>
                  <a:srgbClr val="538235"/>
                </a:solidFill>
                <a:latin typeface="Tahoma"/>
                <a:cs typeface="Tahoma"/>
              </a:rPr>
              <a:t>that</a:t>
            </a:r>
            <a:r>
              <a:rPr sz="1200" spc="135" dirty="0">
                <a:solidFill>
                  <a:srgbClr val="538235"/>
                </a:solidFill>
                <a:latin typeface="Tahoma"/>
                <a:cs typeface="Tahoma"/>
              </a:rPr>
              <a:t> </a:t>
            </a:r>
            <a:r>
              <a:rPr sz="1200" spc="-5" dirty="0">
                <a:solidFill>
                  <a:srgbClr val="538235"/>
                </a:solidFill>
                <a:latin typeface="Tahoma"/>
                <a:cs typeface="Tahoma"/>
              </a:rPr>
              <a:t>Integer</a:t>
            </a:r>
            <a:r>
              <a:rPr sz="1200" spc="155" dirty="0">
                <a:solidFill>
                  <a:srgbClr val="538235"/>
                </a:solidFill>
                <a:latin typeface="Tahoma"/>
                <a:cs typeface="Tahoma"/>
              </a:rPr>
              <a:t> </a:t>
            </a:r>
            <a:r>
              <a:rPr sz="1200" spc="-10" dirty="0">
                <a:solidFill>
                  <a:srgbClr val="538235"/>
                </a:solidFill>
                <a:latin typeface="Tahoma"/>
                <a:cs typeface="Tahoma"/>
              </a:rPr>
              <a:t>Factorization</a:t>
            </a:r>
            <a:r>
              <a:rPr sz="1200" spc="160" dirty="0">
                <a:solidFill>
                  <a:srgbClr val="538235"/>
                </a:solidFill>
                <a:latin typeface="Tahoma"/>
                <a:cs typeface="Tahoma"/>
              </a:rPr>
              <a:t> </a:t>
            </a:r>
            <a:r>
              <a:rPr sz="1200" spc="-5" dirty="0">
                <a:solidFill>
                  <a:srgbClr val="538235"/>
                </a:solidFill>
                <a:latin typeface="Tahoma"/>
                <a:cs typeface="Tahoma"/>
              </a:rPr>
              <a:t>(factoring</a:t>
            </a:r>
            <a:r>
              <a:rPr sz="1200" spc="165" dirty="0">
                <a:solidFill>
                  <a:srgbClr val="538235"/>
                </a:solidFill>
                <a:latin typeface="Tahoma"/>
                <a:cs typeface="Tahoma"/>
              </a:rPr>
              <a:t> </a:t>
            </a:r>
            <a:r>
              <a:rPr sz="1200" spc="-5" dirty="0">
                <a:solidFill>
                  <a:srgbClr val="538235"/>
                </a:solidFill>
                <a:latin typeface="Tahoma"/>
                <a:cs typeface="Tahoma"/>
              </a:rPr>
              <a:t>an</a:t>
            </a:r>
            <a:r>
              <a:rPr sz="1200" spc="155" dirty="0">
                <a:solidFill>
                  <a:srgbClr val="538235"/>
                </a:solidFill>
                <a:latin typeface="Tahoma"/>
                <a:cs typeface="Tahoma"/>
              </a:rPr>
              <a:t> </a:t>
            </a:r>
            <a:r>
              <a:rPr sz="1200" spc="-5" dirty="0">
                <a:solidFill>
                  <a:srgbClr val="538235"/>
                </a:solidFill>
                <a:latin typeface="Tahoma"/>
                <a:cs typeface="Tahoma"/>
              </a:rPr>
              <a:t>integer </a:t>
            </a:r>
            <a:r>
              <a:rPr sz="1200" spc="-360" dirty="0">
                <a:solidFill>
                  <a:srgbClr val="538235"/>
                </a:solidFill>
                <a:latin typeface="Tahoma"/>
                <a:cs typeface="Tahoma"/>
              </a:rPr>
              <a:t> </a:t>
            </a:r>
            <a:r>
              <a:rPr sz="1200" spc="-5" dirty="0">
                <a:solidFill>
                  <a:srgbClr val="538235"/>
                </a:solidFill>
                <a:latin typeface="Tahoma"/>
                <a:cs typeface="Tahoma"/>
              </a:rPr>
              <a:t>into</a:t>
            </a:r>
            <a:r>
              <a:rPr sz="1200" dirty="0">
                <a:solidFill>
                  <a:srgbClr val="538235"/>
                </a:solidFill>
                <a:latin typeface="Tahoma"/>
                <a:cs typeface="Tahoma"/>
              </a:rPr>
              <a:t> </a:t>
            </a:r>
            <a:r>
              <a:rPr sz="1200" spc="-5" dirty="0">
                <a:solidFill>
                  <a:srgbClr val="538235"/>
                </a:solidFill>
                <a:latin typeface="Tahoma"/>
                <a:cs typeface="Tahoma"/>
              </a:rPr>
              <a:t>their</a:t>
            </a:r>
            <a:r>
              <a:rPr sz="1200" spc="35" dirty="0">
                <a:solidFill>
                  <a:srgbClr val="538235"/>
                </a:solidFill>
                <a:latin typeface="Tahoma"/>
                <a:cs typeface="Tahoma"/>
              </a:rPr>
              <a:t> </a:t>
            </a:r>
            <a:r>
              <a:rPr sz="1200" spc="-5" dirty="0">
                <a:solidFill>
                  <a:srgbClr val="538235"/>
                </a:solidFill>
                <a:latin typeface="Tahoma"/>
                <a:cs typeface="Tahoma"/>
              </a:rPr>
              <a:t>prime</a:t>
            </a:r>
            <a:r>
              <a:rPr sz="1200" dirty="0">
                <a:solidFill>
                  <a:srgbClr val="538235"/>
                </a:solidFill>
                <a:latin typeface="Tahoma"/>
                <a:cs typeface="Tahoma"/>
              </a:rPr>
              <a:t> </a:t>
            </a:r>
            <a:r>
              <a:rPr sz="1200" spc="-5" dirty="0">
                <a:solidFill>
                  <a:srgbClr val="538235"/>
                </a:solidFill>
                <a:latin typeface="Tahoma"/>
                <a:cs typeface="Tahoma"/>
              </a:rPr>
              <a:t>factors)</a:t>
            </a:r>
            <a:r>
              <a:rPr sz="1200" spc="20" dirty="0">
                <a:solidFill>
                  <a:srgbClr val="538235"/>
                </a:solidFill>
                <a:latin typeface="Tahoma"/>
                <a:cs typeface="Tahoma"/>
              </a:rPr>
              <a:t> </a:t>
            </a:r>
            <a:r>
              <a:rPr sz="1200" spc="-10" dirty="0">
                <a:solidFill>
                  <a:srgbClr val="538235"/>
                </a:solidFill>
                <a:latin typeface="Tahoma"/>
                <a:cs typeface="Tahoma"/>
              </a:rPr>
              <a:t>is</a:t>
            </a:r>
            <a:r>
              <a:rPr sz="1200" spc="25" dirty="0">
                <a:solidFill>
                  <a:srgbClr val="538235"/>
                </a:solidFill>
                <a:latin typeface="Tahoma"/>
                <a:cs typeface="Tahoma"/>
              </a:rPr>
              <a:t> </a:t>
            </a:r>
            <a:r>
              <a:rPr sz="1200" spc="-5" dirty="0">
                <a:solidFill>
                  <a:srgbClr val="538235"/>
                </a:solidFill>
                <a:latin typeface="Tahoma"/>
                <a:cs typeface="Tahoma"/>
              </a:rPr>
              <a:t>hard.</a:t>
            </a:r>
            <a:endParaRPr sz="1200" dirty="0">
              <a:latin typeface="Tahoma"/>
              <a:cs typeface="Tahoma"/>
            </a:endParaRPr>
          </a:p>
          <a:p>
            <a:pPr>
              <a:lnSpc>
                <a:spcPct val="100000"/>
              </a:lnSpc>
            </a:pPr>
            <a:endParaRPr sz="1400" dirty="0">
              <a:latin typeface="Tahoma"/>
              <a:cs typeface="Tahoma"/>
            </a:endParaRPr>
          </a:p>
          <a:p>
            <a:pPr marL="12700">
              <a:lnSpc>
                <a:spcPct val="100000"/>
              </a:lnSpc>
              <a:spcBef>
                <a:spcPts val="1190"/>
              </a:spcBef>
            </a:pPr>
            <a:r>
              <a:rPr lang="en-IN" sz="1200" b="1" dirty="0">
                <a:solidFill>
                  <a:srgbClr val="538235"/>
                </a:solidFill>
                <a:latin typeface="Tahoma"/>
                <a:cs typeface="Tahoma"/>
              </a:rPr>
              <a:t>13. </a:t>
            </a:r>
            <a:r>
              <a:rPr sz="1200" b="1" dirty="0">
                <a:solidFill>
                  <a:srgbClr val="538235"/>
                </a:solidFill>
                <a:latin typeface="Tahoma"/>
                <a:cs typeface="Tahoma"/>
              </a:rPr>
              <a:t>List</a:t>
            </a:r>
            <a:r>
              <a:rPr sz="1200" b="1" spc="-10" dirty="0">
                <a:solidFill>
                  <a:srgbClr val="538235"/>
                </a:solidFill>
                <a:latin typeface="Tahoma"/>
                <a:cs typeface="Tahoma"/>
              </a:rPr>
              <a:t> </a:t>
            </a:r>
            <a:r>
              <a:rPr sz="1200" b="1" spc="-5" dirty="0">
                <a:solidFill>
                  <a:srgbClr val="538235"/>
                </a:solidFill>
                <a:latin typeface="Tahoma"/>
                <a:cs typeface="Tahoma"/>
              </a:rPr>
              <a:t>out</a:t>
            </a:r>
            <a:r>
              <a:rPr sz="1200" b="1" spc="-10" dirty="0">
                <a:solidFill>
                  <a:srgbClr val="538235"/>
                </a:solidFill>
                <a:latin typeface="Tahoma"/>
                <a:cs typeface="Tahoma"/>
              </a:rPr>
              <a:t> </a:t>
            </a:r>
            <a:r>
              <a:rPr sz="1200" b="1" spc="-5" dirty="0">
                <a:solidFill>
                  <a:srgbClr val="538235"/>
                </a:solidFill>
                <a:latin typeface="Tahoma"/>
                <a:cs typeface="Tahoma"/>
              </a:rPr>
              <a:t>the</a:t>
            </a:r>
            <a:r>
              <a:rPr sz="1200" b="1" spc="-35" dirty="0">
                <a:solidFill>
                  <a:srgbClr val="538235"/>
                </a:solidFill>
                <a:latin typeface="Tahoma"/>
                <a:cs typeface="Tahoma"/>
              </a:rPr>
              <a:t> </a:t>
            </a:r>
            <a:r>
              <a:rPr sz="1200" b="1" spc="-5" dirty="0">
                <a:solidFill>
                  <a:srgbClr val="538235"/>
                </a:solidFill>
                <a:latin typeface="Tahoma"/>
                <a:cs typeface="Tahoma"/>
              </a:rPr>
              <a:t>different</a:t>
            </a:r>
            <a:r>
              <a:rPr sz="1200" b="1" spc="15" dirty="0">
                <a:solidFill>
                  <a:srgbClr val="538235"/>
                </a:solidFill>
                <a:latin typeface="Tahoma"/>
                <a:cs typeface="Tahoma"/>
              </a:rPr>
              <a:t> </a:t>
            </a:r>
            <a:r>
              <a:rPr sz="1200" b="1" dirty="0">
                <a:solidFill>
                  <a:srgbClr val="538235"/>
                </a:solidFill>
                <a:latin typeface="Tahoma"/>
                <a:cs typeface="Tahoma"/>
              </a:rPr>
              <a:t>primality-testing</a:t>
            </a:r>
            <a:r>
              <a:rPr sz="1200" b="1" spc="-80" dirty="0">
                <a:solidFill>
                  <a:srgbClr val="538235"/>
                </a:solidFill>
                <a:latin typeface="Tahoma"/>
                <a:cs typeface="Tahoma"/>
              </a:rPr>
              <a:t> </a:t>
            </a:r>
            <a:r>
              <a:rPr sz="1200" b="1" dirty="0">
                <a:solidFill>
                  <a:srgbClr val="538235"/>
                </a:solidFill>
                <a:latin typeface="Tahoma"/>
                <a:cs typeface="Tahoma"/>
              </a:rPr>
              <a:t>algorithms.</a:t>
            </a:r>
            <a:r>
              <a:rPr sz="1200" b="1" spc="-35" dirty="0">
                <a:solidFill>
                  <a:srgbClr val="538235"/>
                </a:solidFill>
                <a:latin typeface="Tahoma"/>
                <a:cs typeface="Tahoma"/>
              </a:rPr>
              <a:t> </a:t>
            </a:r>
            <a:r>
              <a:rPr sz="1200" b="1" dirty="0">
                <a:solidFill>
                  <a:srgbClr val="538235"/>
                </a:solidFill>
                <a:latin typeface="Tahoma"/>
                <a:cs typeface="Tahoma"/>
              </a:rPr>
              <a:t>(CO3,</a:t>
            </a:r>
            <a:r>
              <a:rPr sz="1200" b="1" spc="-10" dirty="0">
                <a:solidFill>
                  <a:srgbClr val="538235"/>
                </a:solidFill>
                <a:latin typeface="Tahoma"/>
                <a:cs typeface="Tahoma"/>
              </a:rPr>
              <a:t> </a:t>
            </a:r>
            <a:r>
              <a:rPr sz="1200" b="1" dirty="0">
                <a:solidFill>
                  <a:srgbClr val="538235"/>
                </a:solidFill>
                <a:latin typeface="Tahoma"/>
                <a:cs typeface="Tahoma"/>
              </a:rPr>
              <a:t>K2)</a:t>
            </a:r>
            <a:endParaRPr sz="1200" dirty="0">
              <a:latin typeface="Tahoma"/>
              <a:cs typeface="Tahoma"/>
            </a:endParaRPr>
          </a:p>
          <a:p>
            <a:pPr marL="182880" indent="-170815">
              <a:lnSpc>
                <a:spcPct val="100000"/>
              </a:lnSpc>
              <a:spcBef>
                <a:spcPts val="720"/>
              </a:spcBef>
              <a:buClr>
                <a:srgbClr val="538135"/>
              </a:buClr>
              <a:buFont typeface="Wingdings"/>
              <a:buChar char=""/>
              <a:tabLst>
                <a:tab pos="183515" algn="l"/>
              </a:tabLst>
            </a:pPr>
            <a:r>
              <a:rPr sz="1200" spc="-10" dirty="0">
                <a:solidFill>
                  <a:srgbClr val="538235"/>
                </a:solidFill>
                <a:latin typeface="Tahoma"/>
                <a:cs typeface="Tahoma"/>
              </a:rPr>
              <a:t>Fermat</a:t>
            </a:r>
            <a:r>
              <a:rPr sz="1200" spc="-5" dirty="0">
                <a:solidFill>
                  <a:srgbClr val="538235"/>
                </a:solidFill>
                <a:latin typeface="Tahoma"/>
                <a:cs typeface="Tahoma"/>
              </a:rPr>
              <a:t> </a:t>
            </a:r>
            <a:r>
              <a:rPr sz="1200" spc="-10" dirty="0">
                <a:solidFill>
                  <a:srgbClr val="538235"/>
                </a:solidFill>
                <a:latin typeface="Tahoma"/>
                <a:cs typeface="Tahoma"/>
              </a:rPr>
              <a:t>primality</a:t>
            </a:r>
            <a:r>
              <a:rPr sz="1200" spc="20" dirty="0">
                <a:solidFill>
                  <a:srgbClr val="538235"/>
                </a:solidFill>
                <a:latin typeface="Tahoma"/>
                <a:cs typeface="Tahoma"/>
              </a:rPr>
              <a:t> </a:t>
            </a:r>
            <a:r>
              <a:rPr sz="1200" spc="-5" dirty="0">
                <a:solidFill>
                  <a:srgbClr val="538235"/>
                </a:solidFill>
                <a:latin typeface="Tahoma"/>
                <a:cs typeface="Tahoma"/>
              </a:rPr>
              <a:t>test</a:t>
            </a:r>
            <a:endParaRPr sz="1200" dirty="0">
              <a:latin typeface="Tahoma"/>
              <a:cs typeface="Tahoma"/>
            </a:endParaRPr>
          </a:p>
          <a:p>
            <a:pPr marL="182880" indent="-170815">
              <a:lnSpc>
                <a:spcPct val="100000"/>
              </a:lnSpc>
              <a:spcBef>
                <a:spcPts val="720"/>
              </a:spcBef>
              <a:buClr>
                <a:srgbClr val="538135"/>
              </a:buClr>
              <a:buFont typeface="Wingdings"/>
              <a:buChar char=""/>
              <a:tabLst>
                <a:tab pos="183515" algn="l"/>
              </a:tabLst>
            </a:pPr>
            <a:r>
              <a:rPr sz="1200" spc="-10" dirty="0">
                <a:solidFill>
                  <a:srgbClr val="538235"/>
                </a:solidFill>
                <a:latin typeface="Tahoma"/>
                <a:cs typeface="Tahoma"/>
              </a:rPr>
              <a:t>Miller-Rabin</a:t>
            </a:r>
            <a:r>
              <a:rPr sz="1200" spc="45" dirty="0">
                <a:solidFill>
                  <a:srgbClr val="538235"/>
                </a:solidFill>
                <a:latin typeface="Tahoma"/>
                <a:cs typeface="Tahoma"/>
              </a:rPr>
              <a:t> </a:t>
            </a:r>
            <a:r>
              <a:rPr sz="1200" spc="-10" dirty="0">
                <a:solidFill>
                  <a:srgbClr val="538235"/>
                </a:solidFill>
                <a:latin typeface="Tahoma"/>
                <a:cs typeface="Tahoma"/>
              </a:rPr>
              <a:t>primality</a:t>
            </a:r>
            <a:r>
              <a:rPr sz="1200" spc="30" dirty="0">
                <a:solidFill>
                  <a:srgbClr val="538235"/>
                </a:solidFill>
                <a:latin typeface="Tahoma"/>
                <a:cs typeface="Tahoma"/>
              </a:rPr>
              <a:t> </a:t>
            </a:r>
            <a:r>
              <a:rPr sz="1200" spc="-5" dirty="0">
                <a:solidFill>
                  <a:srgbClr val="538235"/>
                </a:solidFill>
                <a:latin typeface="Tahoma"/>
                <a:cs typeface="Tahoma"/>
              </a:rPr>
              <a:t>test</a:t>
            </a:r>
            <a:endParaRPr sz="1200" dirty="0">
              <a:latin typeface="Tahoma"/>
              <a:cs typeface="Tahoma"/>
            </a:endParaRPr>
          </a:p>
          <a:p>
            <a:pPr marL="182880" indent="-170815">
              <a:lnSpc>
                <a:spcPct val="100000"/>
              </a:lnSpc>
              <a:spcBef>
                <a:spcPts val="725"/>
              </a:spcBef>
              <a:buClr>
                <a:srgbClr val="538135"/>
              </a:buClr>
              <a:buFont typeface="Wingdings"/>
              <a:buChar char=""/>
              <a:tabLst>
                <a:tab pos="183515" algn="l"/>
              </a:tabLst>
            </a:pPr>
            <a:r>
              <a:rPr sz="1200" spc="-10" dirty="0">
                <a:solidFill>
                  <a:srgbClr val="538235"/>
                </a:solidFill>
                <a:latin typeface="Tahoma"/>
                <a:cs typeface="Tahoma"/>
              </a:rPr>
              <a:t>Solovay-Strassen</a:t>
            </a:r>
            <a:r>
              <a:rPr sz="1200" dirty="0">
                <a:solidFill>
                  <a:srgbClr val="538235"/>
                </a:solidFill>
                <a:latin typeface="Tahoma"/>
                <a:cs typeface="Tahoma"/>
              </a:rPr>
              <a:t> </a:t>
            </a:r>
            <a:r>
              <a:rPr sz="1200" spc="-10" dirty="0">
                <a:solidFill>
                  <a:srgbClr val="538235"/>
                </a:solidFill>
                <a:latin typeface="Tahoma"/>
                <a:cs typeface="Tahoma"/>
              </a:rPr>
              <a:t>primality</a:t>
            </a:r>
            <a:r>
              <a:rPr sz="1200" spc="30" dirty="0">
                <a:solidFill>
                  <a:srgbClr val="538235"/>
                </a:solidFill>
                <a:latin typeface="Tahoma"/>
                <a:cs typeface="Tahoma"/>
              </a:rPr>
              <a:t> </a:t>
            </a:r>
            <a:r>
              <a:rPr sz="1200" spc="-5" dirty="0">
                <a:solidFill>
                  <a:srgbClr val="538235"/>
                </a:solidFill>
                <a:latin typeface="Tahoma"/>
                <a:cs typeface="Tahoma"/>
              </a:rPr>
              <a:t>test</a:t>
            </a:r>
            <a:endParaRPr sz="1200" dirty="0">
              <a:latin typeface="Tahoma"/>
              <a:cs typeface="Tahoma"/>
            </a:endParaRPr>
          </a:p>
          <a:p>
            <a:pPr>
              <a:lnSpc>
                <a:spcPct val="100000"/>
              </a:lnSpc>
              <a:buClr>
                <a:srgbClr val="538135"/>
              </a:buClr>
              <a:buFont typeface="Wingdings"/>
              <a:buChar char=""/>
            </a:pPr>
            <a:endParaRPr sz="1400" dirty="0">
              <a:latin typeface="Tahoma"/>
              <a:cs typeface="Tahoma"/>
            </a:endParaRPr>
          </a:p>
          <a:p>
            <a:pPr marL="12700">
              <a:lnSpc>
                <a:spcPct val="100000"/>
              </a:lnSpc>
              <a:spcBef>
                <a:spcPts val="1190"/>
              </a:spcBef>
            </a:pPr>
            <a:r>
              <a:rPr lang="en-IN" sz="1200" b="1" dirty="0">
                <a:solidFill>
                  <a:srgbClr val="538235"/>
                </a:solidFill>
                <a:latin typeface="Tahoma"/>
                <a:cs typeface="Tahoma"/>
              </a:rPr>
              <a:t>14. </a:t>
            </a:r>
            <a:r>
              <a:rPr sz="1200" b="1" dirty="0">
                <a:solidFill>
                  <a:srgbClr val="538235"/>
                </a:solidFill>
                <a:latin typeface="Tahoma"/>
                <a:cs typeface="Tahoma"/>
              </a:rPr>
              <a:t>List</a:t>
            </a:r>
            <a:r>
              <a:rPr sz="1200" b="1" spc="-10" dirty="0">
                <a:solidFill>
                  <a:srgbClr val="538235"/>
                </a:solidFill>
                <a:latin typeface="Tahoma"/>
                <a:cs typeface="Tahoma"/>
              </a:rPr>
              <a:t> </a:t>
            </a:r>
            <a:r>
              <a:rPr sz="1200" b="1" spc="-5" dirty="0">
                <a:solidFill>
                  <a:srgbClr val="538235"/>
                </a:solidFill>
                <a:latin typeface="Tahoma"/>
                <a:cs typeface="Tahoma"/>
              </a:rPr>
              <a:t>out</a:t>
            </a:r>
            <a:r>
              <a:rPr sz="1200" b="1" spc="-10" dirty="0">
                <a:solidFill>
                  <a:srgbClr val="538235"/>
                </a:solidFill>
                <a:latin typeface="Tahoma"/>
                <a:cs typeface="Tahoma"/>
              </a:rPr>
              <a:t> </a:t>
            </a:r>
            <a:r>
              <a:rPr sz="1200" b="1" spc="-5" dirty="0">
                <a:solidFill>
                  <a:srgbClr val="538235"/>
                </a:solidFill>
                <a:latin typeface="Tahoma"/>
                <a:cs typeface="Tahoma"/>
              </a:rPr>
              <a:t>the</a:t>
            </a:r>
            <a:r>
              <a:rPr sz="1200" b="1" spc="-35" dirty="0">
                <a:solidFill>
                  <a:srgbClr val="538235"/>
                </a:solidFill>
                <a:latin typeface="Tahoma"/>
                <a:cs typeface="Tahoma"/>
              </a:rPr>
              <a:t> </a:t>
            </a:r>
            <a:r>
              <a:rPr sz="1200" b="1" spc="-5" dirty="0">
                <a:solidFill>
                  <a:srgbClr val="538235"/>
                </a:solidFill>
                <a:latin typeface="Tahoma"/>
                <a:cs typeface="Tahoma"/>
              </a:rPr>
              <a:t>different</a:t>
            </a:r>
            <a:r>
              <a:rPr sz="1200" b="1" spc="15" dirty="0">
                <a:solidFill>
                  <a:srgbClr val="538235"/>
                </a:solidFill>
                <a:latin typeface="Tahoma"/>
                <a:cs typeface="Tahoma"/>
              </a:rPr>
              <a:t> </a:t>
            </a:r>
            <a:r>
              <a:rPr sz="1200" b="1" spc="-5" dirty="0">
                <a:solidFill>
                  <a:srgbClr val="538235"/>
                </a:solidFill>
                <a:latin typeface="Tahoma"/>
                <a:cs typeface="Tahoma"/>
              </a:rPr>
              <a:t>types</a:t>
            </a:r>
            <a:r>
              <a:rPr sz="1200" b="1" spc="-30" dirty="0">
                <a:solidFill>
                  <a:srgbClr val="538235"/>
                </a:solidFill>
                <a:latin typeface="Tahoma"/>
                <a:cs typeface="Tahoma"/>
              </a:rPr>
              <a:t> </a:t>
            </a:r>
            <a:r>
              <a:rPr sz="1200" b="1" dirty="0">
                <a:solidFill>
                  <a:srgbClr val="538235"/>
                </a:solidFill>
                <a:latin typeface="Tahoma"/>
                <a:cs typeface="Tahoma"/>
              </a:rPr>
              <a:t>of</a:t>
            </a:r>
            <a:r>
              <a:rPr sz="1200" b="1" spc="10" dirty="0">
                <a:solidFill>
                  <a:srgbClr val="538235"/>
                </a:solidFill>
                <a:latin typeface="Tahoma"/>
                <a:cs typeface="Tahoma"/>
              </a:rPr>
              <a:t> </a:t>
            </a:r>
            <a:r>
              <a:rPr sz="1200" b="1" spc="-5" dirty="0">
                <a:solidFill>
                  <a:srgbClr val="538235"/>
                </a:solidFill>
                <a:latin typeface="Tahoma"/>
                <a:cs typeface="Tahoma"/>
              </a:rPr>
              <a:t>attacks</a:t>
            </a:r>
            <a:r>
              <a:rPr sz="1200" b="1" spc="-10" dirty="0">
                <a:solidFill>
                  <a:srgbClr val="538235"/>
                </a:solidFill>
                <a:latin typeface="Tahoma"/>
                <a:cs typeface="Tahoma"/>
              </a:rPr>
              <a:t> </a:t>
            </a:r>
            <a:r>
              <a:rPr sz="1200" b="1" dirty="0">
                <a:solidFill>
                  <a:srgbClr val="538235"/>
                </a:solidFill>
                <a:latin typeface="Tahoma"/>
                <a:cs typeface="Tahoma"/>
              </a:rPr>
              <a:t>on</a:t>
            </a:r>
            <a:r>
              <a:rPr sz="1200" b="1" spc="-15" dirty="0">
                <a:solidFill>
                  <a:srgbClr val="538235"/>
                </a:solidFill>
                <a:latin typeface="Tahoma"/>
                <a:cs typeface="Tahoma"/>
              </a:rPr>
              <a:t> </a:t>
            </a:r>
            <a:r>
              <a:rPr sz="1200" b="1" spc="-5" dirty="0">
                <a:solidFill>
                  <a:srgbClr val="538235"/>
                </a:solidFill>
                <a:latin typeface="Tahoma"/>
                <a:cs typeface="Tahoma"/>
              </a:rPr>
              <a:t>RSA?</a:t>
            </a:r>
            <a:r>
              <a:rPr sz="1200" b="1" dirty="0">
                <a:solidFill>
                  <a:srgbClr val="538235"/>
                </a:solidFill>
                <a:latin typeface="Tahoma"/>
                <a:cs typeface="Tahoma"/>
              </a:rPr>
              <a:t> (CO3,</a:t>
            </a:r>
            <a:r>
              <a:rPr sz="1200" b="1" spc="-10" dirty="0">
                <a:solidFill>
                  <a:srgbClr val="538235"/>
                </a:solidFill>
                <a:latin typeface="Tahoma"/>
                <a:cs typeface="Tahoma"/>
              </a:rPr>
              <a:t> </a:t>
            </a:r>
            <a:r>
              <a:rPr sz="1200" b="1" dirty="0">
                <a:solidFill>
                  <a:srgbClr val="538235"/>
                </a:solidFill>
                <a:latin typeface="Tahoma"/>
                <a:cs typeface="Tahoma"/>
              </a:rPr>
              <a:t>K2)</a:t>
            </a:r>
            <a:endParaRPr sz="1200" dirty="0">
              <a:latin typeface="Tahoma"/>
              <a:cs typeface="Tahoma"/>
            </a:endParaRPr>
          </a:p>
          <a:p>
            <a:pPr marL="182880" indent="-170815">
              <a:lnSpc>
                <a:spcPct val="100000"/>
              </a:lnSpc>
              <a:spcBef>
                <a:spcPts val="720"/>
              </a:spcBef>
              <a:buClr>
                <a:srgbClr val="538135"/>
              </a:buClr>
              <a:buFont typeface="Wingdings"/>
              <a:buChar char=""/>
              <a:tabLst>
                <a:tab pos="183515" algn="l"/>
              </a:tabLst>
            </a:pPr>
            <a:r>
              <a:rPr sz="1200" spc="-5" dirty="0">
                <a:solidFill>
                  <a:srgbClr val="538235"/>
                </a:solidFill>
                <a:latin typeface="Tahoma"/>
                <a:cs typeface="Tahoma"/>
              </a:rPr>
              <a:t>Low</a:t>
            </a:r>
            <a:r>
              <a:rPr sz="1200" spc="-25" dirty="0">
                <a:solidFill>
                  <a:srgbClr val="538235"/>
                </a:solidFill>
                <a:latin typeface="Tahoma"/>
                <a:cs typeface="Tahoma"/>
              </a:rPr>
              <a:t> </a:t>
            </a:r>
            <a:r>
              <a:rPr sz="1200" dirty="0">
                <a:solidFill>
                  <a:srgbClr val="538235"/>
                </a:solidFill>
                <a:latin typeface="Tahoma"/>
                <a:cs typeface="Tahoma"/>
              </a:rPr>
              <a:t>Exponent</a:t>
            </a:r>
            <a:r>
              <a:rPr sz="1200" spc="-10" dirty="0">
                <a:solidFill>
                  <a:srgbClr val="538235"/>
                </a:solidFill>
                <a:latin typeface="Tahoma"/>
                <a:cs typeface="Tahoma"/>
              </a:rPr>
              <a:t> </a:t>
            </a:r>
            <a:r>
              <a:rPr sz="1200" spc="-5" dirty="0">
                <a:solidFill>
                  <a:srgbClr val="538235"/>
                </a:solidFill>
                <a:latin typeface="Tahoma"/>
                <a:cs typeface="Tahoma"/>
              </a:rPr>
              <a:t>attack</a:t>
            </a:r>
            <a:endParaRPr sz="1200" dirty="0">
              <a:latin typeface="Tahoma"/>
              <a:cs typeface="Tahoma"/>
            </a:endParaRPr>
          </a:p>
          <a:p>
            <a:pPr marL="182880" indent="-170815">
              <a:lnSpc>
                <a:spcPct val="100000"/>
              </a:lnSpc>
              <a:spcBef>
                <a:spcPts val="720"/>
              </a:spcBef>
              <a:buClr>
                <a:srgbClr val="538135"/>
              </a:buClr>
              <a:buFont typeface="Wingdings"/>
              <a:buChar char=""/>
              <a:tabLst>
                <a:tab pos="183515" algn="l"/>
              </a:tabLst>
            </a:pPr>
            <a:r>
              <a:rPr sz="1200" dirty="0">
                <a:solidFill>
                  <a:srgbClr val="538235"/>
                </a:solidFill>
                <a:latin typeface="Tahoma"/>
                <a:cs typeface="Tahoma"/>
              </a:rPr>
              <a:t>Short</a:t>
            </a:r>
            <a:r>
              <a:rPr sz="1200" spc="-40" dirty="0">
                <a:solidFill>
                  <a:srgbClr val="538235"/>
                </a:solidFill>
                <a:latin typeface="Tahoma"/>
                <a:cs typeface="Tahoma"/>
              </a:rPr>
              <a:t> </a:t>
            </a:r>
            <a:r>
              <a:rPr sz="1200" spc="-5" dirty="0">
                <a:solidFill>
                  <a:srgbClr val="538235"/>
                </a:solidFill>
                <a:latin typeface="Tahoma"/>
                <a:cs typeface="Tahoma"/>
              </a:rPr>
              <a:t>plaintext</a:t>
            </a:r>
            <a:r>
              <a:rPr sz="1200" spc="10" dirty="0">
                <a:solidFill>
                  <a:srgbClr val="538235"/>
                </a:solidFill>
                <a:latin typeface="Tahoma"/>
                <a:cs typeface="Tahoma"/>
              </a:rPr>
              <a:t> </a:t>
            </a:r>
            <a:r>
              <a:rPr sz="1200" spc="-5" dirty="0">
                <a:solidFill>
                  <a:srgbClr val="538235"/>
                </a:solidFill>
                <a:latin typeface="Tahoma"/>
                <a:cs typeface="Tahoma"/>
              </a:rPr>
              <a:t>attack</a:t>
            </a:r>
            <a:endParaRPr sz="1200" dirty="0">
              <a:latin typeface="Tahoma"/>
              <a:cs typeface="Tahoma"/>
            </a:endParaRPr>
          </a:p>
          <a:p>
            <a:pPr marL="182880" indent="-170815">
              <a:lnSpc>
                <a:spcPct val="100000"/>
              </a:lnSpc>
              <a:spcBef>
                <a:spcPts val="720"/>
              </a:spcBef>
              <a:buClr>
                <a:srgbClr val="538135"/>
              </a:buClr>
              <a:buFont typeface="Wingdings"/>
              <a:buChar char=""/>
              <a:tabLst>
                <a:tab pos="183515" algn="l"/>
              </a:tabLst>
            </a:pPr>
            <a:r>
              <a:rPr sz="1200" spc="-10" dirty="0">
                <a:solidFill>
                  <a:srgbClr val="538235"/>
                </a:solidFill>
                <a:latin typeface="Tahoma"/>
                <a:cs typeface="Tahoma"/>
              </a:rPr>
              <a:t>Timing</a:t>
            </a:r>
            <a:r>
              <a:rPr sz="1200" spc="10" dirty="0">
                <a:solidFill>
                  <a:srgbClr val="538235"/>
                </a:solidFill>
                <a:latin typeface="Tahoma"/>
                <a:cs typeface="Tahoma"/>
              </a:rPr>
              <a:t> </a:t>
            </a:r>
            <a:r>
              <a:rPr sz="1200" spc="-5" dirty="0">
                <a:solidFill>
                  <a:srgbClr val="538235"/>
                </a:solidFill>
                <a:latin typeface="Tahoma"/>
                <a:cs typeface="Tahoma"/>
              </a:rPr>
              <a:t>attack</a:t>
            </a:r>
            <a:endParaRPr sz="1200" dirty="0">
              <a:latin typeface="Tahoma"/>
              <a:cs typeface="Tahoma"/>
            </a:endParaRPr>
          </a:p>
          <a:p>
            <a:pPr marL="182880" indent="-170815">
              <a:lnSpc>
                <a:spcPct val="100000"/>
              </a:lnSpc>
              <a:spcBef>
                <a:spcPts val="720"/>
              </a:spcBef>
              <a:buClr>
                <a:srgbClr val="538135"/>
              </a:buClr>
              <a:buFont typeface="Wingdings"/>
              <a:buChar char=""/>
              <a:tabLst>
                <a:tab pos="183515" algn="l"/>
              </a:tabLst>
            </a:pPr>
            <a:r>
              <a:rPr sz="1200" spc="-5" dirty="0">
                <a:solidFill>
                  <a:srgbClr val="538235"/>
                </a:solidFill>
                <a:latin typeface="Tahoma"/>
                <a:cs typeface="Tahoma"/>
              </a:rPr>
              <a:t>Mathematical</a:t>
            </a:r>
            <a:r>
              <a:rPr sz="1200" spc="-15" dirty="0">
                <a:solidFill>
                  <a:srgbClr val="538235"/>
                </a:solidFill>
                <a:latin typeface="Tahoma"/>
                <a:cs typeface="Tahoma"/>
              </a:rPr>
              <a:t> </a:t>
            </a:r>
            <a:r>
              <a:rPr sz="1200" dirty="0">
                <a:solidFill>
                  <a:srgbClr val="538235"/>
                </a:solidFill>
                <a:latin typeface="Tahoma"/>
                <a:cs typeface="Tahoma"/>
              </a:rPr>
              <a:t>attack</a:t>
            </a:r>
            <a:r>
              <a:rPr sz="1200" spc="-40" dirty="0">
                <a:solidFill>
                  <a:srgbClr val="538235"/>
                </a:solidFill>
                <a:latin typeface="Tahoma"/>
                <a:cs typeface="Tahoma"/>
              </a:rPr>
              <a:t> </a:t>
            </a:r>
            <a:r>
              <a:rPr sz="1200" spc="-10" dirty="0">
                <a:solidFill>
                  <a:srgbClr val="538235"/>
                </a:solidFill>
                <a:latin typeface="Tahoma"/>
                <a:cs typeface="Tahoma"/>
              </a:rPr>
              <a:t>(Factoring)</a:t>
            </a:r>
            <a:endParaRPr sz="1200" dirty="0">
              <a:latin typeface="Tahoma"/>
              <a:cs typeface="Tahom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12470" y="1027049"/>
            <a:ext cx="5832475" cy="4417695"/>
          </a:xfrm>
          <a:prstGeom prst="rect">
            <a:avLst/>
          </a:prstGeom>
        </p:spPr>
        <p:txBody>
          <a:bodyPr vert="horz" wrap="square" lIns="0" tIns="104139" rIns="0" bIns="0" rtlCol="0">
            <a:spAutoFit/>
          </a:bodyPr>
          <a:lstStyle/>
          <a:p>
            <a:pPr marL="50800" algn="just">
              <a:lnSpc>
                <a:spcPct val="100000"/>
              </a:lnSpc>
              <a:spcBef>
                <a:spcPts val="819"/>
              </a:spcBef>
            </a:pPr>
            <a:r>
              <a:rPr lang="en-IN" sz="1200" b="1" dirty="0">
                <a:solidFill>
                  <a:srgbClr val="538235"/>
                </a:solidFill>
                <a:latin typeface="Tahoma"/>
                <a:cs typeface="Tahoma"/>
              </a:rPr>
              <a:t>15. </a:t>
            </a:r>
            <a:r>
              <a:rPr sz="1200" b="1" dirty="0">
                <a:solidFill>
                  <a:srgbClr val="538235"/>
                </a:solidFill>
                <a:latin typeface="Tahoma"/>
                <a:cs typeface="Tahoma"/>
              </a:rPr>
              <a:t>List</a:t>
            </a:r>
            <a:r>
              <a:rPr sz="1200" b="1" spc="-10" dirty="0">
                <a:solidFill>
                  <a:srgbClr val="538235"/>
                </a:solidFill>
                <a:latin typeface="Tahoma"/>
                <a:cs typeface="Tahoma"/>
              </a:rPr>
              <a:t> </a:t>
            </a:r>
            <a:r>
              <a:rPr sz="1200" b="1" spc="-5" dirty="0">
                <a:solidFill>
                  <a:srgbClr val="538235"/>
                </a:solidFill>
                <a:latin typeface="Tahoma"/>
                <a:cs typeface="Tahoma"/>
              </a:rPr>
              <a:t>out</a:t>
            </a:r>
            <a:r>
              <a:rPr sz="1200" b="1" spc="-10" dirty="0">
                <a:solidFill>
                  <a:srgbClr val="538235"/>
                </a:solidFill>
                <a:latin typeface="Tahoma"/>
                <a:cs typeface="Tahoma"/>
              </a:rPr>
              <a:t> </a:t>
            </a:r>
            <a:r>
              <a:rPr sz="1200" b="1" spc="-5" dirty="0">
                <a:solidFill>
                  <a:srgbClr val="538235"/>
                </a:solidFill>
                <a:latin typeface="Tahoma"/>
                <a:cs typeface="Tahoma"/>
              </a:rPr>
              <a:t>the</a:t>
            </a:r>
            <a:r>
              <a:rPr sz="1200" b="1" spc="-35" dirty="0">
                <a:solidFill>
                  <a:srgbClr val="538235"/>
                </a:solidFill>
                <a:latin typeface="Tahoma"/>
                <a:cs typeface="Tahoma"/>
              </a:rPr>
              <a:t> </a:t>
            </a:r>
            <a:r>
              <a:rPr sz="1200" b="1" spc="-5" dirty="0">
                <a:solidFill>
                  <a:srgbClr val="538235"/>
                </a:solidFill>
                <a:latin typeface="Tahoma"/>
                <a:cs typeface="Tahoma"/>
              </a:rPr>
              <a:t>different</a:t>
            </a:r>
            <a:r>
              <a:rPr sz="1200" b="1" spc="15" dirty="0">
                <a:solidFill>
                  <a:srgbClr val="538235"/>
                </a:solidFill>
                <a:latin typeface="Tahoma"/>
                <a:cs typeface="Tahoma"/>
              </a:rPr>
              <a:t> </a:t>
            </a:r>
            <a:r>
              <a:rPr sz="1200" b="1" spc="-5" dirty="0">
                <a:solidFill>
                  <a:srgbClr val="538235"/>
                </a:solidFill>
                <a:latin typeface="Tahoma"/>
                <a:cs typeface="Tahoma"/>
              </a:rPr>
              <a:t>factorization </a:t>
            </a:r>
            <a:r>
              <a:rPr sz="1200" b="1" dirty="0">
                <a:solidFill>
                  <a:srgbClr val="538235"/>
                </a:solidFill>
                <a:latin typeface="Tahoma"/>
                <a:cs typeface="Tahoma"/>
              </a:rPr>
              <a:t>algorithms.</a:t>
            </a:r>
            <a:endParaRPr sz="1200" dirty="0">
              <a:latin typeface="Tahoma"/>
              <a:cs typeface="Tahoma"/>
            </a:endParaRPr>
          </a:p>
          <a:p>
            <a:pPr marL="220979" indent="-170815">
              <a:lnSpc>
                <a:spcPct val="100000"/>
              </a:lnSpc>
              <a:spcBef>
                <a:spcPts val="720"/>
              </a:spcBef>
              <a:buFont typeface="Wingdings"/>
              <a:buChar char=""/>
              <a:tabLst>
                <a:tab pos="221615" algn="l"/>
              </a:tabLst>
            </a:pPr>
            <a:r>
              <a:rPr sz="1200" spc="-10" dirty="0">
                <a:solidFill>
                  <a:srgbClr val="538235"/>
                </a:solidFill>
                <a:latin typeface="Tahoma"/>
                <a:cs typeface="Tahoma"/>
              </a:rPr>
              <a:t>Quadratic</a:t>
            </a:r>
            <a:r>
              <a:rPr sz="1200" spc="-15" dirty="0">
                <a:solidFill>
                  <a:srgbClr val="538235"/>
                </a:solidFill>
                <a:latin typeface="Tahoma"/>
                <a:cs typeface="Tahoma"/>
              </a:rPr>
              <a:t> </a:t>
            </a:r>
            <a:r>
              <a:rPr sz="1200" spc="-10" dirty="0">
                <a:solidFill>
                  <a:srgbClr val="538235"/>
                </a:solidFill>
                <a:latin typeface="Tahoma"/>
                <a:cs typeface="Tahoma"/>
              </a:rPr>
              <a:t>Sieve</a:t>
            </a:r>
            <a:endParaRPr sz="1200" dirty="0">
              <a:latin typeface="Tahoma"/>
              <a:cs typeface="Tahoma"/>
            </a:endParaRPr>
          </a:p>
          <a:p>
            <a:pPr marL="220979" indent="-170815">
              <a:lnSpc>
                <a:spcPct val="100000"/>
              </a:lnSpc>
              <a:spcBef>
                <a:spcPts val="720"/>
              </a:spcBef>
              <a:buFont typeface="Wingdings"/>
              <a:buChar char=""/>
              <a:tabLst>
                <a:tab pos="221615" algn="l"/>
              </a:tabLst>
            </a:pPr>
            <a:r>
              <a:rPr sz="1200" spc="-10" dirty="0">
                <a:solidFill>
                  <a:srgbClr val="538235"/>
                </a:solidFill>
                <a:latin typeface="Tahoma"/>
                <a:cs typeface="Tahoma"/>
              </a:rPr>
              <a:t>Generalized</a:t>
            </a:r>
            <a:r>
              <a:rPr sz="1200" spc="70" dirty="0">
                <a:solidFill>
                  <a:srgbClr val="538235"/>
                </a:solidFill>
                <a:latin typeface="Tahoma"/>
                <a:cs typeface="Tahoma"/>
              </a:rPr>
              <a:t> </a:t>
            </a:r>
            <a:r>
              <a:rPr sz="1200" spc="-5" dirty="0">
                <a:solidFill>
                  <a:srgbClr val="538235"/>
                </a:solidFill>
                <a:latin typeface="Tahoma"/>
                <a:cs typeface="Tahoma"/>
              </a:rPr>
              <a:t>number </a:t>
            </a:r>
            <a:r>
              <a:rPr sz="1200" spc="-10" dirty="0">
                <a:solidFill>
                  <a:srgbClr val="538235"/>
                </a:solidFill>
                <a:latin typeface="Tahoma"/>
                <a:cs typeface="Tahoma"/>
              </a:rPr>
              <a:t>field</a:t>
            </a:r>
            <a:r>
              <a:rPr sz="1200" spc="25" dirty="0">
                <a:solidFill>
                  <a:srgbClr val="538235"/>
                </a:solidFill>
                <a:latin typeface="Tahoma"/>
                <a:cs typeface="Tahoma"/>
              </a:rPr>
              <a:t> </a:t>
            </a:r>
            <a:r>
              <a:rPr sz="1200" spc="-10" dirty="0">
                <a:solidFill>
                  <a:srgbClr val="538235"/>
                </a:solidFill>
                <a:latin typeface="Tahoma"/>
                <a:cs typeface="Tahoma"/>
              </a:rPr>
              <a:t>sieve</a:t>
            </a:r>
            <a:endParaRPr sz="1200" dirty="0">
              <a:latin typeface="Tahoma"/>
              <a:cs typeface="Tahoma"/>
            </a:endParaRPr>
          </a:p>
          <a:p>
            <a:pPr marL="220979" indent="-170815">
              <a:lnSpc>
                <a:spcPct val="100000"/>
              </a:lnSpc>
              <a:spcBef>
                <a:spcPts val="720"/>
              </a:spcBef>
              <a:buFont typeface="Wingdings"/>
              <a:buChar char=""/>
              <a:tabLst>
                <a:tab pos="221615" algn="l"/>
              </a:tabLst>
            </a:pPr>
            <a:r>
              <a:rPr sz="1200" spc="-10" dirty="0">
                <a:solidFill>
                  <a:srgbClr val="538235"/>
                </a:solidFill>
                <a:latin typeface="Tahoma"/>
                <a:cs typeface="Tahoma"/>
              </a:rPr>
              <a:t>Elliptic</a:t>
            </a:r>
            <a:r>
              <a:rPr sz="1200" spc="25" dirty="0">
                <a:solidFill>
                  <a:srgbClr val="538235"/>
                </a:solidFill>
                <a:latin typeface="Tahoma"/>
                <a:cs typeface="Tahoma"/>
              </a:rPr>
              <a:t> </a:t>
            </a:r>
            <a:r>
              <a:rPr sz="1200" dirty="0">
                <a:solidFill>
                  <a:srgbClr val="538235"/>
                </a:solidFill>
                <a:latin typeface="Tahoma"/>
                <a:cs typeface="Tahoma"/>
              </a:rPr>
              <a:t>Curve</a:t>
            </a:r>
            <a:r>
              <a:rPr sz="1200" spc="-5" dirty="0">
                <a:solidFill>
                  <a:srgbClr val="538235"/>
                </a:solidFill>
                <a:latin typeface="Tahoma"/>
                <a:cs typeface="Tahoma"/>
              </a:rPr>
              <a:t> </a:t>
            </a:r>
            <a:r>
              <a:rPr sz="1200" spc="-10" dirty="0">
                <a:solidFill>
                  <a:srgbClr val="538235"/>
                </a:solidFill>
                <a:latin typeface="Tahoma"/>
                <a:cs typeface="Tahoma"/>
              </a:rPr>
              <a:t>Factorization</a:t>
            </a:r>
            <a:r>
              <a:rPr sz="1200" spc="15" dirty="0">
                <a:solidFill>
                  <a:srgbClr val="538235"/>
                </a:solidFill>
                <a:latin typeface="Tahoma"/>
                <a:cs typeface="Tahoma"/>
              </a:rPr>
              <a:t> </a:t>
            </a:r>
            <a:r>
              <a:rPr sz="1200" dirty="0">
                <a:solidFill>
                  <a:srgbClr val="538235"/>
                </a:solidFill>
                <a:latin typeface="Tahoma"/>
                <a:cs typeface="Tahoma"/>
              </a:rPr>
              <a:t>Method</a:t>
            </a:r>
            <a:r>
              <a:rPr sz="1200" spc="-5" dirty="0">
                <a:solidFill>
                  <a:srgbClr val="538235"/>
                </a:solidFill>
                <a:latin typeface="Tahoma"/>
                <a:cs typeface="Tahoma"/>
              </a:rPr>
              <a:t> </a:t>
            </a:r>
            <a:r>
              <a:rPr sz="1200" dirty="0">
                <a:solidFill>
                  <a:srgbClr val="538235"/>
                </a:solidFill>
                <a:latin typeface="Tahoma"/>
                <a:cs typeface="Tahoma"/>
              </a:rPr>
              <a:t>(ECM)</a:t>
            </a:r>
            <a:endParaRPr sz="1200" dirty="0">
              <a:latin typeface="Tahoma"/>
              <a:cs typeface="Tahoma"/>
            </a:endParaRPr>
          </a:p>
          <a:p>
            <a:pPr>
              <a:lnSpc>
                <a:spcPct val="100000"/>
              </a:lnSpc>
            </a:pPr>
            <a:endParaRPr sz="1400" dirty="0">
              <a:latin typeface="Tahoma"/>
              <a:cs typeface="Tahoma"/>
            </a:endParaRPr>
          </a:p>
          <a:p>
            <a:pPr marL="50800" algn="just">
              <a:lnSpc>
                <a:spcPct val="100000"/>
              </a:lnSpc>
              <a:spcBef>
                <a:spcPts val="1195"/>
              </a:spcBef>
            </a:pPr>
            <a:r>
              <a:rPr lang="en-IN" sz="1200" b="1" spc="-5" dirty="0">
                <a:solidFill>
                  <a:srgbClr val="538235"/>
                </a:solidFill>
                <a:latin typeface="Tahoma"/>
                <a:cs typeface="Tahoma"/>
              </a:rPr>
              <a:t>16. </a:t>
            </a:r>
            <a:r>
              <a:rPr sz="1200" b="1" spc="-5" dirty="0">
                <a:solidFill>
                  <a:srgbClr val="538235"/>
                </a:solidFill>
                <a:latin typeface="Tahoma"/>
                <a:cs typeface="Tahoma"/>
              </a:rPr>
              <a:t>Define</a:t>
            </a:r>
            <a:r>
              <a:rPr sz="1200" b="1" spc="-10" dirty="0">
                <a:solidFill>
                  <a:srgbClr val="538235"/>
                </a:solidFill>
                <a:latin typeface="Tahoma"/>
                <a:cs typeface="Tahoma"/>
              </a:rPr>
              <a:t> </a:t>
            </a:r>
            <a:r>
              <a:rPr sz="1200" b="1" dirty="0">
                <a:solidFill>
                  <a:srgbClr val="538235"/>
                </a:solidFill>
                <a:latin typeface="Tahoma"/>
                <a:cs typeface="Tahoma"/>
              </a:rPr>
              <a:t>man-in-the</a:t>
            </a:r>
            <a:r>
              <a:rPr sz="1200" b="1" spc="-60" dirty="0">
                <a:solidFill>
                  <a:srgbClr val="538235"/>
                </a:solidFill>
                <a:latin typeface="Tahoma"/>
                <a:cs typeface="Tahoma"/>
              </a:rPr>
              <a:t> </a:t>
            </a:r>
            <a:r>
              <a:rPr sz="1200" b="1" spc="-5" dirty="0">
                <a:solidFill>
                  <a:srgbClr val="538235"/>
                </a:solidFill>
                <a:latin typeface="Tahoma"/>
                <a:cs typeface="Tahoma"/>
              </a:rPr>
              <a:t>middle-attack.</a:t>
            </a:r>
            <a:r>
              <a:rPr sz="1200" b="1" spc="-10" dirty="0">
                <a:solidFill>
                  <a:srgbClr val="538235"/>
                </a:solidFill>
                <a:latin typeface="Tahoma"/>
                <a:cs typeface="Tahoma"/>
              </a:rPr>
              <a:t> </a:t>
            </a:r>
            <a:r>
              <a:rPr sz="1200" b="1" dirty="0">
                <a:solidFill>
                  <a:srgbClr val="538235"/>
                </a:solidFill>
                <a:latin typeface="Tahoma"/>
                <a:cs typeface="Tahoma"/>
              </a:rPr>
              <a:t>(CO3,</a:t>
            </a:r>
            <a:r>
              <a:rPr sz="1200" b="1" spc="-40" dirty="0">
                <a:solidFill>
                  <a:srgbClr val="538235"/>
                </a:solidFill>
                <a:latin typeface="Tahoma"/>
                <a:cs typeface="Tahoma"/>
              </a:rPr>
              <a:t> </a:t>
            </a:r>
            <a:r>
              <a:rPr sz="1200" b="1" dirty="0">
                <a:solidFill>
                  <a:srgbClr val="538235"/>
                </a:solidFill>
                <a:latin typeface="Tahoma"/>
                <a:cs typeface="Tahoma"/>
              </a:rPr>
              <a:t>K1)</a:t>
            </a:r>
            <a:endParaRPr sz="1200" dirty="0">
              <a:latin typeface="Tahoma"/>
              <a:cs typeface="Tahoma"/>
            </a:endParaRPr>
          </a:p>
          <a:p>
            <a:pPr marL="50800" marR="39370" algn="just">
              <a:lnSpc>
                <a:spcPct val="150000"/>
              </a:lnSpc>
            </a:pPr>
            <a:r>
              <a:rPr sz="1200" dirty="0">
                <a:solidFill>
                  <a:srgbClr val="538235"/>
                </a:solidFill>
                <a:latin typeface="Tahoma"/>
                <a:cs typeface="Tahoma"/>
              </a:rPr>
              <a:t>An </a:t>
            </a:r>
            <a:r>
              <a:rPr sz="1200" spc="-5" dirty="0">
                <a:solidFill>
                  <a:srgbClr val="538235"/>
                </a:solidFill>
                <a:latin typeface="Tahoma"/>
                <a:cs typeface="Tahoma"/>
              </a:rPr>
              <a:t>attacker interposes during key exchange, acting as </a:t>
            </a:r>
            <a:r>
              <a:rPr sz="1200" dirty="0">
                <a:solidFill>
                  <a:srgbClr val="538235"/>
                </a:solidFill>
                <a:latin typeface="Tahoma"/>
                <a:cs typeface="Tahoma"/>
              </a:rPr>
              <a:t>the </a:t>
            </a:r>
            <a:r>
              <a:rPr sz="1200" spc="-5" dirty="0">
                <a:solidFill>
                  <a:srgbClr val="538235"/>
                </a:solidFill>
                <a:latin typeface="Tahoma"/>
                <a:cs typeface="Tahoma"/>
              </a:rPr>
              <a:t>client </a:t>
            </a:r>
            <a:r>
              <a:rPr sz="1200" dirty="0">
                <a:solidFill>
                  <a:srgbClr val="538235"/>
                </a:solidFill>
                <a:latin typeface="Tahoma"/>
                <a:cs typeface="Tahoma"/>
              </a:rPr>
              <a:t>to the </a:t>
            </a:r>
            <a:r>
              <a:rPr sz="1200" spc="-5" dirty="0">
                <a:solidFill>
                  <a:srgbClr val="538235"/>
                </a:solidFill>
                <a:latin typeface="Tahoma"/>
                <a:cs typeface="Tahoma"/>
              </a:rPr>
              <a:t>server and </a:t>
            </a:r>
            <a:r>
              <a:rPr sz="1200" spc="-10" dirty="0">
                <a:solidFill>
                  <a:srgbClr val="538235"/>
                </a:solidFill>
                <a:latin typeface="Tahoma"/>
                <a:cs typeface="Tahoma"/>
              </a:rPr>
              <a:t>as </a:t>
            </a:r>
            <a:r>
              <a:rPr sz="1200" spc="-5" dirty="0">
                <a:solidFill>
                  <a:srgbClr val="538235"/>
                </a:solidFill>
                <a:latin typeface="Tahoma"/>
                <a:cs typeface="Tahoma"/>
              </a:rPr>
              <a:t> </a:t>
            </a:r>
            <a:r>
              <a:rPr sz="1200" dirty="0">
                <a:solidFill>
                  <a:srgbClr val="538235"/>
                </a:solidFill>
                <a:latin typeface="Tahoma"/>
                <a:cs typeface="Tahoma"/>
              </a:rPr>
              <a:t>the </a:t>
            </a:r>
            <a:r>
              <a:rPr sz="1200" spc="-10" dirty="0">
                <a:solidFill>
                  <a:srgbClr val="538235"/>
                </a:solidFill>
                <a:latin typeface="Tahoma"/>
                <a:cs typeface="Tahoma"/>
              </a:rPr>
              <a:t>server </a:t>
            </a:r>
            <a:r>
              <a:rPr sz="1200" dirty="0">
                <a:solidFill>
                  <a:srgbClr val="538235"/>
                </a:solidFill>
                <a:latin typeface="Tahoma"/>
                <a:cs typeface="Tahoma"/>
              </a:rPr>
              <a:t>to the </a:t>
            </a:r>
            <a:r>
              <a:rPr sz="1200" spc="-5" dirty="0">
                <a:solidFill>
                  <a:srgbClr val="538235"/>
                </a:solidFill>
                <a:latin typeface="Tahoma"/>
                <a:cs typeface="Tahoma"/>
              </a:rPr>
              <a:t>client. </a:t>
            </a:r>
            <a:r>
              <a:rPr sz="1200" dirty="0">
                <a:solidFill>
                  <a:srgbClr val="538235"/>
                </a:solidFill>
                <a:latin typeface="Tahoma"/>
                <a:cs typeface="Tahoma"/>
              </a:rPr>
              <a:t>This </a:t>
            </a:r>
            <a:r>
              <a:rPr sz="1200" spc="-5" dirty="0">
                <a:solidFill>
                  <a:srgbClr val="538235"/>
                </a:solidFill>
                <a:latin typeface="Tahoma"/>
                <a:cs typeface="Tahoma"/>
              </a:rPr>
              <a:t>attack involves persuading </a:t>
            </a:r>
            <a:r>
              <a:rPr sz="1200" dirty="0">
                <a:solidFill>
                  <a:srgbClr val="538235"/>
                </a:solidFill>
                <a:latin typeface="Tahoma"/>
                <a:cs typeface="Tahoma"/>
              </a:rPr>
              <a:t>the </a:t>
            </a:r>
            <a:r>
              <a:rPr sz="1200" spc="-10" dirty="0">
                <a:solidFill>
                  <a:srgbClr val="538235"/>
                </a:solidFill>
                <a:latin typeface="Tahoma"/>
                <a:cs typeface="Tahoma"/>
              </a:rPr>
              <a:t>client </a:t>
            </a:r>
            <a:r>
              <a:rPr sz="1200" spc="-5" dirty="0">
                <a:solidFill>
                  <a:srgbClr val="538235"/>
                </a:solidFill>
                <a:latin typeface="Tahoma"/>
                <a:cs typeface="Tahoma"/>
              </a:rPr>
              <a:t>and </a:t>
            </a:r>
            <a:r>
              <a:rPr sz="1200" spc="-10" dirty="0">
                <a:solidFill>
                  <a:srgbClr val="538235"/>
                </a:solidFill>
                <a:latin typeface="Tahoma"/>
                <a:cs typeface="Tahoma"/>
              </a:rPr>
              <a:t>server </a:t>
            </a:r>
            <a:r>
              <a:rPr sz="1200" spc="5" dirty="0">
                <a:solidFill>
                  <a:srgbClr val="538235"/>
                </a:solidFill>
                <a:latin typeface="Tahoma"/>
                <a:cs typeface="Tahoma"/>
              </a:rPr>
              <a:t>to </a:t>
            </a:r>
            <a:r>
              <a:rPr sz="1200" spc="10" dirty="0">
                <a:solidFill>
                  <a:srgbClr val="538235"/>
                </a:solidFill>
                <a:latin typeface="Tahoma"/>
                <a:cs typeface="Tahoma"/>
              </a:rPr>
              <a:t> </a:t>
            </a:r>
            <a:r>
              <a:rPr sz="1200" spc="-5" dirty="0">
                <a:solidFill>
                  <a:srgbClr val="538235"/>
                </a:solidFill>
                <a:latin typeface="Tahoma"/>
                <a:cs typeface="Tahoma"/>
              </a:rPr>
              <a:t>believe that they are talking </a:t>
            </a:r>
            <a:r>
              <a:rPr sz="1200" dirty="0">
                <a:solidFill>
                  <a:srgbClr val="538235"/>
                </a:solidFill>
                <a:latin typeface="Tahoma"/>
                <a:cs typeface="Tahoma"/>
              </a:rPr>
              <a:t>to </a:t>
            </a:r>
            <a:r>
              <a:rPr sz="1200" spc="-5" dirty="0">
                <a:solidFill>
                  <a:srgbClr val="538235"/>
                </a:solidFill>
                <a:latin typeface="Tahoma"/>
                <a:cs typeface="Tahoma"/>
              </a:rPr>
              <a:t>each other </a:t>
            </a:r>
            <a:r>
              <a:rPr sz="1200" spc="-10" dirty="0">
                <a:solidFill>
                  <a:srgbClr val="538235"/>
                </a:solidFill>
                <a:latin typeface="Tahoma"/>
                <a:cs typeface="Tahoma"/>
              </a:rPr>
              <a:t>when in fact </a:t>
            </a:r>
            <a:r>
              <a:rPr sz="1200" dirty="0">
                <a:solidFill>
                  <a:srgbClr val="538235"/>
                </a:solidFill>
                <a:latin typeface="Tahoma"/>
                <a:cs typeface="Tahoma"/>
              </a:rPr>
              <a:t>the </a:t>
            </a:r>
            <a:r>
              <a:rPr sz="1200" spc="-5" dirty="0">
                <a:solidFill>
                  <a:srgbClr val="538235"/>
                </a:solidFill>
                <a:latin typeface="Tahoma"/>
                <a:cs typeface="Tahoma"/>
              </a:rPr>
              <a:t>communication </a:t>
            </a:r>
            <a:r>
              <a:rPr sz="1200" spc="5" dirty="0">
                <a:solidFill>
                  <a:srgbClr val="538235"/>
                </a:solidFill>
                <a:latin typeface="Tahoma"/>
                <a:cs typeface="Tahoma"/>
              </a:rPr>
              <a:t>is </a:t>
            </a:r>
            <a:r>
              <a:rPr sz="1200" spc="-5" dirty="0">
                <a:solidFill>
                  <a:srgbClr val="538235"/>
                </a:solidFill>
                <a:latin typeface="Tahoma"/>
                <a:cs typeface="Tahoma"/>
              </a:rPr>
              <a:t>going </a:t>
            </a:r>
            <a:r>
              <a:rPr sz="1200" dirty="0">
                <a:solidFill>
                  <a:srgbClr val="538235"/>
                </a:solidFill>
                <a:latin typeface="Tahoma"/>
                <a:cs typeface="Tahoma"/>
              </a:rPr>
              <a:t> through</a:t>
            </a:r>
            <a:r>
              <a:rPr sz="1200" spc="-15" dirty="0">
                <a:solidFill>
                  <a:srgbClr val="538235"/>
                </a:solidFill>
                <a:latin typeface="Tahoma"/>
                <a:cs typeface="Tahoma"/>
              </a:rPr>
              <a:t> </a:t>
            </a:r>
            <a:r>
              <a:rPr sz="1200" spc="-5" dirty="0">
                <a:solidFill>
                  <a:srgbClr val="538235"/>
                </a:solidFill>
                <a:latin typeface="Tahoma"/>
                <a:cs typeface="Tahoma"/>
              </a:rPr>
              <a:t>an</a:t>
            </a:r>
            <a:r>
              <a:rPr sz="1200" spc="10" dirty="0">
                <a:solidFill>
                  <a:srgbClr val="538235"/>
                </a:solidFill>
                <a:latin typeface="Tahoma"/>
                <a:cs typeface="Tahoma"/>
              </a:rPr>
              <a:t> </a:t>
            </a:r>
            <a:r>
              <a:rPr sz="1200" spc="-5" dirty="0">
                <a:solidFill>
                  <a:srgbClr val="538235"/>
                </a:solidFill>
                <a:latin typeface="Tahoma"/>
                <a:cs typeface="Tahoma"/>
              </a:rPr>
              <a:t>intermediate</a:t>
            </a:r>
            <a:r>
              <a:rPr sz="1200" spc="50" dirty="0">
                <a:solidFill>
                  <a:srgbClr val="538235"/>
                </a:solidFill>
                <a:latin typeface="Tahoma"/>
                <a:cs typeface="Tahoma"/>
              </a:rPr>
              <a:t> </a:t>
            </a:r>
            <a:r>
              <a:rPr sz="1200" spc="-25" dirty="0">
                <a:solidFill>
                  <a:srgbClr val="538235"/>
                </a:solidFill>
                <a:latin typeface="Tahoma"/>
                <a:cs typeface="Tahoma"/>
              </a:rPr>
              <a:t>attacker.</a:t>
            </a:r>
            <a:endParaRPr sz="1200" dirty="0">
              <a:latin typeface="Tahoma"/>
              <a:cs typeface="Tahoma"/>
            </a:endParaRPr>
          </a:p>
          <a:p>
            <a:pPr>
              <a:lnSpc>
                <a:spcPct val="100000"/>
              </a:lnSpc>
            </a:pPr>
            <a:endParaRPr sz="1400" dirty="0">
              <a:latin typeface="Tahoma"/>
              <a:cs typeface="Tahoma"/>
            </a:endParaRPr>
          </a:p>
          <a:p>
            <a:pPr marL="50800" algn="just">
              <a:lnSpc>
                <a:spcPct val="100000"/>
              </a:lnSpc>
              <a:spcBef>
                <a:spcPts val="1190"/>
              </a:spcBef>
            </a:pPr>
            <a:r>
              <a:rPr lang="en-IN" sz="1200" b="1" spc="-5" dirty="0">
                <a:solidFill>
                  <a:srgbClr val="538235"/>
                </a:solidFill>
                <a:latin typeface="Tahoma"/>
                <a:cs typeface="Tahoma"/>
              </a:rPr>
              <a:t>17. </a:t>
            </a:r>
            <a:r>
              <a:rPr sz="1200" b="1" spc="-5" dirty="0">
                <a:solidFill>
                  <a:srgbClr val="538235"/>
                </a:solidFill>
                <a:latin typeface="Tahoma"/>
                <a:cs typeface="Tahoma"/>
              </a:rPr>
              <a:t>Define</a:t>
            </a:r>
            <a:r>
              <a:rPr sz="1200" b="1" spc="-15" dirty="0">
                <a:solidFill>
                  <a:srgbClr val="538235"/>
                </a:solidFill>
                <a:latin typeface="Tahoma"/>
                <a:cs typeface="Tahoma"/>
              </a:rPr>
              <a:t> </a:t>
            </a:r>
            <a:r>
              <a:rPr sz="1200" b="1" dirty="0">
                <a:solidFill>
                  <a:srgbClr val="538235"/>
                </a:solidFill>
                <a:latin typeface="Tahoma"/>
                <a:cs typeface="Tahoma"/>
              </a:rPr>
              <a:t>an</a:t>
            </a:r>
            <a:r>
              <a:rPr sz="1200" b="1" spc="-30" dirty="0">
                <a:solidFill>
                  <a:srgbClr val="538235"/>
                </a:solidFill>
                <a:latin typeface="Tahoma"/>
                <a:cs typeface="Tahoma"/>
              </a:rPr>
              <a:t> </a:t>
            </a:r>
            <a:r>
              <a:rPr sz="1200" b="1" spc="-5" dirty="0">
                <a:solidFill>
                  <a:srgbClr val="538235"/>
                </a:solidFill>
                <a:latin typeface="Tahoma"/>
                <a:cs typeface="Tahoma"/>
              </a:rPr>
              <a:t>elliptic</a:t>
            </a:r>
            <a:r>
              <a:rPr sz="1200" b="1" spc="10" dirty="0">
                <a:solidFill>
                  <a:srgbClr val="538235"/>
                </a:solidFill>
                <a:latin typeface="Tahoma"/>
                <a:cs typeface="Tahoma"/>
              </a:rPr>
              <a:t> </a:t>
            </a:r>
            <a:r>
              <a:rPr sz="1200" b="1" dirty="0">
                <a:solidFill>
                  <a:srgbClr val="538235"/>
                </a:solidFill>
                <a:latin typeface="Tahoma"/>
                <a:cs typeface="Tahoma"/>
              </a:rPr>
              <a:t>curve.</a:t>
            </a:r>
            <a:r>
              <a:rPr sz="1200" b="1" spc="-15" dirty="0">
                <a:solidFill>
                  <a:srgbClr val="538235"/>
                </a:solidFill>
                <a:latin typeface="Tahoma"/>
                <a:cs typeface="Tahoma"/>
              </a:rPr>
              <a:t> </a:t>
            </a:r>
            <a:r>
              <a:rPr sz="1200" b="1" dirty="0">
                <a:solidFill>
                  <a:srgbClr val="538235"/>
                </a:solidFill>
                <a:latin typeface="Tahoma"/>
                <a:cs typeface="Tahoma"/>
              </a:rPr>
              <a:t>(CO3,</a:t>
            </a:r>
            <a:r>
              <a:rPr sz="1200" b="1" spc="-15" dirty="0">
                <a:solidFill>
                  <a:srgbClr val="538235"/>
                </a:solidFill>
                <a:latin typeface="Tahoma"/>
                <a:cs typeface="Tahoma"/>
              </a:rPr>
              <a:t> </a:t>
            </a:r>
            <a:r>
              <a:rPr sz="1200" b="1" dirty="0">
                <a:solidFill>
                  <a:srgbClr val="538235"/>
                </a:solidFill>
                <a:latin typeface="Tahoma"/>
                <a:cs typeface="Tahoma"/>
              </a:rPr>
              <a:t>K1)</a:t>
            </a:r>
            <a:endParaRPr sz="1200" dirty="0">
              <a:latin typeface="Tahoma"/>
              <a:cs typeface="Tahoma"/>
            </a:endParaRPr>
          </a:p>
          <a:p>
            <a:pPr marL="50800" marR="43180" algn="just">
              <a:lnSpc>
                <a:spcPct val="150000"/>
              </a:lnSpc>
              <a:spcBef>
                <a:spcPts val="5"/>
              </a:spcBef>
            </a:pPr>
            <a:r>
              <a:rPr sz="1200" dirty="0">
                <a:solidFill>
                  <a:srgbClr val="538235"/>
                </a:solidFill>
                <a:latin typeface="Tahoma"/>
                <a:cs typeface="Tahoma"/>
              </a:rPr>
              <a:t>An </a:t>
            </a:r>
            <a:r>
              <a:rPr sz="1200" spc="-5" dirty="0">
                <a:solidFill>
                  <a:srgbClr val="538235"/>
                </a:solidFill>
                <a:latin typeface="Tahoma"/>
                <a:cs typeface="Tahoma"/>
              </a:rPr>
              <a:t>elliptic curve </a:t>
            </a:r>
            <a:r>
              <a:rPr sz="1200" spc="-10" dirty="0">
                <a:solidFill>
                  <a:srgbClr val="538235"/>
                </a:solidFill>
                <a:latin typeface="Tahoma"/>
                <a:cs typeface="Tahoma"/>
              </a:rPr>
              <a:t>is </a:t>
            </a:r>
            <a:r>
              <a:rPr sz="1200" dirty="0">
                <a:solidFill>
                  <a:srgbClr val="538235"/>
                </a:solidFill>
                <a:latin typeface="Tahoma"/>
                <a:cs typeface="Tahoma"/>
              </a:rPr>
              <a:t>defined by </a:t>
            </a:r>
            <a:r>
              <a:rPr sz="1200" spc="-5" dirty="0">
                <a:solidFill>
                  <a:srgbClr val="538235"/>
                </a:solidFill>
                <a:latin typeface="Tahoma"/>
                <a:cs typeface="Tahoma"/>
              </a:rPr>
              <a:t>an equation in </a:t>
            </a:r>
            <a:r>
              <a:rPr sz="1200" dirty="0">
                <a:solidFill>
                  <a:srgbClr val="538235"/>
                </a:solidFill>
                <a:latin typeface="Tahoma"/>
                <a:cs typeface="Tahoma"/>
              </a:rPr>
              <a:t>two </a:t>
            </a:r>
            <a:r>
              <a:rPr sz="1200" spc="-10" dirty="0">
                <a:solidFill>
                  <a:srgbClr val="538235"/>
                </a:solidFill>
                <a:latin typeface="Tahoma"/>
                <a:cs typeface="Tahoma"/>
              </a:rPr>
              <a:t>variables </a:t>
            </a:r>
            <a:r>
              <a:rPr sz="1200" dirty="0">
                <a:solidFill>
                  <a:srgbClr val="538235"/>
                </a:solidFill>
                <a:latin typeface="Tahoma"/>
                <a:cs typeface="Tahoma"/>
              </a:rPr>
              <a:t>with </a:t>
            </a:r>
            <a:r>
              <a:rPr sz="1200" spc="-5" dirty="0">
                <a:solidFill>
                  <a:srgbClr val="538235"/>
                </a:solidFill>
                <a:latin typeface="Tahoma"/>
                <a:cs typeface="Tahoma"/>
              </a:rPr>
              <a:t>coefficients. </a:t>
            </a:r>
            <a:r>
              <a:rPr sz="1200" spc="-10" dirty="0">
                <a:solidFill>
                  <a:srgbClr val="538235"/>
                </a:solidFill>
                <a:latin typeface="Tahoma"/>
                <a:cs typeface="Tahoma"/>
              </a:rPr>
              <a:t>For </a:t>
            </a:r>
            <a:r>
              <a:rPr sz="1200" spc="-5" dirty="0">
                <a:solidFill>
                  <a:srgbClr val="538235"/>
                </a:solidFill>
                <a:latin typeface="Tahoma"/>
                <a:cs typeface="Tahoma"/>
              </a:rPr>
              <a:t> </a:t>
            </a:r>
            <a:r>
              <a:rPr sz="1200" spc="-15" dirty="0">
                <a:solidFill>
                  <a:srgbClr val="538235"/>
                </a:solidFill>
                <a:latin typeface="Tahoma"/>
                <a:cs typeface="Tahoma"/>
              </a:rPr>
              <a:t>cryptography, </a:t>
            </a:r>
            <a:r>
              <a:rPr sz="1200" dirty="0">
                <a:solidFill>
                  <a:srgbClr val="538235"/>
                </a:solidFill>
                <a:latin typeface="Tahoma"/>
                <a:cs typeface="Tahoma"/>
              </a:rPr>
              <a:t>the </a:t>
            </a:r>
            <a:r>
              <a:rPr sz="1200" spc="-10" dirty="0">
                <a:solidFill>
                  <a:srgbClr val="538235"/>
                </a:solidFill>
                <a:latin typeface="Tahoma"/>
                <a:cs typeface="Tahoma"/>
              </a:rPr>
              <a:t>variables </a:t>
            </a:r>
            <a:r>
              <a:rPr sz="1200" spc="-5" dirty="0">
                <a:solidFill>
                  <a:srgbClr val="538235"/>
                </a:solidFill>
                <a:latin typeface="Tahoma"/>
                <a:cs typeface="Tahoma"/>
              </a:rPr>
              <a:t>and </a:t>
            </a:r>
            <a:r>
              <a:rPr sz="1200" spc="-10" dirty="0">
                <a:solidFill>
                  <a:srgbClr val="538235"/>
                </a:solidFill>
                <a:latin typeface="Tahoma"/>
                <a:cs typeface="Tahoma"/>
              </a:rPr>
              <a:t>coefficients</a:t>
            </a:r>
            <a:r>
              <a:rPr sz="1200" spc="355" dirty="0">
                <a:solidFill>
                  <a:srgbClr val="538235"/>
                </a:solidFill>
                <a:latin typeface="Tahoma"/>
                <a:cs typeface="Tahoma"/>
              </a:rPr>
              <a:t> </a:t>
            </a:r>
            <a:r>
              <a:rPr sz="1200" spc="-5" dirty="0">
                <a:solidFill>
                  <a:srgbClr val="538235"/>
                </a:solidFill>
                <a:latin typeface="Tahoma"/>
                <a:cs typeface="Tahoma"/>
              </a:rPr>
              <a:t>are </a:t>
            </a:r>
            <a:r>
              <a:rPr sz="1200" spc="-10" dirty="0">
                <a:solidFill>
                  <a:srgbClr val="538235"/>
                </a:solidFill>
                <a:latin typeface="Tahoma"/>
                <a:cs typeface="Tahoma"/>
              </a:rPr>
              <a:t>restricted</a:t>
            </a:r>
            <a:r>
              <a:rPr sz="1200" spc="355" dirty="0">
                <a:solidFill>
                  <a:srgbClr val="538235"/>
                </a:solidFill>
                <a:latin typeface="Tahoma"/>
                <a:cs typeface="Tahoma"/>
              </a:rPr>
              <a:t> </a:t>
            </a:r>
            <a:r>
              <a:rPr sz="1200" dirty="0">
                <a:solidFill>
                  <a:srgbClr val="538235"/>
                </a:solidFill>
                <a:latin typeface="Tahoma"/>
                <a:cs typeface="Tahoma"/>
              </a:rPr>
              <a:t>to </a:t>
            </a:r>
            <a:r>
              <a:rPr sz="1200" spc="-5" dirty="0">
                <a:solidFill>
                  <a:srgbClr val="538235"/>
                </a:solidFill>
                <a:latin typeface="Tahoma"/>
                <a:cs typeface="Tahoma"/>
              </a:rPr>
              <a:t>elements </a:t>
            </a:r>
            <a:r>
              <a:rPr sz="1200" spc="-10" dirty="0">
                <a:solidFill>
                  <a:srgbClr val="538235"/>
                </a:solidFill>
                <a:latin typeface="Tahoma"/>
                <a:cs typeface="Tahoma"/>
              </a:rPr>
              <a:t>in</a:t>
            </a:r>
            <a:r>
              <a:rPr sz="1200" spc="355" dirty="0">
                <a:solidFill>
                  <a:srgbClr val="538235"/>
                </a:solidFill>
                <a:latin typeface="Tahoma"/>
                <a:cs typeface="Tahoma"/>
              </a:rPr>
              <a:t> </a:t>
            </a:r>
            <a:r>
              <a:rPr sz="1200" dirty="0">
                <a:solidFill>
                  <a:srgbClr val="538235"/>
                </a:solidFill>
                <a:latin typeface="Tahoma"/>
                <a:cs typeface="Tahoma"/>
              </a:rPr>
              <a:t>a </a:t>
            </a:r>
            <a:r>
              <a:rPr sz="1200" spc="-5" dirty="0">
                <a:solidFill>
                  <a:srgbClr val="538235"/>
                </a:solidFill>
                <a:latin typeface="Tahoma"/>
                <a:cs typeface="Tahoma"/>
              </a:rPr>
              <a:t>finite </a:t>
            </a:r>
            <a:r>
              <a:rPr sz="1200" dirty="0">
                <a:solidFill>
                  <a:srgbClr val="538235"/>
                </a:solidFill>
                <a:latin typeface="Tahoma"/>
                <a:cs typeface="Tahoma"/>
              </a:rPr>
              <a:t> </a:t>
            </a:r>
            <a:r>
              <a:rPr sz="1200" spc="-10" dirty="0">
                <a:solidFill>
                  <a:srgbClr val="538235"/>
                </a:solidFill>
                <a:latin typeface="Tahoma"/>
                <a:cs typeface="Tahoma"/>
              </a:rPr>
              <a:t>field.</a:t>
            </a:r>
            <a:endParaRPr sz="1200" dirty="0">
              <a:latin typeface="Tahoma"/>
              <a:cs typeface="Tahoma"/>
            </a:endParaRPr>
          </a:p>
          <a:p>
            <a:pPr marL="635" algn="ctr">
              <a:lnSpc>
                <a:spcPct val="100000"/>
              </a:lnSpc>
              <a:spcBef>
                <a:spcPts val="670"/>
              </a:spcBef>
            </a:pPr>
            <a:r>
              <a:rPr sz="1250" b="1" i="1" spc="-5" dirty="0">
                <a:solidFill>
                  <a:srgbClr val="538235"/>
                </a:solidFill>
                <a:latin typeface="Arial"/>
                <a:cs typeface="Arial"/>
              </a:rPr>
              <a:t>y</a:t>
            </a:r>
            <a:r>
              <a:rPr sz="1200" b="1" spc="-7" baseline="24305" dirty="0">
                <a:solidFill>
                  <a:srgbClr val="538235"/>
                </a:solidFill>
                <a:latin typeface="Tahoma"/>
                <a:cs typeface="Tahoma"/>
              </a:rPr>
              <a:t>2</a:t>
            </a:r>
            <a:r>
              <a:rPr sz="1200" b="1" spc="165" baseline="24305" dirty="0">
                <a:solidFill>
                  <a:srgbClr val="538235"/>
                </a:solidFill>
                <a:latin typeface="Tahoma"/>
                <a:cs typeface="Tahoma"/>
              </a:rPr>
              <a:t> </a:t>
            </a:r>
            <a:r>
              <a:rPr sz="1200" b="1" dirty="0">
                <a:solidFill>
                  <a:srgbClr val="538235"/>
                </a:solidFill>
                <a:latin typeface="Tahoma"/>
                <a:cs typeface="Tahoma"/>
              </a:rPr>
              <a:t>=</a:t>
            </a:r>
            <a:r>
              <a:rPr sz="1200" b="1" spc="-25" dirty="0">
                <a:solidFill>
                  <a:srgbClr val="538235"/>
                </a:solidFill>
                <a:latin typeface="Tahoma"/>
                <a:cs typeface="Tahoma"/>
              </a:rPr>
              <a:t> </a:t>
            </a:r>
            <a:r>
              <a:rPr sz="1250" b="1" i="1" spc="5" dirty="0">
                <a:solidFill>
                  <a:srgbClr val="538235"/>
                </a:solidFill>
                <a:latin typeface="Arial"/>
                <a:cs typeface="Arial"/>
              </a:rPr>
              <a:t>x</a:t>
            </a:r>
            <a:r>
              <a:rPr sz="1200" b="1" spc="7" baseline="24305" dirty="0">
                <a:solidFill>
                  <a:srgbClr val="538235"/>
                </a:solidFill>
                <a:latin typeface="Tahoma"/>
                <a:cs typeface="Tahoma"/>
              </a:rPr>
              <a:t>3</a:t>
            </a:r>
            <a:r>
              <a:rPr sz="1200" b="1" spc="165" baseline="24305" dirty="0">
                <a:solidFill>
                  <a:srgbClr val="538235"/>
                </a:solidFill>
                <a:latin typeface="Tahoma"/>
                <a:cs typeface="Tahoma"/>
              </a:rPr>
              <a:t> </a:t>
            </a:r>
            <a:r>
              <a:rPr sz="1200" b="1" dirty="0">
                <a:solidFill>
                  <a:srgbClr val="538235"/>
                </a:solidFill>
                <a:latin typeface="Tahoma"/>
                <a:cs typeface="Tahoma"/>
              </a:rPr>
              <a:t>+ </a:t>
            </a:r>
            <a:r>
              <a:rPr sz="1250" b="1" i="1" spc="25" dirty="0">
                <a:solidFill>
                  <a:srgbClr val="538235"/>
                </a:solidFill>
                <a:latin typeface="Arial"/>
                <a:cs typeface="Arial"/>
              </a:rPr>
              <a:t>ax</a:t>
            </a:r>
            <a:r>
              <a:rPr sz="1250" b="1" i="1" dirty="0">
                <a:solidFill>
                  <a:srgbClr val="538235"/>
                </a:solidFill>
                <a:latin typeface="Arial"/>
                <a:cs typeface="Arial"/>
              </a:rPr>
              <a:t> </a:t>
            </a:r>
            <a:r>
              <a:rPr sz="1200" b="1" dirty="0">
                <a:solidFill>
                  <a:srgbClr val="538235"/>
                </a:solidFill>
                <a:latin typeface="Tahoma"/>
                <a:cs typeface="Tahoma"/>
              </a:rPr>
              <a:t>+</a:t>
            </a:r>
            <a:r>
              <a:rPr sz="1200" b="1" spc="-25" dirty="0">
                <a:solidFill>
                  <a:srgbClr val="538235"/>
                </a:solidFill>
                <a:latin typeface="Tahoma"/>
                <a:cs typeface="Tahoma"/>
              </a:rPr>
              <a:t> </a:t>
            </a:r>
            <a:r>
              <a:rPr sz="1250" b="1" i="1" spc="-10" dirty="0">
                <a:solidFill>
                  <a:srgbClr val="538235"/>
                </a:solidFill>
                <a:latin typeface="Arial"/>
                <a:cs typeface="Arial"/>
              </a:rPr>
              <a:t>b</a:t>
            </a:r>
            <a:endParaRPr sz="1250" dirty="0">
              <a:latin typeface="Arial"/>
              <a:cs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1027049"/>
            <a:ext cx="5761990" cy="6062980"/>
          </a:xfrm>
          <a:prstGeom prst="rect">
            <a:avLst/>
          </a:prstGeom>
        </p:spPr>
        <p:txBody>
          <a:bodyPr vert="horz" wrap="square" lIns="0" tIns="12700" rIns="0" bIns="0" rtlCol="0">
            <a:spAutoFit/>
          </a:bodyPr>
          <a:lstStyle/>
          <a:p>
            <a:pPr marL="12700" marR="5080">
              <a:lnSpc>
                <a:spcPct val="150100"/>
              </a:lnSpc>
              <a:spcBef>
                <a:spcPts val="100"/>
              </a:spcBef>
            </a:pPr>
            <a:r>
              <a:rPr lang="en-IN" sz="1200" b="1" dirty="0">
                <a:solidFill>
                  <a:srgbClr val="538235"/>
                </a:solidFill>
                <a:latin typeface="Tahoma"/>
                <a:cs typeface="Tahoma"/>
              </a:rPr>
              <a:t>18. </a:t>
            </a:r>
            <a:r>
              <a:rPr sz="1200" b="1" dirty="0">
                <a:solidFill>
                  <a:srgbClr val="538235"/>
                </a:solidFill>
                <a:latin typeface="Tahoma"/>
                <a:cs typeface="Tahoma"/>
              </a:rPr>
              <a:t>Perform</a:t>
            </a:r>
            <a:r>
              <a:rPr sz="1200" b="1" spc="95" dirty="0">
                <a:solidFill>
                  <a:srgbClr val="538235"/>
                </a:solidFill>
                <a:latin typeface="Tahoma"/>
                <a:cs typeface="Tahoma"/>
              </a:rPr>
              <a:t> </a:t>
            </a:r>
            <a:r>
              <a:rPr sz="1200" b="1" spc="-5" dirty="0">
                <a:solidFill>
                  <a:srgbClr val="538235"/>
                </a:solidFill>
                <a:latin typeface="Tahoma"/>
                <a:cs typeface="Tahoma"/>
              </a:rPr>
              <a:t>encryption</a:t>
            </a:r>
            <a:r>
              <a:rPr sz="1200" b="1" spc="85" dirty="0">
                <a:solidFill>
                  <a:srgbClr val="538235"/>
                </a:solidFill>
                <a:latin typeface="Tahoma"/>
                <a:cs typeface="Tahoma"/>
              </a:rPr>
              <a:t> </a:t>
            </a:r>
            <a:r>
              <a:rPr sz="1200" b="1" dirty="0">
                <a:solidFill>
                  <a:srgbClr val="538235"/>
                </a:solidFill>
                <a:latin typeface="Tahoma"/>
                <a:cs typeface="Tahoma"/>
              </a:rPr>
              <a:t>and</a:t>
            </a:r>
            <a:r>
              <a:rPr sz="1200" b="1" spc="95" dirty="0">
                <a:solidFill>
                  <a:srgbClr val="538235"/>
                </a:solidFill>
                <a:latin typeface="Tahoma"/>
                <a:cs typeface="Tahoma"/>
              </a:rPr>
              <a:t> </a:t>
            </a:r>
            <a:r>
              <a:rPr sz="1200" b="1" spc="-5" dirty="0">
                <a:solidFill>
                  <a:srgbClr val="538235"/>
                </a:solidFill>
                <a:latin typeface="Tahoma"/>
                <a:cs typeface="Tahoma"/>
              </a:rPr>
              <a:t>decryption</a:t>
            </a:r>
            <a:r>
              <a:rPr sz="1200" b="1" spc="85" dirty="0">
                <a:solidFill>
                  <a:srgbClr val="538235"/>
                </a:solidFill>
                <a:latin typeface="Tahoma"/>
                <a:cs typeface="Tahoma"/>
              </a:rPr>
              <a:t> </a:t>
            </a:r>
            <a:r>
              <a:rPr sz="1200" b="1" spc="-10" dirty="0">
                <a:solidFill>
                  <a:srgbClr val="538235"/>
                </a:solidFill>
                <a:latin typeface="Tahoma"/>
                <a:cs typeface="Tahoma"/>
              </a:rPr>
              <a:t>using</a:t>
            </a:r>
            <a:r>
              <a:rPr sz="1200" b="1" spc="95" dirty="0">
                <a:solidFill>
                  <a:srgbClr val="538235"/>
                </a:solidFill>
                <a:latin typeface="Tahoma"/>
                <a:cs typeface="Tahoma"/>
              </a:rPr>
              <a:t> </a:t>
            </a:r>
            <a:r>
              <a:rPr sz="1200" b="1" spc="-5" dirty="0">
                <a:solidFill>
                  <a:srgbClr val="538235"/>
                </a:solidFill>
                <a:latin typeface="Tahoma"/>
                <a:cs typeface="Tahoma"/>
              </a:rPr>
              <a:t>RSA</a:t>
            </a:r>
            <a:r>
              <a:rPr sz="1200" b="1" spc="100" dirty="0">
                <a:solidFill>
                  <a:srgbClr val="538235"/>
                </a:solidFill>
                <a:latin typeface="Tahoma"/>
                <a:cs typeface="Tahoma"/>
              </a:rPr>
              <a:t> </a:t>
            </a:r>
            <a:r>
              <a:rPr sz="1200" b="1" spc="-10" dirty="0">
                <a:solidFill>
                  <a:srgbClr val="538235"/>
                </a:solidFill>
                <a:latin typeface="Tahoma"/>
                <a:cs typeface="Tahoma"/>
              </a:rPr>
              <a:t>Alg.</a:t>
            </a:r>
            <a:r>
              <a:rPr sz="1200" b="1" spc="110" dirty="0">
                <a:solidFill>
                  <a:srgbClr val="538235"/>
                </a:solidFill>
                <a:latin typeface="Tahoma"/>
                <a:cs typeface="Tahoma"/>
              </a:rPr>
              <a:t> </a:t>
            </a:r>
            <a:r>
              <a:rPr sz="1200" b="1" spc="-5" dirty="0">
                <a:solidFill>
                  <a:srgbClr val="538235"/>
                </a:solidFill>
                <a:latin typeface="Tahoma"/>
                <a:cs typeface="Tahoma"/>
              </a:rPr>
              <a:t>for</a:t>
            </a:r>
            <a:r>
              <a:rPr sz="1200" b="1" spc="110" dirty="0">
                <a:solidFill>
                  <a:srgbClr val="538235"/>
                </a:solidFill>
                <a:latin typeface="Tahoma"/>
                <a:cs typeface="Tahoma"/>
              </a:rPr>
              <a:t> </a:t>
            </a:r>
            <a:r>
              <a:rPr sz="1200" b="1" spc="-5" dirty="0">
                <a:solidFill>
                  <a:srgbClr val="538235"/>
                </a:solidFill>
                <a:latin typeface="Tahoma"/>
                <a:cs typeface="Tahoma"/>
              </a:rPr>
              <a:t>the</a:t>
            </a:r>
            <a:r>
              <a:rPr sz="1200" b="1" spc="90" dirty="0">
                <a:solidFill>
                  <a:srgbClr val="538235"/>
                </a:solidFill>
                <a:latin typeface="Tahoma"/>
                <a:cs typeface="Tahoma"/>
              </a:rPr>
              <a:t> </a:t>
            </a:r>
            <a:r>
              <a:rPr sz="1200" b="1" spc="-5" dirty="0">
                <a:solidFill>
                  <a:srgbClr val="538235"/>
                </a:solidFill>
                <a:latin typeface="Tahoma"/>
                <a:cs typeface="Tahoma"/>
              </a:rPr>
              <a:t>following.</a:t>
            </a:r>
            <a:r>
              <a:rPr sz="1200" b="1" spc="110" dirty="0">
                <a:solidFill>
                  <a:srgbClr val="538235"/>
                </a:solidFill>
                <a:latin typeface="Tahoma"/>
                <a:cs typeface="Tahoma"/>
              </a:rPr>
              <a:t> </a:t>
            </a:r>
            <a:r>
              <a:rPr sz="1200" b="1" dirty="0">
                <a:solidFill>
                  <a:srgbClr val="538235"/>
                </a:solidFill>
                <a:latin typeface="Tahoma"/>
                <a:cs typeface="Tahoma"/>
              </a:rPr>
              <a:t>P=7; </a:t>
            </a:r>
            <a:r>
              <a:rPr sz="1200" b="1" spc="-340" dirty="0">
                <a:solidFill>
                  <a:srgbClr val="538235"/>
                </a:solidFill>
                <a:latin typeface="Tahoma"/>
                <a:cs typeface="Tahoma"/>
              </a:rPr>
              <a:t> </a:t>
            </a:r>
            <a:r>
              <a:rPr sz="1200" b="1" spc="-5" dirty="0">
                <a:solidFill>
                  <a:srgbClr val="538235"/>
                </a:solidFill>
                <a:latin typeface="Tahoma"/>
                <a:cs typeface="Tahoma"/>
              </a:rPr>
              <a:t>q=11;</a:t>
            </a:r>
            <a:r>
              <a:rPr sz="1200" b="1" dirty="0">
                <a:solidFill>
                  <a:srgbClr val="538235"/>
                </a:solidFill>
                <a:latin typeface="Tahoma"/>
                <a:cs typeface="Tahoma"/>
              </a:rPr>
              <a:t> e=17;M=8.</a:t>
            </a:r>
            <a:endParaRPr sz="1200" dirty="0">
              <a:latin typeface="Tahoma"/>
              <a:cs typeface="Tahoma"/>
            </a:endParaRPr>
          </a:p>
          <a:p>
            <a:pPr marL="12700">
              <a:lnSpc>
                <a:spcPct val="100000"/>
              </a:lnSpc>
              <a:spcBef>
                <a:spcPts val="720"/>
              </a:spcBef>
            </a:pPr>
            <a:r>
              <a:rPr sz="1200" dirty="0">
                <a:solidFill>
                  <a:srgbClr val="538235"/>
                </a:solidFill>
                <a:latin typeface="Tahoma"/>
                <a:cs typeface="Tahoma"/>
              </a:rPr>
              <a:t>n</a:t>
            </a:r>
            <a:r>
              <a:rPr sz="1200" spc="-25" dirty="0">
                <a:solidFill>
                  <a:srgbClr val="538235"/>
                </a:solidFill>
                <a:latin typeface="Tahoma"/>
                <a:cs typeface="Tahoma"/>
              </a:rPr>
              <a:t> </a:t>
            </a:r>
            <a:r>
              <a:rPr sz="1200" dirty="0">
                <a:solidFill>
                  <a:srgbClr val="538235"/>
                </a:solidFill>
                <a:latin typeface="Tahoma"/>
                <a:cs typeface="Tahoma"/>
              </a:rPr>
              <a:t>=</a:t>
            </a:r>
            <a:r>
              <a:rPr sz="1200" spc="-35" dirty="0">
                <a:solidFill>
                  <a:srgbClr val="538235"/>
                </a:solidFill>
                <a:latin typeface="Tahoma"/>
                <a:cs typeface="Tahoma"/>
              </a:rPr>
              <a:t> </a:t>
            </a:r>
            <a:r>
              <a:rPr sz="1200" spc="5" dirty="0">
                <a:solidFill>
                  <a:srgbClr val="538235"/>
                </a:solidFill>
                <a:latin typeface="Tahoma"/>
                <a:cs typeface="Tahoma"/>
              </a:rPr>
              <a:t>pq</a:t>
            </a:r>
            <a:endParaRPr sz="1200" dirty="0">
              <a:latin typeface="Tahoma"/>
              <a:cs typeface="Tahoma"/>
            </a:endParaRPr>
          </a:p>
          <a:p>
            <a:pPr marL="12700" marR="4584700">
              <a:lnSpc>
                <a:spcPct val="150000"/>
              </a:lnSpc>
            </a:pPr>
            <a:r>
              <a:rPr sz="1200" dirty="0">
                <a:solidFill>
                  <a:srgbClr val="538235"/>
                </a:solidFill>
                <a:latin typeface="Tahoma"/>
                <a:cs typeface="Tahoma"/>
              </a:rPr>
              <a:t>n = </a:t>
            </a:r>
            <a:r>
              <a:rPr sz="1200" spc="-10" dirty="0">
                <a:solidFill>
                  <a:srgbClr val="538235"/>
                </a:solidFill>
                <a:latin typeface="Tahoma"/>
                <a:cs typeface="Tahoma"/>
              </a:rPr>
              <a:t>7*11=77 </a:t>
            </a:r>
            <a:r>
              <a:rPr sz="1200" spc="-5" dirty="0">
                <a:solidFill>
                  <a:srgbClr val="538235"/>
                </a:solidFill>
                <a:latin typeface="Tahoma"/>
                <a:cs typeface="Tahoma"/>
              </a:rPr>
              <a:t> Φ(n)=(p-1)</a:t>
            </a:r>
            <a:r>
              <a:rPr sz="1200" spc="-25" dirty="0">
                <a:solidFill>
                  <a:srgbClr val="538235"/>
                </a:solidFill>
                <a:latin typeface="Tahoma"/>
                <a:cs typeface="Tahoma"/>
              </a:rPr>
              <a:t> </a:t>
            </a:r>
            <a:r>
              <a:rPr sz="1200" spc="-5" dirty="0">
                <a:solidFill>
                  <a:srgbClr val="538235"/>
                </a:solidFill>
                <a:latin typeface="Tahoma"/>
                <a:cs typeface="Tahoma"/>
              </a:rPr>
              <a:t>(q-1)</a:t>
            </a:r>
            <a:endParaRPr sz="1200" dirty="0">
              <a:latin typeface="Tahoma"/>
              <a:cs typeface="Tahoma"/>
            </a:endParaRPr>
          </a:p>
          <a:p>
            <a:pPr marL="12700">
              <a:lnSpc>
                <a:spcPct val="100000"/>
              </a:lnSpc>
              <a:spcBef>
                <a:spcPts val="720"/>
              </a:spcBef>
            </a:pPr>
            <a:r>
              <a:rPr sz="1200" spc="-10" dirty="0">
                <a:solidFill>
                  <a:srgbClr val="538235"/>
                </a:solidFill>
                <a:latin typeface="Tahoma"/>
                <a:cs typeface="Tahoma"/>
              </a:rPr>
              <a:t>=6*10</a:t>
            </a:r>
            <a:r>
              <a:rPr sz="1200" spc="-3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60</a:t>
            </a:r>
            <a:endParaRPr sz="1200" dirty="0">
              <a:latin typeface="Tahoma"/>
              <a:cs typeface="Tahoma"/>
            </a:endParaRPr>
          </a:p>
          <a:p>
            <a:pPr marL="12700">
              <a:lnSpc>
                <a:spcPct val="100000"/>
              </a:lnSpc>
              <a:spcBef>
                <a:spcPts val="720"/>
              </a:spcBef>
            </a:pPr>
            <a:r>
              <a:rPr sz="1200" dirty="0">
                <a:solidFill>
                  <a:srgbClr val="538235"/>
                </a:solidFill>
                <a:latin typeface="Tahoma"/>
                <a:cs typeface="Tahoma"/>
              </a:rPr>
              <a:t>e</a:t>
            </a:r>
            <a:r>
              <a:rPr sz="1200" spc="-25" dirty="0">
                <a:solidFill>
                  <a:srgbClr val="538235"/>
                </a:solidFill>
                <a:latin typeface="Tahoma"/>
                <a:cs typeface="Tahoma"/>
              </a:rPr>
              <a:t> </a:t>
            </a:r>
            <a:r>
              <a:rPr sz="1200" spc="-10" dirty="0">
                <a:solidFill>
                  <a:srgbClr val="538235"/>
                </a:solidFill>
                <a:latin typeface="Tahoma"/>
                <a:cs typeface="Tahoma"/>
              </a:rPr>
              <a:t>=17</a:t>
            </a:r>
            <a:r>
              <a:rPr sz="1200" spc="-20" dirty="0">
                <a:solidFill>
                  <a:srgbClr val="538235"/>
                </a:solidFill>
                <a:latin typeface="Tahoma"/>
                <a:cs typeface="Tahoma"/>
              </a:rPr>
              <a:t> </a:t>
            </a:r>
            <a:r>
              <a:rPr sz="1200" dirty="0">
                <a:solidFill>
                  <a:srgbClr val="538235"/>
                </a:solidFill>
                <a:latin typeface="Tahoma"/>
                <a:cs typeface="Tahoma"/>
              </a:rPr>
              <a:t>d</a:t>
            </a:r>
            <a:r>
              <a:rPr sz="1200" spc="-5" dirty="0">
                <a:solidFill>
                  <a:srgbClr val="538235"/>
                </a:solidFill>
                <a:latin typeface="Tahoma"/>
                <a:cs typeface="Tahoma"/>
              </a:rPr>
              <a:t> </a:t>
            </a:r>
            <a:r>
              <a:rPr sz="1200" spc="-10" dirty="0">
                <a:solidFill>
                  <a:srgbClr val="538235"/>
                </a:solidFill>
                <a:latin typeface="Tahoma"/>
                <a:cs typeface="Tahoma"/>
              </a:rPr>
              <a:t>=27</a:t>
            </a:r>
            <a:endParaRPr sz="1200" dirty="0">
              <a:latin typeface="Tahoma"/>
              <a:cs typeface="Tahoma"/>
            </a:endParaRPr>
          </a:p>
          <a:p>
            <a:pPr marL="12700">
              <a:lnSpc>
                <a:spcPct val="100000"/>
              </a:lnSpc>
              <a:spcBef>
                <a:spcPts val="720"/>
              </a:spcBef>
            </a:pPr>
            <a:r>
              <a:rPr sz="1200" dirty="0">
                <a:solidFill>
                  <a:srgbClr val="538235"/>
                </a:solidFill>
                <a:latin typeface="Tahoma"/>
                <a:cs typeface="Tahoma"/>
              </a:rPr>
              <a:t>C</a:t>
            </a:r>
            <a:r>
              <a:rPr sz="1200" spc="-20" dirty="0">
                <a:solidFill>
                  <a:srgbClr val="538235"/>
                </a:solidFill>
                <a:latin typeface="Tahoma"/>
                <a:cs typeface="Tahoma"/>
              </a:rPr>
              <a:t> </a:t>
            </a:r>
            <a:r>
              <a:rPr sz="1200" dirty="0">
                <a:solidFill>
                  <a:srgbClr val="538235"/>
                </a:solidFill>
                <a:latin typeface="Tahoma"/>
                <a:cs typeface="Tahoma"/>
              </a:rPr>
              <a:t>=</a:t>
            </a:r>
            <a:r>
              <a:rPr sz="1200" spc="-25" dirty="0">
                <a:solidFill>
                  <a:srgbClr val="538235"/>
                </a:solidFill>
                <a:latin typeface="Tahoma"/>
                <a:cs typeface="Tahoma"/>
              </a:rPr>
              <a:t> </a:t>
            </a:r>
            <a:r>
              <a:rPr sz="1200" dirty="0">
                <a:solidFill>
                  <a:srgbClr val="538235"/>
                </a:solidFill>
                <a:latin typeface="Tahoma"/>
                <a:cs typeface="Tahoma"/>
              </a:rPr>
              <a:t>M^e</a:t>
            </a:r>
            <a:r>
              <a:rPr sz="1200" spc="-20" dirty="0">
                <a:solidFill>
                  <a:srgbClr val="538235"/>
                </a:solidFill>
                <a:latin typeface="Tahoma"/>
                <a:cs typeface="Tahoma"/>
              </a:rPr>
              <a:t> </a:t>
            </a:r>
            <a:r>
              <a:rPr sz="1200" dirty="0">
                <a:solidFill>
                  <a:srgbClr val="538235"/>
                </a:solidFill>
                <a:latin typeface="Tahoma"/>
                <a:cs typeface="Tahoma"/>
              </a:rPr>
              <a:t>mod</a:t>
            </a:r>
            <a:r>
              <a:rPr sz="1200" spc="-15" dirty="0">
                <a:solidFill>
                  <a:srgbClr val="538235"/>
                </a:solidFill>
                <a:latin typeface="Tahoma"/>
                <a:cs typeface="Tahoma"/>
              </a:rPr>
              <a:t> </a:t>
            </a:r>
            <a:r>
              <a:rPr sz="1200" dirty="0">
                <a:solidFill>
                  <a:srgbClr val="538235"/>
                </a:solidFill>
                <a:latin typeface="Tahoma"/>
                <a:cs typeface="Tahoma"/>
              </a:rPr>
              <a:t>n</a:t>
            </a:r>
            <a:endParaRPr sz="1200" dirty="0">
              <a:latin typeface="Tahoma"/>
              <a:cs typeface="Tahoma"/>
            </a:endParaRPr>
          </a:p>
          <a:p>
            <a:pPr marL="12700">
              <a:lnSpc>
                <a:spcPct val="100000"/>
              </a:lnSpc>
              <a:spcBef>
                <a:spcPts val="720"/>
              </a:spcBef>
            </a:pPr>
            <a:r>
              <a:rPr sz="1200" dirty="0">
                <a:solidFill>
                  <a:srgbClr val="538235"/>
                </a:solidFill>
                <a:latin typeface="Tahoma"/>
                <a:cs typeface="Tahoma"/>
              </a:rPr>
              <a:t>C</a:t>
            </a:r>
            <a:r>
              <a:rPr sz="1200" spc="-15" dirty="0">
                <a:solidFill>
                  <a:srgbClr val="538235"/>
                </a:solidFill>
                <a:latin typeface="Tahoma"/>
                <a:cs typeface="Tahoma"/>
              </a:rPr>
              <a:t> </a:t>
            </a:r>
            <a:r>
              <a:rPr sz="1200" dirty="0">
                <a:solidFill>
                  <a:srgbClr val="538235"/>
                </a:solidFill>
                <a:latin typeface="Tahoma"/>
                <a:cs typeface="Tahoma"/>
              </a:rPr>
              <a:t>=</a:t>
            </a:r>
            <a:r>
              <a:rPr sz="1200" spc="-25" dirty="0">
                <a:solidFill>
                  <a:srgbClr val="538235"/>
                </a:solidFill>
                <a:latin typeface="Tahoma"/>
                <a:cs typeface="Tahoma"/>
              </a:rPr>
              <a:t> </a:t>
            </a:r>
            <a:r>
              <a:rPr sz="1200" spc="-10" dirty="0">
                <a:solidFill>
                  <a:srgbClr val="538235"/>
                </a:solidFill>
                <a:latin typeface="Tahoma"/>
                <a:cs typeface="Tahoma"/>
              </a:rPr>
              <a:t>817</a:t>
            </a:r>
            <a:r>
              <a:rPr sz="1200" spc="-15" dirty="0">
                <a:solidFill>
                  <a:srgbClr val="538235"/>
                </a:solidFill>
                <a:latin typeface="Tahoma"/>
                <a:cs typeface="Tahoma"/>
              </a:rPr>
              <a:t> </a:t>
            </a:r>
            <a:r>
              <a:rPr sz="1200" spc="-5" dirty="0">
                <a:solidFill>
                  <a:srgbClr val="538235"/>
                </a:solidFill>
                <a:latin typeface="Tahoma"/>
                <a:cs typeface="Tahoma"/>
              </a:rPr>
              <a:t>mod</a:t>
            </a:r>
            <a:r>
              <a:rPr sz="1200" spc="-30" dirty="0">
                <a:solidFill>
                  <a:srgbClr val="538235"/>
                </a:solidFill>
                <a:latin typeface="Tahoma"/>
                <a:cs typeface="Tahoma"/>
              </a:rPr>
              <a:t> </a:t>
            </a:r>
            <a:r>
              <a:rPr sz="1200" spc="-10" dirty="0">
                <a:solidFill>
                  <a:srgbClr val="538235"/>
                </a:solidFill>
                <a:latin typeface="Tahoma"/>
                <a:cs typeface="Tahoma"/>
              </a:rPr>
              <a:t>77</a:t>
            </a:r>
            <a:endParaRPr sz="1200" dirty="0">
              <a:latin typeface="Tahoma"/>
              <a:cs typeface="Tahoma"/>
            </a:endParaRPr>
          </a:p>
          <a:p>
            <a:pPr marL="12700">
              <a:lnSpc>
                <a:spcPct val="100000"/>
              </a:lnSpc>
              <a:spcBef>
                <a:spcPts val="725"/>
              </a:spcBef>
            </a:pPr>
            <a:r>
              <a:rPr sz="1200" dirty="0">
                <a:solidFill>
                  <a:srgbClr val="538235"/>
                </a:solidFill>
                <a:latin typeface="Tahoma"/>
                <a:cs typeface="Tahoma"/>
              </a:rPr>
              <a:t>=</a:t>
            </a:r>
            <a:r>
              <a:rPr sz="1200" spc="-50" dirty="0">
                <a:solidFill>
                  <a:srgbClr val="538235"/>
                </a:solidFill>
                <a:latin typeface="Tahoma"/>
                <a:cs typeface="Tahoma"/>
              </a:rPr>
              <a:t> </a:t>
            </a:r>
            <a:r>
              <a:rPr sz="1200" spc="-10" dirty="0">
                <a:solidFill>
                  <a:srgbClr val="538235"/>
                </a:solidFill>
                <a:latin typeface="Tahoma"/>
                <a:cs typeface="Tahoma"/>
              </a:rPr>
              <a:t>57</a:t>
            </a:r>
            <a:endParaRPr sz="1200" dirty="0">
              <a:latin typeface="Tahoma"/>
              <a:cs typeface="Tahoma"/>
            </a:endParaRPr>
          </a:p>
          <a:p>
            <a:pPr marL="12700">
              <a:lnSpc>
                <a:spcPct val="100000"/>
              </a:lnSpc>
              <a:spcBef>
                <a:spcPts val="720"/>
              </a:spcBef>
            </a:pPr>
            <a:r>
              <a:rPr sz="1200" dirty="0">
                <a:solidFill>
                  <a:srgbClr val="538235"/>
                </a:solidFill>
                <a:latin typeface="Tahoma"/>
                <a:cs typeface="Tahoma"/>
              </a:rPr>
              <a:t>M</a:t>
            </a:r>
            <a:r>
              <a:rPr sz="1200" spc="-25" dirty="0">
                <a:solidFill>
                  <a:srgbClr val="538235"/>
                </a:solidFill>
                <a:latin typeface="Tahoma"/>
                <a:cs typeface="Tahoma"/>
              </a:rPr>
              <a:t> </a:t>
            </a:r>
            <a:r>
              <a:rPr sz="1200" dirty="0">
                <a:solidFill>
                  <a:srgbClr val="538235"/>
                </a:solidFill>
                <a:latin typeface="Tahoma"/>
                <a:cs typeface="Tahoma"/>
              </a:rPr>
              <a:t>=</a:t>
            </a:r>
            <a:r>
              <a:rPr sz="1200" spc="-20" dirty="0">
                <a:solidFill>
                  <a:srgbClr val="538235"/>
                </a:solidFill>
                <a:latin typeface="Tahoma"/>
                <a:cs typeface="Tahoma"/>
              </a:rPr>
              <a:t> </a:t>
            </a:r>
            <a:r>
              <a:rPr sz="1200" spc="-5" dirty="0">
                <a:solidFill>
                  <a:srgbClr val="538235"/>
                </a:solidFill>
                <a:latin typeface="Tahoma"/>
                <a:cs typeface="Tahoma"/>
              </a:rPr>
              <a:t>Cd</a:t>
            </a:r>
            <a:r>
              <a:rPr sz="1200" dirty="0">
                <a:solidFill>
                  <a:srgbClr val="538235"/>
                </a:solidFill>
                <a:latin typeface="Tahoma"/>
                <a:cs typeface="Tahoma"/>
              </a:rPr>
              <a:t> mod</a:t>
            </a:r>
            <a:r>
              <a:rPr sz="1200" spc="-30" dirty="0">
                <a:solidFill>
                  <a:srgbClr val="538235"/>
                </a:solidFill>
                <a:latin typeface="Tahoma"/>
                <a:cs typeface="Tahoma"/>
              </a:rPr>
              <a:t> </a:t>
            </a:r>
            <a:r>
              <a:rPr sz="1200" dirty="0">
                <a:solidFill>
                  <a:srgbClr val="538235"/>
                </a:solidFill>
                <a:latin typeface="Tahoma"/>
                <a:cs typeface="Tahoma"/>
              </a:rPr>
              <a:t>n</a:t>
            </a:r>
            <a:endParaRPr sz="1200" dirty="0">
              <a:latin typeface="Tahoma"/>
              <a:cs typeface="Tahoma"/>
            </a:endParaRPr>
          </a:p>
          <a:p>
            <a:pPr marL="12700">
              <a:lnSpc>
                <a:spcPct val="100000"/>
              </a:lnSpc>
              <a:spcBef>
                <a:spcPts val="720"/>
              </a:spcBef>
            </a:pPr>
            <a:r>
              <a:rPr sz="1200" dirty="0">
                <a:solidFill>
                  <a:srgbClr val="538235"/>
                </a:solidFill>
                <a:latin typeface="Tahoma"/>
                <a:cs typeface="Tahoma"/>
              </a:rPr>
              <a:t>=</a:t>
            </a:r>
            <a:r>
              <a:rPr sz="1200" spc="-15" dirty="0">
                <a:solidFill>
                  <a:srgbClr val="538235"/>
                </a:solidFill>
                <a:latin typeface="Tahoma"/>
                <a:cs typeface="Tahoma"/>
              </a:rPr>
              <a:t> </a:t>
            </a:r>
            <a:r>
              <a:rPr sz="1200" spc="-10" dirty="0">
                <a:solidFill>
                  <a:srgbClr val="538235"/>
                </a:solidFill>
                <a:latin typeface="Tahoma"/>
                <a:cs typeface="Tahoma"/>
              </a:rPr>
              <a:t>5727</a:t>
            </a:r>
            <a:r>
              <a:rPr sz="1200" spc="-15" dirty="0">
                <a:solidFill>
                  <a:srgbClr val="538235"/>
                </a:solidFill>
                <a:latin typeface="Tahoma"/>
                <a:cs typeface="Tahoma"/>
              </a:rPr>
              <a:t> </a:t>
            </a:r>
            <a:r>
              <a:rPr sz="1200" dirty="0">
                <a:solidFill>
                  <a:srgbClr val="538235"/>
                </a:solidFill>
                <a:latin typeface="Tahoma"/>
                <a:cs typeface="Tahoma"/>
              </a:rPr>
              <a:t>mod</a:t>
            </a:r>
            <a:r>
              <a:rPr sz="1200" spc="-10" dirty="0">
                <a:solidFill>
                  <a:srgbClr val="538235"/>
                </a:solidFill>
                <a:latin typeface="Tahoma"/>
                <a:cs typeface="Tahoma"/>
              </a:rPr>
              <a:t> </a:t>
            </a:r>
            <a:r>
              <a:rPr sz="1200" spc="-5" dirty="0">
                <a:solidFill>
                  <a:srgbClr val="538235"/>
                </a:solidFill>
                <a:latin typeface="Tahoma"/>
                <a:cs typeface="Tahoma"/>
              </a:rPr>
              <a:t>77</a:t>
            </a:r>
            <a:r>
              <a:rPr sz="1200" spc="-35" dirty="0">
                <a:solidFill>
                  <a:srgbClr val="538235"/>
                </a:solidFill>
                <a:latin typeface="Tahoma"/>
                <a:cs typeface="Tahoma"/>
              </a:rPr>
              <a:t> </a:t>
            </a:r>
            <a:r>
              <a:rPr sz="1200" dirty="0">
                <a:solidFill>
                  <a:srgbClr val="538235"/>
                </a:solidFill>
                <a:latin typeface="Tahoma"/>
                <a:cs typeface="Tahoma"/>
              </a:rPr>
              <a:t>=</a:t>
            </a:r>
            <a:r>
              <a:rPr sz="1200" spc="-15" dirty="0">
                <a:solidFill>
                  <a:srgbClr val="538235"/>
                </a:solidFill>
                <a:latin typeface="Tahoma"/>
                <a:cs typeface="Tahoma"/>
              </a:rPr>
              <a:t> </a:t>
            </a:r>
            <a:r>
              <a:rPr sz="1200" dirty="0">
                <a:solidFill>
                  <a:srgbClr val="538235"/>
                </a:solidFill>
                <a:latin typeface="Tahoma"/>
                <a:cs typeface="Tahoma"/>
              </a:rPr>
              <a:t>8</a:t>
            </a:r>
            <a:endParaRPr sz="1200" dirty="0">
              <a:latin typeface="Tahoma"/>
              <a:cs typeface="Tahoma"/>
            </a:endParaRPr>
          </a:p>
          <a:p>
            <a:pPr>
              <a:lnSpc>
                <a:spcPct val="100000"/>
              </a:lnSpc>
            </a:pPr>
            <a:endParaRPr sz="1400" dirty="0">
              <a:latin typeface="Tahoma"/>
              <a:cs typeface="Tahoma"/>
            </a:endParaRPr>
          </a:p>
          <a:p>
            <a:pPr marL="12700">
              <a:lnSpc>
                <a:spcPct val="100000"/>
              </a:lnSpc>
              <a:spcBef>
                <a:spcPts val="1190"/>
              </a:spcBef>
            </a:pPr>
            <a:r>
              <a:rPr lang="en-IN" sz="1200" b="1" spc="-5" dirty="0">
                <a:solidFill>
                  <a:srgbClr val="538235"/>
                </a:solidFill>
                <a:latin typeface="Tahoma"/>
                <a:cs typeface="Tahoma"/>
              </a:rPr>
              <a:t>19. </a:t>
            </a:r>
            <a:r>
              <a:rPr sz="1200" b="1" spc="-5" dirty="0">
                <a:solidFill>
                  <a:srgbClr val="538235"/>
                </a:solidFill>
                <a:latin typeface="Tahoma"/>
                <a:cs typeface="Tahoma"/>
              </a:rPr>
              <a:t>Specify</a:t>
            </a:r>
            <a:r>
              <a:rPr sz="1200" b="1" spc="10" dirty="0">
                <a:solidFill>
                  <a:srgbClr val="538235"/>
                </a:solidFill>
                <a:latin typeface="Tahoma"/>
                <a:cs typeface="Tahoma"/>
              </a:rPr>
              <a:t> </a:t>
            </a:r>
            <a:r>
              <a:rPr sz="1200" b="1" spc="-5" dirty="0">
                <a:solidFill>
                  <a:srgbClr val="538235"/>
                </a:solidFill>
                <a:latin typeface="Tahoma"/>
                <a:cs typeface="Tahoma"/>
              </a:rPr>
              <a:t>the</a:t>
            </a:r>
            <a:r>
              <a:rPr sz="1200" b="1" spc="-15" dirty="0">
                <a:solidFill>
                  <a:srgbClr val="538235"/>
                </a:solidFill>
                <a:latin typeface="Tahoma"/>
                <a:cs typeface="Tahoma"/>
              </a:rPr>
              <a:t> </a:t>
            </a:r>
            <a:r>
              <a:rPr sz="1200" b="1" spc="-5" dirty="0">
                <a:solidFill>
                  <a:srgbClr val="538235"/>
                </a:solidFill>
                <a:latin typeface="Tahoma"/>
                <a:cs typeface="Tahoma"/>
              </a:rPr>
              <a:t>applications</a:t>
            </a:r>
            <a:r>
              <a:rPr sz="1200" b="1" spc="-10" dirty="0">
                <a:solidFill>
                  <a:srgbClr val="538235"/>
                </a:solidFill>
                <a:latin typeface="Tahoma"/>
                <a:cs typeface="Tahoma"/>
              </a:rPr>
              <a:t> </a:t>
            </a:r>
            <a:r>
              <a:rPr sz="1200" b="1" dirty="0">
                <a:solidFill>
                  <a:srgbClr val="538235"/>
                </a:solidFill>
                <a:latin typeface="Tahoma"/>
                <a:cs typeface="Tahoma"/>
              </a:rPr>
              <a:t>of</a:t>
            </a:r>
            <a:r>
              <a:rPr sz="1200" b="1" spc="5" dirty="0">
                <a:solidFill>
                  <a:srgbClr val="538235"/>
                </a:solidFill>
                <a:latin typeface="Tahoma"/>
                <a:cs typeface="Tahoma"/>
              </a:rPr>
              <a:t> </a:t>
            </a:r>
            <a:r>
              <a:rPr sz="1200" b="1" spc="-5" dirty="0">
                <a:solidFill>
                  <a:srgbClr val="538235"/>
                </a:solidFill>
                <a:latin typeface="Tahoma"/>
                <a:cs typeface="Tahoma"/>
              </a:rPr>
              <a:t>the</a:t>
            </a:r>
            <a:r>
              <a:rPr sz="1200" b="1" spc="-40" dirty="0">
                <a:solidFill>
                  <a:srgbClr val="538235"/>
                </a:solidFill>
                <a:latin typeface="Tahoma"/>
                <a:cs typeface="Tahoma"/>
              </a:rPr>
              <a:t> </a:t>
            </a:r>
            <a:r>
              <a:rPr sz="1200" b="1" spc="-5" dirty="0">
                <a:solidFill>
                  <a:srgbClr val="538235"/>
                </a:solidFill>
                <a:latin typeface="Tahoma"/>
                <a:cs typeface="Tahoma"/>
              </a:rPr>
              <a:t>public</a:t>
            </a:r>
            <a:r>
              <a:rPr sz="1200" b="1" spc="20" dirty="0">
                <a:solidFill>
                  <a:srgbClr val="538235"/>
                </a:solidFill>
                <a:latin typeface="Tahoma"/>
                <a:cs typeface="Tahoma"/>
              </a:rPr>
              <a:t> </a:t>
            </a:r>
            <a:r>
              <a:rPr sz="1200" b="1" dirty="0">
                <a:solidFill>
                  <a:srgbClr val="538235"/>
                </a:solidFill>
                <a:latin typeface="Tahoma"/>
                <a:cs typeface="Tahoma"/>
              </a:rPr>
              <a:t>key</a:t>
            </a:r>
            <a:r>
              <a:rPr sz="1200" b="1" spc="-15" dirty="0">
                <a:solidFill>
                  <a:srgbClr val="538235"/>
                </a:solidFill>
                <a:latin typeface="Tahoma"/>
                <a:cs typeface="Tahoma"/>
              </a:rPr>
              <a:t> </a:t>
            </a:r>
            <a:r>
              <a:rPr sz="1200" b="1" dirty="0">
                <a:solidFill>
                  <a:srgbClr val="538235"/>
                </a:solidFill>
                <a:latin typeface="Tahoma"/>
                <a:cs typeface="Tahoma"/>
              </a:rPr>
              <a:t>cryptosystem?</a:t>
            </a:r>
            <a:endParaRPr sz="1200" dirty="0">
              <a:latin typeface="Tahoma"/>
              <a:cs typeface="Tahoma"/>
            </a:endParaRPr>
          </a:p>
          <a:p>
            <a:pPr marL="12700" marR="8255">
              <a:lnSpc>
                <a:spcPct val="150000"/>
              </a:lnSpc>
            </a:pPr>
            <a:r>
              <a:rPr sz="1200" spc="-5" dirty="0">
                <a:solidFill>
                  <a:srgbClr val="538235"/>
                </a:solidFill>
                <a:latin typeface="Tahoma"/>
                <a:cs typeface="Tahoma"/>
              </a:rPr>
              <a:t>The applications</a:t>
            </a:r>
            <a:r>
              <a:rPr sz="1200" spc="30"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5" dirty="0">
                <a:solidFill>
                  <a:srgbClr val="538235"/>
                </a:solidFill>
                <a:latin typeface="Tahoma"/>
                <a:cs typeface="Tahoma"/>
              </a:rPr>
              <a:t>public-key</a:t>
            </a:r>
            <a:r>
              <a:rPr sz="1200" spc="10" dirty="0">
                <a:solidFill>
                  <a:srgbClr val="538235"/>
                </a:solidFill>
                <a:latin typeface="Tahoma"/>
                <a:cs typeface="Tahoma"/>
              </a:rPr>
              <a:t> </a:t>
            </a:r>
            <a:r>
              <a:rPr sz="1200" spc="-5" dirty="0">
                <a:solidFill>
                  <a:srgbClr val="538235"/>
                </a:solidFill>
                <a:latin typeface="Tahoma"/>
                <a:cs typeface="Tahoma"/>
              </a:rPr>
              <a:t>cryptosystem</a:t>
            </a:r>
            <a:r>
              <a:rPr sz="1200" spc="15" dirty="0">
                <a:solidFill>
                  <a:srgbClr val="538235"/>
                </a:solidFill>
                <a:latin typeface="Tahoma"/>
                <a:cs typeface="Tahoma"/>
              </a:rPr>
              <a:t> </a:t>
            </a:r>
            <a:r>
              <a:rPr sz="1200" spc="-5" dirty="0">
                <a:solidFill>
                  <a:srgbClr val="538235"/>
                </a:solidFill>
                <a:latin typeface="Tahoma"/>
                <a:cs typeface="Tahoma"/>
              </a:rPr>
              <a:t>can</a:t>
            </a:r>
            <a:r>
              <a:rPr sz="1200" spc="5" dirty="0">
                <a:solidFill>
                  <a:srgbClr val="538235"/>
                </a:solidFill>
                <a:latin typeface="Tahoma"/>
                <a:cs typeface="Tahoma"/>
              </a:rPr>
              <a:t> </a:t>
            </a:r>
            <a:r>
              <a:rPr sz="1200" spc="-10" dirty="0">
                <a:solidFill>
                  <a:srgbClr val="538235"/>
                </a:solidFill>
                <a:latin typeface="Tahoma"/>
                <a:cs typeface="Tahoma"/>
              </a:rPr>
              <a:t>classified</a:t>
            </a:r>
            <a:r>
              <a:rPr sz="1200" spc="70" dirty="0">
                <a:solidFill>
                  <a:srgbClr val="538235"/>
                </a:solidFill>
                <a:latin typeface="Tahoma"/>
                <a:cs typeface="Tahoma"/>
              </a:rPr>
              <a:t> </a:t>
            </a:r>
            <a:r>
              <a:rPr sz="1200" spc="-5" dirty="0">
                <a:solidFill>
                  <a:srgbClr val="538235"/>
                </a:solidFill>
                <a:latin typeface="Tahoma"/>
                <a:cs typeface="Tahoma"/>
              </a:rPr>
              <a:t>as</a:t>
            </a:r>
            <a:r>
              <a:rPr sz="1200" dirty="0">
                <a:solidFill>
                  <a:srgbClr val="538235"/>
                </a:solidFill>
                <a:latin typeface="Tahoma"/>
                <a:cs typeface="Tahoma"/>
              </a:rPr>
              <a:t> </a:t>
            </a:r>
            <a:r>
              <a:rPr sz="1200" spc="-5" dirty="0">
                <a:solidFill>
                  <a:srgbClr val="538235"/>
                </a:solidFill>
                <a:latin typeface="Tahoma"/>
                <a:cs typeface="Tahoma"/>
              </a:rPr>
              <a:t>follows </a:t>
            </a:r>
            <a:r>
              <a:rPr sz="1200" dirty="0">
                <a:solidFill>
                  <a:srgbClr val="538235"/>
                </a:solidFill>
                <a:latin typeface="Tahoma"/>
                <a:cs typeface="Tahoma"/>
              </a:rPr>
              <a:t> </a:t>
            </a:r>
            <a:r>
              <a:rPr sz="1200" spc="-5" dirty="0">
                <a:solidFill>
                  <a:srgbClr val="538235"/>
                </a:solidFill>
                <a:latin typeface="Tahoma"/>
                <a:cs typeface="Tahoma"/>
              </a:rPr>
              <a:t>Encryption/Decryption:</a:t>
            </a:r>
            <a:r>
              <a:rPr sz="1200" spc="210" dirty="0">
                <a:solidFill>
                  <a:srgbClr val="538235"/>
                </a:solidFill>
                <a:latin typeface="Tahoma"/>
                <a:cs typeface="Tahoma"/>
              </a:rPr>
              <a:t> </a:t>
            </a:r>
            <a:r>
              <a:rPr sz="1200" spc="5" dirty="0">
                <a:solidFill>
                  <a:srgbClr val="538235"/>
                </a:solidFill>
                <a:latin typeface="Tahoma"/>
                <a:cs typeface="Tahoma"/>
              </a:rPr>
              <a:t>The</a:t>
            </a:r>
            <a:r>
              <a:rPr sz="1200" spc="200" dirty="0">
                <a:solidFill>
                  <a:srgbClr val="538235"/>
                </a:solidFill>
                <a:latin typeface="Tahoma"/>
                <a:cs typeface="Tahoma"/>
              </a:rPr>
              <a:t> </a:t>
            </a:r>
            <a:r>
              <a:rPr sz="1200" dirty="0">
                <a:solidFill>
                  <a:srgbClr val="538235"/>
                </a:solidFill>
                <a:latin typeface="Tahoma"/>
                <a:cs typeface="Tahoma"/>
              </a:rPr>
              <a:t>sender</a:t>
            </a:r>
            <a:r>
              <a:rPr sz="1200" spc="229" dirty="0">
                <a:solidFill>
                  <a:srgbClr val="538235"/>
                </a:solidFill>
                <a:latin typeface="Tahoma"/>
                <a:cs typeface="Tahoma"/>
              </a:rPr>
              <a:t> </a:t>
            </a:r>
            <a:r>
              <a:rPr sz="1200" dirty="0">
                <a:solidFill>
                  <a:srgbClr val="538235"/>
                </a:solidFill>
                <a:latin typeface="Tahoma"/>
                <a:cs typeface="Tahoma"/>
              </a:rPr>
              <a:t>encrypts</a:t>
            </a:r>
            <a:r>
              <a:rPr sz="1200" spc="225" dirty="0">
                <a:solidFill>
                  <a:srgbClr val="538235"/>
                </a:solidFill>
                <a:latin typeface="Tahoma"/>
                <a:cs typeface="Tahoma"/>
              </a:rPr>
              <a:t> </a:t>
            </a:r>
            <a:r>
              <a:rPr sz="1200" dirty="0">
                <a:solidFill>
                  <a:srgbClr val="538235"/>
                </a:solidFill>
                <a:latin typeface="Tahoma"/>
                <a:cs typeface="Tahoma"/>
              </a:rPr>
              <a:t>a</a:t>
            </a:r>
            <a:r>
              <a:rPr sz="1200" spc="200" dirty="0">
                <a:solidFill>
                  <a:srgbClr val="538235"/>
                </a:solidFill>
                <a:latin typeface="Tahoma"/>
                <a:cs typeface="Tahoma"/>
              </a:rPr>
              <a:t> </a:t>
            </a:r>
            <a:r>
              <a:rPr sz="1200" spc="-5" dirty="0">
                <a:solidFill>
                  <a:srgbClr val="538235"/>
                </a:solidFill>
                <a:latin typeface="Tahoma"/>
                <a:cs typeface="Tahoma"/>
              </a:rPr>
              <a:t>message</a:t>
            </a:r>
            <a:r>
              <a:rPr sz="1200" spc="200" dirty="0">
                <a:solidFill>
                  <a:srgbClr val="538235"/>
                </a:solidFill>
                <a:latin typeface="Tahoma"/>
                <a:cs typeface="Tahoma"/>
              </a:rPr>
              <a:t> </a:t>
            </a:r>
            <a:r>
              <a:rPr sz="1200" dirty="0">
                <a:solidFill>
                  <a:srgbClr val="538235"/>
                </a:solidFill>
                <a:latin typeface="Tahoma"/>
                <a:cs typeface="Tahoma"/>
              </a:rPr>
              <a:t>with</a:t>
            </a:r>
            <a:r>
              <a:rPr sz="1200" spc="215" dirty="0">
                <a:solidFill>
                  <a:srgbClr val="538235"/>
                </a:solidFill>
                <a:latin typeface="Tahoma"/>
                <a:cs typeface="Tahoma"/>
              </a:rPr>
              <a:t> </a:t>
            </a:r>
            <a:r>
              <a:rPr sz="1200" dirty="0">
                <a:solidFill>
                  <a:srgbClr val="538235"/>
                </a:solidFill>
                <a:latin typeface="Tahoma"/>
                <a:cs typeface="Tahoma"/>
              </a:rPr>
              <a:t>the</a:t>
            </a:r>
            <a:r>
              <a:rPr sz="1200" spc="200" dirty="0">
                <a:solidFill>
                  <a:srgbClr val="538235"/>
                </a:solidFill>
                <a:latin typeface="Tahoma"/>
                <a:cs typeface="Tahoma"/>
              </a:rPr>
              <a:t> </a:t>
            </a:r>
            <a:r>
              <a:rPr sz="1200" spc="-5" dirty="0">
                <a:solidFill>
                  <a:srgbClr val="538235"/>
                </a:solidFill>
                <a:latin typeface="Tahoma"/>
                <a:cs typeface="Tahoma"/>
              </a:rPr>
              <a:t>recipient’s</a:t>
            </a:r>
            <a:r>
              <a:rPr sz="1200" spc="225" dirty="0">
                <a:solidFill>
                  <a:srgbClr val="538235"/>
                </a:solidFill>
                <a:latin typeface="Tahoma"/>
                <a:cs typeface="Tahoma"/>
              </a:rPr>
              <a:t> </a:t>
            </a:r>
            <a:r>
              <a:rPr sz="1200" spc="-5" dirty="0">
                <a:solidFill>
                  <a:srgbClr val="538235"/>
                </a:solidFill>
                <a:latin typeface="Tahoma"/>
                <a:cs typeface="Tahoma"/>
              </a:rPr>
              <a:t>public</a:t>
            </a:r>
            <a:endParaRPr sz="1200" dirty="0">
              <a:latin typeface="Tahoma"/>
              <a:cs typeface="Tahoma"/>
            </a:endParaRPr>
          </a:p>
          <a:p>
            <a:pPr marL="12700">
              <a:lnSpc>
                <a:spcPct val="100000"/>
              </a:lnSpc>
              <a:spcBef>
                <a:spcPts val="725"/>
              </a:spcBef>
            </a:pPr>
            <a:r>
              <a:rPr sz="1200" spc="-30" dirty="0">
                <a:solidFill>
                  <a:srgbClr val="538235"/>
                </a:solidFill>
                <a:latin typeface="Tahoma"/>
                <a:cs typeface="Tahoma"/>
              </a:rPr>
              <a:t>key.</a:t>
            </a:r>
            <a:endParaRPr sz="1200" dirty="0">
              <a:latin typeface="Tahoma"/>
              <a:cs typeface="Tahoma"/>
            </a:endParaRPr>
          </a:p>
          <a:p>
            <a:pPr marL="12700" marR="11430" algn="just">
              <a:lnSpc>
                <a:spcPct val="150000"/>
              </a:lnSpc>
            </a:pPr>
            <a:r>
              <a:rPr sz="1200" spc="-5" dirty="0">
                <a:solidFill>
                  <a:srgbClr val="538235"/>
                </a:solidFill>
                <a:latin typeface="Tahoma"/>
                <a:cs typeface="Tahoma"/>
              </a:rPr>
              <a:t>Digital </a:t>
            </a:r>
            <a:r>
              <a:rPr sz="1200" dirty="0">
                <a:solidFill>
                  <a:srgbClr val="538235"/>
                </a:solidFill>
                <a:latin typeface="Tahoma"/>
                <a:cs typeface="Tahoma"/>
              </a:rPr>
              <a:t>signature: </a:t>
            </a:r>
            <a:r>
              <a:rPr sz="1200" spc="-5" dirty="0">
                <a:solidFill>
                  <a:srgbClr val="538235"/>
                </a:solidFill>
                <a:latin typeface="Tahoma"/>
                <a:cs typeface="Tahoma"/>
              </a:rPr>
              <a:t>The </a:t>
            </a:r>
            <a:r>
              <a:rPr sz="1200" dirty="0">
                <a:solidFill>
                  <a:srgbClr val="538235"/>
                </a:solidFill>
                <a:latin typeface="Tahoma"/>
                <a:cs typeface="Tahoma"/>
              </a:rPr>
              <a:t>sender </a:t>
            </a:r>
            <a:r>
              <a:rPr sz="1200" spc="-5" dirty="0">
                <a:solidFill>
                  <a:srgbClr val="538235"/>
                </a:solidFill>
                <a:latin typeface="Tahoma"/>
                <a:cs typeface="Tahoma"/>
              </a:rPr>
              <a:t>“signs” </a:t>
            </a:r>
            <a:r>
              <a:rPr sz="1200" dirty="0">
                <a:solidFill>
                  <a:srgbClr val="538235"/>
                </a:solidFill>
                <a:latin typeface="Tahoma"/>
                <a:cs typeface="Tahoma"/>
              </a:rPr>
              <a:t>a message with </a:t>
            </a:r>
            <a:r>
              <a:rPr sz="1200" spc="-5" dirty="0">
                <a:solidFill>
                  <a:srgbClr val="538235"/>
                </a:solidFill>
                <a:latin typeface="Tahoma"/>
                <a:cs typeface="Tahoma"/>
              </a:rPr>
              <a:t>its private </a:t>
            </a:r>
            <a:r>
              <a:rPr sz="1200" spc="-30" dirty="0">
                <a:solidFill>
                  <a:srgbClr val="538235"/>
                </a:solidFill>
                <a:latin typeface="Tahoma"/>
                <a:cs typeface="Tahoma"/>
              </a:rPr>
              <a:t>key. </a:t>
            </a:r>
            <a:r>
              <a:rPr sz="1200" spc="-5" dirty="0">
                <a:solidFill>
                  <a:srgbClr val="538235"/>
                </a:solidFill>
                <a:latin typeface="Tahoma"/>
                <a:cs typeface="Tahoma"/>
              </a:rPr>
              <a:t>Signing </a:t>
            </a:r>
            <a:r>
              <a:rPr sz="1200" spc="-15" dirty="0">
                <a:solidFill>
                  <a:srgbClr val="538235"/>
                </a:solidFill>
                <a:latin typeface="Tahoma"/>
                <a:cs typeface="Tahoma"/>
              </a:rPr>
              <a:t>is </a:t>
            </a:r>
            <a:r>
              <a:rPr sz="1200" spc="-10" dirty="0">
                <a:solidFill>
                  <a:srgbClr val="538235"/>
                </a:solidFill>
                <a:latin typeface="Tahoma"/>
                <a:cs typeface="Tahoma"/>
              </a:rPr>
              <a:t> achieved </a:t>
            </a:r>
            <a:r>
              <a:rPr sz="1200" dirty="0">
                <a:solidFill>
                  <a:srgbClr val="538235"/>
                </a:solidFill>
                <a:latin typeface="Tahoma"/>
                <a:cs typeface="Tahoma"/>
              </a:rPr>
              <a:t>by a </a:t>
            </a:r>
            <a:r>
              <a:rPr sz="1200" spc="-5" dirty="0">
                <a:solidFill>
                  <a:srgbClr val="538235"/>
                </a:solidFill>
                <a:latin typeface="Tahoma"/>
                <a:cs typeface="Tahoma"/>
              </a:rPr>
              <a:t>cryptographic algorithm applied </a:t>
            </a:r>
            <a:r>
              <a:rPr sz="1200" dirty="0">
                <a:solidFill>
                  <a:srgbClr val="538235"/>
                </a:solidFill>
                <a:latin typeface="Tahoma"/>
                <a:cs typeface="Tahoma"/>
              </a:rPr>
              <a:t>to a </a:t>
            </a:r>
            <a:r>
              <a:rPr sz="1200" spc="-5" dirty="0">
                <a:solidFill>
                  <a:srgbClr val="538235"/>
                </a:solidFill>
                <a:latin typeface="Tahoma"/>
                <a:cs typeface="Tahoma"/>
              </a:rPr>
              <a:t>message or </a:t>
            </a:r>
            <a:r>
              <a:rPr sz="1200" dirty="0">
                <a:solidFill>
                  <a:srgbClr val="538235"/>
                </a:solidFill>
                <a:latin typeface="Tahoma"/>
                <a:cs typeface="Tahoma"/>
              </a:rPr>
              <a:t>to a </a:t>
            </a:r>
            <a:r>
              <a:rPr sz="1200" spc="-5" dirty="0">
                <a:solidFill>
                  <a:srgbClr val="538235"/>
                </a:solidFill>
                <a:latin typeface="Tahoma"/>
                <a:cs typeface="Tahoma"/>
              </a:rPr>
              <a:t>small block of </a:t>
            </a:r>
            <a:r>
              <a:rPr sz="1200" dirty="0">
                <a:solidFill>
                  <a:srgbClr val="538235"/>
                </a:solidFill>
                <a:latin typeface="Tahoma"/>
                <a:cs typeface="Tahoma"/>
              </a:rPr>
              <a:t> </a:t>
            </a:r>
            <a:r>
              <a:rPr sz="1200" spc="-5" dirty="0">
                <a:solidFill>
                  <a:srgbClr val="538235"/>
                </a:solidFill>
                <a:latin typeface="Tahoma"/>
                <a:cs typeface="Tahoma"/>
              </a:rPr>
              <a:t>data</a:t>
            </a:r>
            <a:r>
              <a:rPr sz="1200" spc="-25" dirty="0">
                <a:solidFill>
                  <a:srgbClr val="538235"/>
                </a:solidFill>
                <a:latin typeface="Tahoma"/>
                <a:cs typeface="Tahoma"/>
              </a:rPr>
              <a:t> </a:t>
            </a:r>
            <a:r>
              <a:rPr sz="1200" spc="-5" dirty="0">
                <a:solidFill>
                  <a:srgbClr val="538235"/>
                </a:solidFill>
                <a:latin typeface="Tahoma"/>
                <a:cs typeface="Tahoma"/>
              </a:rPr>
              <a:t>that</a:t>
            </a:r>
            <a:r>
              <a:rPr sz="1200" spc="-10" dirty="0">
                <a:solidFill>
                  <a:srgbClr val="538235"/>
                </a:solidFill>
                <a:latin typeface="Tahoma"/>
                <a:cs typeface="Tahoma"/>
              </a:rPr>
              <a:t> is</a:t>
            </a:r>
            <a:r>
              <a:rPr sz="1200" spc="20" dirty="0">
                <a:solidFill>
                  <a:srgbClr val="538235"/>
                </a:solidFill>
                <a:latin typeface="Tahoma"/>
                <a:cs typeface="Tahoma"/>
              </a:rPr>
              <a:t> </a:t>
            </a:r>
            <a:r>
              <a:rPr sz="1200" dirty="0">
                <a:solidFill>
                  <a:srgbClr val="538235"/>
                </a:solidFill>
                <a:latin typeface="Tahoma"/>
                <a:cs typeface="Tahoma"/>
              </a:rPr>
              <a:t>a</a:t>
            </a:r>
            <a:r>
              <a:rPr sz="1200" spc="-25" dirty="0">
                <a:solidFill>
                  <a:srgbClr val="538235"/>
                </a:solidFill>
                <a:latin typeface="Tahoma"/>
                <a:cs typeface="Tahoma"/>
              </a:rPr>
              <a:t> </a:t>
            </a:r>
            <a:r>
              <a:rPr sz="1200" spc="-5" dirty="0">
                <a:solidFill>
                  <a:srgbClr val="538235"/>
                </a:solidFill>
                <a:latin typeface="Tahoma"/>
                <a:cs typeface="Tahoma"/>
              </a:rPr>
              <a:t>function</a:t>
            </a:r>
            <a:r>
              <a:rPr sz="1200" spc="15"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00" dirty="0">
                <a:solidFill>
                  <a:srgbClr val="538235"/>
                </a:solidFill>
                <a:latin typeface="Tahoma"/>
                <a:cs typeface="Tahoma"/>
              </a:rPr>
              <a:t>the </a:t>
            </a:r>
            <a:r>
              <a:rPr sz="1200" spc="-5" dirty="0">
                <a:solidFill>
                  <a:srgbClr val="538235"/>
                </a:solidFill>
                <a:latin typeface="Tahoma"/>
                <a:cs typeface="Tahoma"/>
              </a:rPr>
              <a:t>message.</a:t>
            </a:r>
            <a:endParaRPr sz="1200" dirty="0">
              <a:latin typeface="Tahoma"/>
              <a:cs typeface="Tahoma"/>
            </a:endParaRPr>
          </a:p>
          <a:p>
            <a:pPr marL="12700" marR="12700" algn="just">
              <a:lnSpc>
                <a:spcPct val="150000"/>
              </a:lnSpc>
            </a:pPr>
            <a:r>
              <a:rPr sz="1200" spc="-15" dirty="0">
                <a:solidFill>
                  <a:srgbClr val="538235"/>
                </a:solidFill>
                <a:latin typeface="Tahoma"/>
                <a:cs typeface="Tahoma"/>
              </a:rPr>
              <a:t>Key </a:t>
            </a:r>
            <a:r>
              <a:rPr sz="1200" spc="-5" dirty="0">
                <a:solidFill>
                  <a:srgbClr val="538235"/>
                </a:solidFill>
                <a:latin typeface="Tahoma"/>
                <a:cs typeface="Tahoma"/>
              </a:rPr>
              <a:t>Exchange: </a:t>
            </a:r>
            <a:r>
              <a:rPr sz="1200" spc="-45" dirty="0">
                <a:solidFill>
                  <a:srgbClr val="538235"/>
                </a:solidFill>
                <a:latin typeface="Tahoma"/>
                <a:cs typeface="Tahoma"/>
              </a:rPr>
              <a:t>Two </a:t>
            </a:r>
            <a:r>
              <a:rPr sz="1200" spc="-10" dirty="0">
                <a:solidFill>
                  <a:srgbClr val="538235"/>
                </a:solidFill>
                <a:latin typeface="Tahoma"/>
                <a:cs typeface="Tahoma"/>
              </a:rPr>
              <a:t>sides cooperate </a:t>
            </a:r>
            <a:r>
              <a:rPr sz="1200" dirty="0">
                <a:solidFill>
                  <a:srgbClr val="538235"/>
                </a:solidFill>
                <a:latin typeface="Tahoma"/>
                <a:cs typeface="Tahoma"/>
              </a:rPr>
              <a:t>to </a:t>
            </a:r>
            <a:r>
              <a:rPr sz="1200" spc="-5" dirty="0">
                <a:solidFill>
                  <a:srgbClr val="538235"/>
                </a:solidFill>
                <a:latin typeface="Tahoma"/>
                <a:cs typeface="Tahoma"/>
              </a:rPr>
              <a:t>exchange </a:t>
            </a:r>
            <a:r>
              <a:rPr sz="1200" dirty="0">
                <a:solidFill>
                  <a:srgbClr val="538235"/>
                </a:solidFill>
                <a:latin typeface="Tahoma"/>
                <a:cs typeface="Tahoma"/>
              </a:rPr>
              <a:t>a </a:t>
            </a:r>
            <a:r>
              <a:rPr sz="1200" spc="-5" dirty="0">
                <a:solidFill>
                  <a:srgbClr val="538235"/>
                </a:solidFill>
                <a:latin typeface="Tahoma"/>
                <a:cs typeface="Tahoma"/>
              </a:rPr>
              <a:t>session </a:t>
            </a:r>
            <a:r>
              <a:rPr sz="1200" spc="-30" dirty="0">
                <a:solidFill>
                  <a:srgbClr val="538235"/>
                </a:solidFill>
                <a:latin typeface="Tahoma"/>
                <a:cs typeface="Tahoma"/>
              </a:rPr>
              <a:t>key. </a:t>
            </a:r>
            <a:r>
              <a:rPr sz="1200" spc="-10" dirty="0">
                <a:solidFill>
                  <a:srgbClr val="538235"/>
                </a:solidFill>
                <a:latin typeface="Tahoma"/>
                <a:cs typeface="Tahoma"/>
              </a:rPr>
              <a:t>Several </a:t>
            </a:r>
            <a:r>
              <a:rPr sz="1200" spc="-5" dirty="0">
                <a:solidFill>
                  <a:srgbClr val="538235"/>
                </a:solidFill>
                <a:latin typeface="Tahoma"/>
                <a:cs typeface="Tahoma"/>
              </a:rPr>
              <a:t>different </a:t>
            </a:r>
            <a:r>
              <a:rPr sz="1200" dirty="0">
                <a:solidFill>
                  <a:srgbClr val="538235"/>
                </a:solidFill>
                <a:latin typeface="Tahoma"/>
                <a:cs typeface="Tahoma"/>
              </a:rPr>
              <a:t> </a:t>
            </a:r>
            <a:r>
              <a:rPr sz="1200" spc="-5" dirty="0">
                <a:solidFill>
                  <a:srgbClr val="538235"/>
                </a:solidFill>
                <a:latin typeface="Tahoma"/>
                <a:cs typeface="Tahoma"/>
              </a:rPr>
              <a:t>approaches</a:t>
            </a:r>
            <a:r>
              <a:rPr sz="1200" dirty="0">
                <a:solidFill>
                  <a:srgbClr val="538235"/>
                </a:solidFill>
                <a:latin typeface="Tahoma"/>
                <a:cs typeface="Tahoma"/>
              </a:rPr>
              <a:t> </a:t>
            </a:r>
            <a:r>
              <a:rPr sz="1200" spc="-5" dirty="0">
                <a:solidFill>
                  <a:srgbClr val="538235"/>
                </a:solidFill>
                <a:latin typeface="Tahoma"/>
                <a:cs typeface="Tahoma"/>
              </a:rPr>
              <a:t>are</a:t>
            </a:r>
            <a:r>
              <a:rPr sz="1200" dirty="0">
                <a:solidFill>
                  <a:srgbClr val="538235"/>
                </a:solidFill>
                <a:latin typeface="Tahoma"/>
                <a:cs typeface="Tahoma"/>
              </a:rPr>
              <a:t> </a:t>
            </a:r>
            <a:r>
              <a:rPr sz="1200" spc="-10" dirty="0">
                <a:solidFill>
                  <a:srgbClr val="538235"/>
                </a:solidFill>
                <a:latin typeface="Tahoma"/>
                <a:cs typeface="Tahoma"/>
              </a:rPr>
              <a:t>possible,</a:t>
            </a:r>
            <a:r>
              <a:rPr sz="1200" spc="15" dirty="0">
                <a:solidFill>
                  <a:srgbClr val="538235"/>
                </a:solidFill>
                <a:latin typeface="Tahoma"/>
                <a:cs typeface="Tahoma"/>
              </a:rPr>
              <a:t> </a:t>
            </a:r>
            <a:r>
              <a:rPr sz="1200" spc="-5" dirty="0">
                <a:solidFill>
                  <a:srgbClr val="538235"/>
                </a:solidFill>
                <a:latin typeface="Tahoma"/>
                <a:cs typeface="Tahoma"/>
              </a:rPr>
              <a:t>involving</a:t>
            </a:r>
            <a:r>
              <a:rPr sz="1200" spc="45"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10" dirty="0">
                <a:solidFill>
                  <a:srgbClr val="538235"/>
                </a:solidFill>
                <a:latin typeface="Tahoma"/>
                <a:cs typeface="Tahoma"/>
              </a:rPr>
              <a:t>private</a:t>
            </a:r>
            <a:r>
              <a:rPr sz="1200" spc="5" dirty="0">
                <a:solidFill>
                  <a:srgbClr val="538235"/>
                </a:solidFill>
                <a:latin typeface="Tahoma"/>
                <a:cs typeface="Tahoma"/>
              </a:rPr>
              <a:t> </a:t>
            </a:r>
            <a:r>
              <a:rPr sz="1200" spc="-5" dirty="0">
                <a:solidFill>
                  <a:srgbClr val="538235"/>
                </a:solidFill>
                <a:latin typeface="Tahoma"/>
                <a:cs typeface="Tahoma"/>
              </a:rPr>
              <a:t>key(s)</a:t>
            </a:r>
            <a:r>
              <a:rPr sz="1200" spc="5"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00" dirty="0">
                <a:solidFill>
                  <a:srgbClr val="538235"/>
                </a:solidFill>
                <a:latin typeface="Tahoma"/>
                <a:cs typeface="Tahoma"/>
              </a:rPr>
              <a:t>one</a:t>
            </a:r>
            <a:r>
              <a:rPr sz="1200" spc="25" dirty="0">
                <a:solidFill>
                  <a:srgbClr val="538235"/>
                </a:solidFill>
                <a:latin typeface="Tahoma"/>
                <a:cs typeface="Tahoma"/>
              </a:rPr>
              <a:t> </a:t>
            </a:r>
            <a:r>
              <a:rPr sz="1200" spc="-5" dirty="0">
                <a:solidFill>
                  <a:srgbClr val="538235"/>
                </a:solidFill>
                <a:latin typeface="Tahoma"/>
                <a:cs typeface="Tahoma"/>
              </a:rPr>
              <a:t>or</a:t>
            </a:r>
            <a:r>
              <a:rPr sz="1200" spc="5" dirty="0">
                <a:solidFill>
                  <a:srgbClr val="538235"/>
                </a:solidFill>
                <a:latin typeface="Tahoma"/>
                <a:cs typeface="Tahoma"/>
              </a:rPr>
              <a:t> </a:t>
            </a:r>
            <a:r>
              <a:rPr sz="1200" dirty="0">
                <a:solidFill>
                  <a:srgbClr val="538235"/>
                </a:solidFill>
                <a:latin typeface="Tahoma"/>
                <a:cs typeface="Tahoma"/>
              </a:rPr>
              <a:t>both</a:t>
            </a:r>
            <a:r>
              <a:rPr sz="1200" spc="-10" dirty="0">
                <a:solidFill>
                  <a:srgbClr val="538235"/>
                </a:solidFill>
                <a:latin typeface="Tahoma"/>
                <a:cs typeface="Tahoma"/>
              </a:rPr>
              <a:t> </a:t>
            </a:r>
            <a:r>
              <a:rPr sz="1200" spc="-5" dirty="0">
                <a:solidFill>
                  <a:srgbClr val="538235"/>
                </a:solidFill>
                <a:latin typeface="Tahoma"/>
                <a:cs typeface="Tahoma"/>
              </a:rPr>
              <a:t>parties.</a:t>
            </a:r>
            <a:endParaRPr sz="1200" dirty="0">
              <a:latin typeface="Tahoma"/>
              <a:cs typeface="Tahom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1236934"/>
            <a:ext cx="5761990" cy="6885411"/>
          </a:xfrm>
          <a:prstGeom prst="rect">
            <a:avLst/>
          </a:prstGeom>
        </p:spPr>
        <p:txBody>
          <a:bodyPr vert="horz" wrap="square" lIns="0" tIns="104775" rIns="0" bIns="0" rtlCol="0">
            <a:spAutoFit/>
          </a:bodyPr>
          <a:lstStyle/>
          <a:p>
            <a:pPr marL="12700">
              <a:lnSpc>
                <a:spcPct val="100000"/>
              </a:lnSpc>
              <a:spcBef>
                <a:spcPts val="825"/>
              </a:spcBef>
            </a:pPr>
            <a:r>
              <a:rPr lang="en-IN" sz="1200" b="1" dirty="0">
                <a:solidFill>
                  <a:srgbClr val="538235"/>
                </a:solidFill>
                <a:latin typeface="Tahoma"/>
                <a:cs typeface="Tahoma"/>
              </a:rPr>
              <a:t>20. </a:t>
            </a:r>
            <a:r>
              <a:rPr sz="1200" b="1" dirty="0">
                <a:solidFill>
                  <a:srgbClr val="538235"/>
                </a:solidFill>
                <a:latin typeface="Tahoma"/>
                <a:cs typeface="Tahoma"/>
              </a:rPr>
              <a:t>List</a:t>
            </a:r>
            <a:r>
              <a:rPr sz="1200" b="1" spc="395" dirty="0">
                <a:solidFill>
                  <a:srgbClr val="538235"/>
                </a:solidFill>
                <a:latin typeface="Tahoma"/>
                <a:cs typeface="Tahoma"/>
              </a:rPr>
              <a:t> </a:t>
            </a:r>
            <a:r>
              <a:rPr sz="1200" b="1" spc="-5" dirty="0">
                <a:solidFill>
                  <a:srgbClr val="538235"/>
                </a:solidFill>
                <a:latin typeface="Tahoma"/>
                <a:cs typeface="Tahoma"/>
              </a:rPr>
              <a:t>four</a:t>
            </a:r>
            <a:r>
              <a:rPr sz="1200" b="1" spc="400" dirty="0">
                <a:solidFill>
                  <a:srgbClr val="538235"/>
                </a:solidFill>
                <a:latin typeface="Tahoma"/>
                <a:cs typeface="Tahoma"/>
              </a:rPr>
              <a:t> </a:t>
            </a:r>
            <a:r>
              <a:rPr sz="1200" b="1" spc="-5" dirty="0">
                <a:solidFill>
                  <a:srgbClr val="538235"/>
                </a:solidFill>
                <a:latin typeface="Tahoma"/>
                <a:cs typeface="Tahoma"/>
              </a:rPr>
              <a:t>general</a:t>
            </a:r>
            <a:r>
              <a:rPr sz="1200" b="1" spc="395" dirty="0">
                <a:solidFill>
                  <a:srgbClr val="538235"/>
                </a:solidFill>
                <a:latin typeface="Tahoma"/>
                <a:cs typeface="Tahoma"/>
              </a:rPr>
              <a:t> </a:t>
            </a:r>
            <a:r>
              <a:rPr sz="1200" b="1" spc="-5" dirty="0">
                <a:solidFill>
                  <a:srgbClr val="538235"/>
                </a:solidFill>
                <a:latin typeface="Tahoma"/>
                <a:cs typeface="Tahoma"/>
              </a:rPr>
              <a:t>characteristics</a:t>
            </a:r>
            <a:r>
              <a:rPr sz="1200" b="1" spc="409" dirty="0">
                <a:solidFill>
                  <a:srgbClr val="538235"/>
                </a:solidFill>
                <a:latin typeface="Tahoma"/>
                <a:cs typeface="Tahoma"/>
              </a:rPr>
              <a:t> </a:t>
            </a:r>
            <a:r>
              <a:rPr sz="1200" b="1" dirty="0">
                <a:solidFill>
                  <a:srgbClr val="538235"/>
                </a:solidFill>
                <a:latin typeface="Tahoma"/>
                <a:cs typeface="Tahoma"/>
              </a:rPr>
              <a:t>of</a:t>
            </a:r>
            <a:r>
              <a:rPr sz="1200" b="1" spc="390" dirty="0">
                <a:solidFill>
                  <a:srgbClr val="538235"/>
                </a:solidFill>
                <a:latin typeface="Tahoma"/>
                <a:cs typeface="Tahoma"/>
              </a:rPr>
              <a:t> </a:t>
            </a:r>
            <a:r>
              <a:rPr sz="1200" b="1" spc="-5" dirty="0">
                <a:solidFill>
                  <a:srgbClr val="538235"/>
                </a:solidFill>
                <a:latin typeface="Tahoma"/>
                <a:cs typeface="Tahoma"/>
              </a:rPr>
              <a:t>schema</a:t>
            </a:r>
            <a:r>
              <a:rPr sz="1200" b="1" spc="400" dirty="0">
                <a:solidFill>
                  <a:srgbClr val="538235"/>
                </a:solidFill>
                <a:latin typeface="Tahoma"/>
                <a:cs typeface="Tahoma"/>
              </a:rPr>
              <a:t> </a:t>
            </a:r>
            <a:r>
              <a:rPr sz="1200" b="1" spc="-5" dirty="0">
                <a:solidFill>
                  <a:srgbClr val="538235"/>
                </a:solidFill>
                <a:latin typeface="Tahoma"/>
                <a:cs typeface="Tahoma"/>
              </a:rPr>
              <a:t>for</a:t>
            </a:r>
            <a:r>
              <a:rPr sz="1200" b="1" spc="400" dirty="0">
                <a:solidFill>
                  <a:srgbClr val="538235"/>
                </a:solidFill>
                <a:latin typeface="Tahoma"/>
                <a:cs typeface="Tahoma"/>
              </a:rPr>
              <a:t> </a:t>
            </a:r>
            <a:r>
              <a:rPr sz="1200" b="1" spc="-10" dirty="0">
                <a:solidFill>
                  <a:srgbClr val="538235"/>
                </a:solidFill>
                <a:latin typeface="Tahoma"/>
                <a:cs typeface="Tahoma"/>
              </a:rPr>
              <a:t>the</a:t>
            </a:r>
            <a:r>
              <a:rPr sz="1200" b="1" spc="400" dirty="0">
                <a:solidFill>
                  <a:srgbClr val="538235"/>
                </a:solidFill>
                <a:latin typeface="Tahoma"/>
                <a:cs typeface="Tahoma"/>
              </a:rPr>
              <a:t> </a:t>
            </a:r>
            <a:r>
              <a:rPr sz="1200" b="1" spc="-5" dirty="0">
                <a:solidFill>
                  <a:srgbClr val="538235"/>
                </a:solidFill>
                <a:latin typeface="Tahoma"/>
                <a:cs typeface="Tahoma"/>
              </a:rPr>
              <a:t>distribution</a:t>
            </a:r>
            <a:r>
              <a:rPr sz="1200" b="1" spc="405" dirty="0">
                <a:solidFill>
                  <a:srgbClr val="538235"/>
                </a:solidFill>
                <a:latin typeface="Tahoma"/>
                <a:cs typeface="Tahoma"/>
              </a:rPr>
              <a:t> </a:t>
            </a:r>
            <a:r>
              <a:rPr sz="1200" b="1" dirty="0">
                <a:solidFill>
                  <a:srgbClr val="538235"/>
                </a:solidFill>
                <a:latin typeface="Tahoma"/>
                <a:cs typeface="Tahoma"/>
              </a:rPr>
              <a:t>of</a:t>
            </a:r>
            <a:r>
              <a:rPr sz="1200" b="1" spc="390" dirty="0">
                <a:solidFill>
                  <a:srgbClr val="538235"/>
                </a:solidFill>
                <a:latin typeface="Tahoma"/>
                <a:cs typeface="Tahoma"/>
              </a:rPr>
              <a:t> </a:t>
            </a:r>
            <a:r>
              <a:rPr sz="1200" b="1" spc="-10" dirty="0">
                <a:solidFill>
                  <a:srgbClr val="538235"/>
                </a:solidFill>
                <a:latin typeface="Tahoma"/>
                <a:cs typeface="Tahoma"/>
              </a:rPr>
              <a:t>the</a:t>
            </a:r>
            <a:endParaRPr sz="1200" dirty="0">
              <a:latin typeface="Tahoma"/>
              <a:cs typeface="Tahoma"/>
            </a:endParaRPr>
          </a:p>
          <a:p>
            <a:pPr marL="12700">
              <a:lnSpc>
                <a:spcPct val="100000"/>
              </a:lnSpc>
              <a:spcBef>
                <a:spcPts val="720"/>
              </a:spcBef>
            </a:pPr>
            <a:r>
              <a:rPr sz="1200" b="1" spc="-5" dirty="0">
                <a:solidFill>
                  <a:srgbClr val="538235"/>
                </a:solidFill>
                <a:latin typeface="Tahoma"/>
                <a:cs typeface="Tahoma"/>
              </a:rPr>
              <a:t>public</a:t>
            </a:r>
            <a:r>
              <a:rPr sz="1200" b="1" spc="-45" dirty="0">
                <a:solidFill>
                  <a:srgbClr val="538235"/>
                </a:solidFill>
                <a:latin typeface="Tahoma"/>
                <a:cs typeface="Tahoma"/>
              </a:rPr>
              <a:t> </a:t>
            </a:r>
            <a:r>
              <a:rPr sz="1200" b="1" dirty="0">
                <a:solidFill>
                  <a:srgbClr val="538235"/>
                </a:solidFill>
                <a:latin typeface="Tahoma"/>
                <a:cs typeface="Tahoma"/>
              </a:rPr>
              <a:t>key?</a:t>
            </a:r>
            <a:endParaRPr sz="1200" dirty="0">
              <a:latin typeface="Tahoma"/>
              <a:cs typeface="Tahoma"/>
            </a:endParaRPr>
          </a:p>
          <a:p>
            <a:pPr marL="12700" marR="891540">
              <a:lnSpc>
                <a:spcPct val="150000"/>
              </a:lnSpc>
            </a:pPr>
            <a:r>
              <a:rPr sz="1200" spc="-5" dirty="0">
                <a:solidFill>
                  <a:srgbClr val="538235"/>
                </a:solidFill>
                <a:latin typeface="Tahoma"/>
                <a:cs typeface="Tahoma"/>
              </a:rPr>
              <a:t>The</a:t>
            </a:r>
            <a:r>
              <a:rPr sz="1200" dirty="0">
                <a:solidFill>
                  <a:srgbClr val="538235"/>
                </a:solidFill>
                <a:latin typeface="Tahoma"/>
                <a:cs typeface="Tahoma"/>
              </a:rPr>
              <a:t> </a:t>
            </a:r>
            <a:r>
              <a:rPr sz="1200" spc="-5" dirty="0">
                <a:solidFill>
                  <a:srgbClr val="538235"/>
                </a:solidFill>
                <a:latin typeface="Tahoma"/>
                <a:cs typeface="Tahoma"/>
              </a:rPr>
              <a:t>four</a:t>
            </a:r>
            <a:r>
              <a:rPr sz="1200" spc="15" dirty="0">
                <a:solidFill>
                  <a:srgbClr val="538235"/>
                </a:solidFill>
                <a:latin typeface="Tahoma"/>
                <a:cs typeface="Tahoma"/>
              </a:rPr>
              <a:t> </a:t>
            </a:r>
            <a:r>
              <a:rPr sz="1200" spc="-10" dirty="0">
                <a:solidFill>
                  <a:srgbClr val="538235"/>
                </a:solidFill>
                <a:latin typeface="Tahoma"/>
                <a:cs typeface="Tahoma"/>
              </a:rPr>
              <a:t>general</a:t>
            </a:r>
            <a:r>
              <a:rPr sz="1200" spc="50" dirty="0">
                <a:solidFill>
                  <a:srgbClr val="538235"/>
                </a:solidFill>
                <a:latin typeface="Tahoma"/>
                <a:cs typeface="Tahoma"/>
              </a:rPr>
              <a:t> </a:t>
            </a:r>
            <a:r>
              <a:rPr sz="1200" spc="-10" dirty="0">
                <a:solidFill>
                  <a:srgbClr val="538235"/>
                </a:solidFill>
                <a:latin typeface="Tahoma"/>
                <a:cs typeface="Tahoma"/>
              </a:rPr>
              <a:t>characteristics</a:t>
            </a:r>
            <a:r>
              <a:rPr sz="1200" spc="35" dirty="0">
                <a:solidFill>
                  <a:srgbClr val="538235"/>
                </a:solidFill>
                <a:latin typeface="Tahoma"/>
                <a:cs typeface="Tahoma"/>
              </a:rPr>
              <a:t> </a:t>
            </a:r>
            <a:r>
              <a:rPr sz="1200" spc="-5" dirty="0">
                <a:solidFill>
                  <a:srgbClr val="538235"/>
                </a:solidFill>
                <a:latin typeface="Tahoma"/>
                <a:cs typeface="Tahoma"/>
              </a:rPr>
              <a:t>for</a:t>
            </a:r>
            <a:r>
              <a:rPr sz="1200" spc="5" dirty="0">
                <a:solidFill>
                  <a:srgbClr val="538235"/>
                </a:solidFill>
                <a:latin typeface="Tahoma"/>
                <a:cs typeface="Tahoma"/>
              </a:rPr>
              <a:t> </a:t>
            </a:r>
            <a:r>
              <a:rPr sz="1200" dirty="0">
                <a:solidFill>
                  <a:srgbClr val="538235"/>
                </a:solidFill>
                <a:latin typeface="Tahoma"/>
                <a:cs typeface="Tahoma"/>
              </a:rPr>
              <a:t>the</a:t>
            </a:r>
            <a:r>
              <a:rPr sz="1200" spc="5" dirty="0">
                <a:solidFill>
                  <a:srgbClr val="538235"/>
                </a:solidFill>
                <a:latin typeface="Tahoma"/>
                <a:cs typeface="Tahoma"/>
              </a:rPr>
              <a:t> </a:t>
            </a:r>
            <a:r>
              <a:rPr sz="1200" spc="-5" dirty="0">
                <a:solidFill>
                  <a:srgbClr val="538235"/>
                </a:solidFill>
                <a:latin typeface="Tahoma"/>
                <a:cs typeface="Tahoma"/>
              </a:rPr>
              <a:t>distribution</a:t>
            </a:r>
            <a:r>
              <a:rPr sz="1200" spc="20" dirty="0">
                <a:solidFill>
                  <a:srgbClr val="538235"/>
                </a:solidFill>
                <a:latin typeface="Tahoma"/>
                <a:cs typeface="Tahoma"/>
              </a:rPr>
              <a:t> </a:t>
            </a:r>
            <a:r>
              <a:rPr sz="1200" spc="-5" dirty="0">
                <a:solidFill>
                  <a:srgbClr val="538235"/>
                </a:solidFill>
                <a:latin typeface="Tahoma"/>
                <a:cs typeface="Tahoma"/>
              </a:rPr>
              <a:t>of</a:t>
            </a:r>
            <a:r>
              <a:rPr sz="1200" spc="15" dirty="0">
                <a:solidFill>
                  <a:srgbClr val="538235"/>
                </a:solidFill>
                <a:latin typeface="Tahoma"/>
                <a:cs typeface="Tahoma"/>
              </a:rPr>
              <a:t> </a:t>
            </a:r>
            <a:r>
              <a:rPr sz="1200" dirty="0">
                <a:solidFill>
                  <a:srgbClr val="538235"/>
                </a:solidFill>
                <a:latin typeface="Tahoma"/>
                <a:cs typeface="Tahoma"/>
              </a:rPr>
              <a:t>the</a:t>
            </a:r>
            <a:r>
              <a:rPr sz="1200" spc="10" dirty="0">
                <a:solidFill>
                  <a:srgbClr val="538235"/>
                </a:solidFill>
                <a:latin typeface="Tahoma"/>
                <a:cs typeface="Tahoma"/>
              </a:rPr>
              <a:t> </a:t>
            </a:r>
            <a:r>
              <a:rPr sz="1200" spc="-5" dirty="0">
                <a:solidFill>
                  <a:srgbClr val="538235"/>
                </a:solidFill>
                <a:latin typeface="Tahoma"/>
                <a:cs typeface="Tahoma"/>
              </a:rPr>
              <a:t>public</a:t>
            </a:r>
            <a:r>
              <a:rPr sz="1200" spc="5" dirty="0">
                <a:solidFill>
                  <a:srgbClr val="538235"/>
                </a:solidFill>
                <a:latin typeface="Tahoma"/>
                <a:cs typeface="Tahoma"/>
              </a:rPr>
              <a:t> </a:t>
            </a:r>
            <a:r>
              <a:rPr sz="1200" spc="-5" dirty="0">
                <a:solidFill>
                  <a:srgbClr val="538235"/>
                </a:solidFill>
                <a:latin typeface="Tahoma"/>
                <a:cs typeface="Tahoma"/>
              </a:rPr>
              <a:t>key</a:t>
            </a:r>
            <a:r>
              <a:rPr sz="1200" spc="10" dirty="0">
                <a:solidFill>
                  <a:srgbClr val="538235"/>
                </a:solidFill>
                <a:latin typeface="Tahoma"/>
                <a:cs typeface="Tahoma"/>
              </a:rPr>
              <a:t> </a:t>
            </a:r>
            <a:r>
              <a:rPr sz="1200" spc="-10" dirty="0">
                <a:solidFill>
                  <a:srgbClr val="538235"/>
                </a:solidFill>
                <a:latin typeface="Tahoma"/>
                <a:cs typeface="Tahoma"/>
              </a:rPr>
              <a:t>are </a:t>
            </a:r>
            <a:r>
              <a:rPr sz="1200" spc="-360" dirty="0">
                <a:solidFill>
                  <a:srgbClr val="538235"/>
                </a:solidFill>
                <a:latin typeface="Tahoma"/>
                <a:cs typeface="Tahoma"/>
              </a:rPr>
              <a:t> </a:t>
            </a:r>
            <a:r>
              <a:rPr sz="1200" spc="-5" dirty="0">
                <a:solidFill>
                  <a:srgbClr val="538235"/>
                </a:solidFill>
                <a:latin typeface="Tahoma"/>
                <a:cs typeface="Tahoma"/>
              </a:rPr>
              <a:t>Public</a:t>
            </a:r>
            <a:r>
              <a:rPr sz="1200" dirty="0">
                <a:solidFill>
                  <a:srgbClr val="538235"/>
                </a:solidFill>
                <a:latin typeface="Tahoma"/>
                <a:cs typeface="Tahoma"/>
              </a:rPr>
              <a:t> </a:t>
            </a:r>
            <a:r>
              <a:rPr sz="1200" spc="-5" dirty="0">
                <a:solidFill>
                  <a:srgbClr val="538235"/>
                </a:solidFill>
                <a:latin typeface="Tahoma"/>
                <a:cs typeface="Tahoma"/>
              </a:rPr>
              <a:t>announcement</a:t>
            </a:r>
            <a:endParaRPr sz="1200" dirty="0">
              <a:latin typeface="Tahoma"/>
              <a:cs typeface="Tahoma"/>
            </a:endParaRPr>
          </a:p>
          <a:p>
            <a:pPr marL="12700" marR="3973195">
              <a:lnSpc>
                <a:spcPct val="150000"/>
              </a:lnSpc>
              <a:spcBef>
                <a:spcPts val="5"/>
              </a:spcBef>
            </a:pPr>
            <a:r>
              <a:rPr sz="1200" spc="-5" dirty="0">
                <a:solidFill>
                  <a:srgbClr val="538235"/>
                </a:solidFill>
                <a:latin typeface="Tahoma"/>
                <a:cs typeface="Tahoma"/>
              </a:rPr>
              <a:t>Publicly </a:t>
            </a:r>
            <a:r>
              <a:rPr sz="1200" spc="-15" dirty="0">
                <a:solidFill>
                  <a:srgbClr val="538235"/>
                </a:solidFill>
                <a:latin typeface="Tahoma"/>
                <a:cs typeface="Tahoma"/>
              </a:rPr>
              <a:t>available</a:t>
            </a:r>
            <a:r>
              <a:rPr sz="1200" spc="5" dirty="0">
                <a:solidFill>
                  <a:srgbClr val="538235"/>
                </a:solidFill>
                <a:latin typeface="Tahoma"/>
                <a:cs typeface="Tahoma"/>
              </a:rPr>
              <a:t> </a:t>
            </a:r>
            <a:r>
              <a:rPr sz="1200" spc="-5" dirty="0">
                <a:solidFill>
                  <a:srgbClr val="538235"/>
                </a:solidFill>
                <a:latin typeface="Tahoma"/>
                <a:cs typeface="Tahoma"/>
              </a:rPr>
              <a:t>directory </a:t>
            </a:r>
            <a:r>
              <a:rPr sz="1200" spc="-360" dirty="0">
                <a:solidFill>
                  <a:srgbClr val="538235"/>
                </a:solidFill>
                <a:latin typeface="Tahoma"/>
                <a:cs typeface="Tahoma"/>
              </a:rPr>
              <a:t> </a:t>
            </a:r>
            <a:r>
              <a:rPr sz="1200" spc="-5" dirty="0">
                <a:solidFill>
                  <a:srgbClr val="538235"/>
                </a:solidFill>
                <a:latin typeface="Tahoma"/>
                <a:cs typeface="Tahoma"/>
              </a:rPr>
              <a:t>Public-key</a:t>
            </a:r>
            <a:r>
              <a:rPr sz="1200" spc="5" dirty="0">
                <a:solidFill>
                  <a:srgbClr val="538235"/>
                </a:solidFill>
                <a:latin typeface="Tahoma"/>
                <a:cs typeface="Tahoma"/>
              </a:rPr>
              <a:t> </a:t>
            </a:r>
            <a:r>
              <a:rPr sz="1200" spc="-5" dirty="0">
                <a:solidFill>
                  <a:srgbClr val="538235"/>
                </a:solidFill>
                <a:latin typeface="Tahoma"/>
                <a:cs typeface="Tahoma"/>
              </a:rPr>
              <a:t>authority </a:t>
            </a:r>
            <a:r>
              <a:rPr sz="1200" dirty="0">
                <a:solidFill>
                  <a:srgbClr val="538235"/>
                </a:solidFill>
                <a:latin typeface="Tahoma"/>
                <a:cs typeface="Tahoma"/>
              </a:rPr>
              <a:t> </a:t>
            </a:r>
            <a:r>
              <a:rPr sz="1200" spc="-5" dirty="0">
                <a:solidFill>
                  <a:srgbClr val="538235"/>
                </a:solidFill>
                <a:latin typeface="Tahoma"/>
                <a:cs typeface="Tahoma"/>
              </a:rPr>
              <a:t>Public-key</a:t>
            </a:r>
            <a:r>
              <a:rPr sz="1200" dirty="0">
                <a:solidFill>
                  <a:srgbClr val="538235"/>
                </a:solidFill>
                <a:latin typeface="Tahoma"/>
                <a:cs typeface="Tahoma"/>
              </a:rPr>
              <a:t> </a:t>
            </a:r>
            <a:r>
              <a:rPr sz="1200" spc="-5" dirty="0">
                <a:solidFill>
                  <a:srgbClr val="538235"/>
                </a:solidFill>
                <a:latin typeface="Tahoma"/>
                <a:cs typeface="Tahoma"/>
              </a:rPr>
              <a:t>certificate</a:t>
            </a:r>
            <a:endParaRPr sz="1200" dirty="0">
              <a:latin typeface="Tahoma"/>
              <a:cs typeface="Tahoma"/>
            </a:endParaRPr>
          </a:p>
          <a:p>
            <a:pPr>
              <a:lnSpc>
                <a:spcPct val="100000"/>
              </a:lnSpc>
            </a:pPr>
            <a:endParaRPr sz="1400" dirty="0">
              <a:latin typeface="Tahoma"/>
              <a:cs typeface="Tahoma"/>
            </a:endParaRPr>
          </a:p>
          <a:p>
            <a:pPr marL="12700" algn="just">
              <a:lnSpc>
                <a:spcPct val="100000"/>
              </a:lnSpc>
              <a:spcBef>
                <a:spcPts val="1190"/>
              </a:spcBef>
            </a:pPr>
            <a:r>
              <a:rPr lang="en-IN" sz="1200" b="1" spc="-5" dirty="0">
                <a:solidFill>
                  <a:srgbClr val="538235"/>
                </a:solidFill>
                <a:latin typeface="Tahoma"/>
                <a:cs typeface="Tahoma"/>
              </a:rPr>
              <a:t>21. </a:t>
            </a:r>
            <a:r>
              <a:rPr sz="1200" b="1" spc="-5" dirty="0">
                <a:solidFill>
                  <a:srgbClr val="538235"/>
                </a:solidFill>
                <a:latin typeface="Tahoma"/>
                <a:cs typeface="Tahoma"/>
              </a:rPr>
              <a:t>What</a:t>
            </a:r>
            <a:r>
              <a:rPr sz="1200" b="1" spc="-20" dirty="0">
                <a:solidFill>
                  <a:srgbClr val="538235"/>
                </a:solidFill>
                <a:latin typeface="Tahoma"/>
                <a:cs typeface="Tahoma"/>
              </a:rPr>
              <a:t> </a:t>
            </a:r>
            <a:r>
              <a:rPr sz="1200" b="1" dirty="0">
                <a:solidFill>
                  <a:srgbClr val="538235"/>
                </a:solidFill>
                <a:latin typeface="Tahoma"/>
                <a:cs typeface="Tahoma"/>
              </a:rPr>
              <a:t>is</a:t>
            </a:r>
            <a:r>
              <a:rPr sz="1200" b="1" spc="5" dirty="0">
                <a:solidFill>
                  <a:srgbClr val="538235"/>
                </a:solidFill>
                <a:latin typeface="Tahoma"/>
                <a:cs typeface="Tahoma"/>
              </a:rPr>
              <a:t> </a:t>
            </a:r>
            <a:r>
              <a:rPr sz="1200" b="1" dirty="0">
                <a:solidFill>
                  <a:srgbClr val="538235"/>
                </a:solidFill>
                <a:latin typeface="Tahoma"/>
                <a:cs typeface="Tahoma"/>
              </a:rPr>
              <a:t>a</a:t>
            </a:r>
            <a:r>
              <a:rPr sz="1200" b="1" spc="-20" dirty="0">
                <a:solidFill>
                  <a:srgbClr val="538235"/>
                </a:solidFill>
                <a:latin typeface="Tahoma"/>
                <a:cs typeface="Tahoma"/>
              </a:rPr>
              <a:t> </a:t>
            </a:r>
            <a:r>
              <a:rPr sz="1200" b="1" spc="-5" dirty="0">
                <a:solidFill>
                  <a:srgbClr val="538235"/>
                </a:solidFill>
                <a:latin typeface="Tahoma"/>
                <a:cs typeface="Tahoma"/>
              </a:rPr>
              <a:t>public</a:t>
            </a:r>
            <a:r>
              <a:rPr sz="1200" b="1" spc="-10" dirty="0">
                <a:solidFill>
                  <a:srgbClr val="538235"/>
                </a:solidFill>
                <a:latin typeface="Tahoma"/>
                <a:cs typeface="Tahoma"/>
              </a:rPr>
              <a:t> </a:t>
            </a:r>
            <a:r>
              <a:rPr sz="1200" b="1" dirty="0">
                <a:solidFill>
                  <a:srgbClr val="538235"/>
                </a:solidFill>
                <a:latin typeface="Tahoma"/>
                <a:cs typeface="Tahoma"/>
              </a:rPr>
              <a:t>key</a:t>
            </a:r>
            <a:r>
              <a:rPr sz="1200" b="1" spc="-15" dirty="0">
                <a:solidFill>
                  <a:srgbClr val="538235"/>
                </a:solidFill>
                <a:latin typeface="Tahoma"/>
                <a:cs typeface="Tahoma"/>
              </a:rPr>
              <a:t> </a:t>
            </a:r>
            <a:r>
              <a:rPr sz="1200" b="1" spc="-5" dirty="0">
                <a:solidFill>
                  <a:srgbClr val="538235"/>
                </a:solidFill>
                <a:latin typeface="Tahoma"/>
                <a:cs typeface="Tahoma"/>
              </a:rPr>
              <a:t>certificate?</a:t>
            </a:r>
            <a:endParaRPr sz="1200" dirty="0">
              <a:latin typeface="Tahoma"/>
              <a:cs typeface="Tahoma"/>
            </a:endParaRPr>
          </a:p>
          <a:p>
            <a:pPr marL="12700" marR="5080" algn="just">
              <a:lnSpc>
                <a:spcPct val="150000"/>
              </a:lnSpc>
            </a:pPr>
            <a:r>
              <a:rPr sz="1200" spc="-5" dirty="0">
                <a:solidFill>
                  <a:srgbClr val="538235"/>
                </a:solidFill>
                <a:latin typeface="Tahoma"/>
                <a:cs typeface="Tahoma"/>
              </a:rPr>
              <a:t>The public key </a:t>
            </a:r>
            <a:r>
              <a:rPr sz="1200" dirty="0">
                <a:solidFill>
                  <a:srgbClr val="538235"/>
                </a:solidFill>
                <a:latin typeface="Tahoma"/>
                <a:cs typeface="Tahoma"/>
              </a:rPr>
              <a:t>certificate </a:t>
            </a:r>
            <a:r>
              <a:rPr sz="1200" spc="5" dirty="0">
                <a:solidFill>
                  <a:srgbClr val="538235"/>
                </a:solidFill>
                <a:latin typeface="Tahoma"/>
                <a:cs typeface="Tahoma"/>
              </a:rPr>
              <a:t>is </a:t>
            </a:r>
            <a:r>
              <a:rPr sz="1200" dirty="0">
                <a:solidFill>
                  <a:srgbClr val="538235"/>
                </a:solidFill>
                <a:latin typeface="Tahoma"/>
                <a:cs typeface="Tahoma"/>
              </a:rPr>
              <a:t>that </a:t>
            </a:r>
            <a:r>
              <a:rPr sz="1200" spc="-5" dirty="0">
                <a:solidFill>
                  <a:srgbClr val="538235"/>
                </a:solidFill>
                <a:latin typeface="Tahoma"/>
                <a:cs typeface="Tahoma"/>
              </a:rPr>
              <a:t>used </a:t>
            </a:r>
            <a:r>
              <a:rPr sz="1200" dirty="0">
                <a:solidFill>
                  <a:srgbClr val="538235"/>
                </a:solidFill>
                <a:latin typeface="Tahoma"/>
                <a:cs typeface="Tahoma"/>
              </a:rPr>
              <a:t>by </a:t>
            </a:r>
            <a:r>
              <a:rPr sz="1200" spc="-5" dirty="0">
                <a:solidFill>
                  <a:srgbClr val="538235"/>
                </a:solidFill>
                <a:latin typeface="Tahoma"/>
                <a:cs typeface="Tahoma"/>
              </a:rPr>
              <a:t>participants </a:t>
            </a:r>
            <a:r>
              <a:rPr sz="1200" dirty="0">
                <a:solidFill>
                  <a:srgbClr val="538235"/>
                </a:solidFill>
                <a:latin typeface="Tahoma"/>
                <a:cs typeface="Tahoma"/>
              </a:rPr>
              <a:t>to </a:t>
            </a:r>
            <a:r>
              <a:rPr sz="1200" spc="-5" dirty="0">
                <a:solidFill>
                  <a:srgbClr val="538235"/>
                </a:solidFill>
                <a:latin typeface="Tahoma"/>
                <a:cs typeface="Tahoma"/>
              </a:rPr>
              <a:t>exchange keys without </a:t>
            </a:r>
            <a:r>
              <a:rPr sz="1200" dirty="0">
                <a:solidFill>
                  <a:srgbClr val="538235"/>
                </a:solidFill>
                <a:latin typeface="Tahoma"/>
                <a:cs typeface="Tahoma"/>
              </a:rPr>
              <a:t> </a:t>
            </a:r>
            <a:r>
              <a:rPr sz="1200" spc="-5" dirty="0">
                <a:solidFill>
                  <a:srgbClr val="538235"/>
                </a:solidFill>
                <a:latin typeface="Tahoma"/>
                <a:cs typeface="Tahoma"/>
              </a:rPr>
              <a:t>contacting </a:t>
            </a:r>
            <a:r>
              <a:rPr sz="1200" dirty="0">
                <a:solidFill>
                  <a:srgbClr val="538235"/>
                </a:solidFill>
                <a:latin typeface="Tahoma"/>
                <a:cs typeface="Tahoma"/>
              </a:rPr>
              <a:t>a </a:t>
            </a:r>
            <a:r>
              <a:rPr sz="1200" spc="-5" dirty="0">
                <a:solidFill>
                  <a:srgbClr val="538235"/>
                </a:solidFill>
                <a:latin typeface="Tahoma"/>
                <a:cs typeface="Tahoma"/>
              </a:rPr>
              <a:t>public key </a:t>
            </a:r>
            <a:r>
              <a:rPr sz="1200" spc="-15" dirty="0">
                <a:solidFill>
                  <a:srgbClr val="538235"/>
                </a:solidFill>
                <a:latin typeface="Tahoma"/>
                <a:cs typeface="Tahoma"/>
              </a:rPr>
              <a:t>authority, </a:t>
            </a:r>
            <a:r>
              <a:rPr sz="1200" spc="-10" dirty="0">
                <a:solidFill>
                  <a:srgbClr val="538235"/>
                </a:solidFill>
                <a:latin typeface="Tahoma"/>
                <a:cs typeface="Tahoma"/>
              </a:rPr>
              <a:t>in </a:t>
            </a:r>
            <a:r>
              <a:rPr sz="1200" dirty="0">
                <a:solidFill>
                  <a:srgbClr val="538235"/>
                </a:solidFill>
                <a:latin typeface="Tahoma"/>
                <a:cs typeface="Tahoma"/>
              </a:rPr>
              <a:t>a </a:t>
            </a:r>
            <a:r>
              <a:rPr sz="1200" spc="-5" dirty="0">
                <a:solidFill>
                  <a:srgbClr val="538235"/>
                </a:solidFill>
                <a:latin typeface="Tahoma"/>
                <a:cs typeface="Tahoma"/>
              </a:rPr>
              <a:t>way </a:t>
            </a:r>
            <a:r>
              <a:rPr sz="1200" dirty="0">
                <a:solidFill>
                  <a:srgbClr val="538235"/>
                </a:solidFill>
                <a:latin typeface="Tahoma"/>
                <a:cs typeface="Tahoma"/>
              </a:rPr>
              <a:t>that </a:t>
            </a:r>
            <a:r>
              <a:rPr sz="1200" spc="-10" dirty="0">
                <a:solidFill>
                  <a:srgbClr val="538235"/>
                </a:solidFill>
                <a:latin typeface="Tahoma"/>
                <a:cs typeface="Tahoma"/>
              </a:rPr>
              <a:t>is </a:t>
            </a:r>
            <a:r>
              <a:rPr sz="1200" spc="-5" dirty="0">
                <a:solidFill>
                  <a:srgbClr val="538235"/>
                </a:solidFill>
                <a:latin typeface="Tahoma"/>
                <a:cs typeface="Tahoma"/>
              </a:rPr>
              <a:t>as reliable as </a:t>
            </a:r>
            <a:r>
              <a:rPr sz="1200" spc="-10" dirty="0">
                <a:solidFill>
                  <a:srgbClr val="538235"/>
                </a:solidFill>
                <a:latin typeface="Tahoma"/>
                <a:cs typeface="Tahoma"/>
              </a:rPr>
              <a:t>if </a:t>
            </a:r>
            <a:r>
              <a:rPr sz="1200" dirty="0">
                <a:solidFill>
                  <a:srgbClr val="538235"/>
                </a:solidFill>
                <a:latin typeface="Tahoma"/>
                <a:cs typeface="Tahoma"/>
              </a:rPr>
              <a:t>the </a:t>
            </a:r>
            <a:r>
              <a:rPr sz="1200" spc="-5" dirty="0">
                <a:solidFill>
                  <a:srgbClr val="538235"/>
                </a:solidFill>
                <a:latin typeface="Tahoma"/>
                <a:cs typeface="Tahoma"/>
              </a:rPr>
              <a:t>keys </a:t>
            </a:r>
            <a:r>
              <a:rPr sz="1200" dirty="0">
                <a:solidFill>
                  <a:srgbClr val="538235"/>
                </a:solidFill>
                <a:latin typeface="Tahoma"/>
                <a:cs typeface="Tahoma"/>
              </a:rPr>
              <a:t>were </a:t>
            </a:r>
            <a:r>
              <a:rPr sz="1200" spc="5" dirty="0">
                <a:solidFill>
                  <a:srgbClr val="538235"/>
                </a:solidFill>
                <a:latin typeface="Tahoma"/>
                <a:cs typeface="Tahoma"/>
              </a:rPr>
              <a:t> </a:t>
            </a:r>
            <a:r>
              <a:rPr sz="1200" spc="-5" dirty="0">
                <a:solidFill>
                  <a:srgbClr val="538235"/>
                </a:solidFill>
                <a:latin typeface="Tahoma"/>
                <a:cs typeface="Tahoma"/>
              </a:rPr>
              <a:t>obtained directly from </a:t>
            </a:r>
            <a:r>
              <a:rPr sz="1200" dirty="0">
                <a:solidFill>
                  <a:srgbClr val="538235"/>
                </a:solidFill>
                <a:latin typeface="Tahoma"/>
                <a:cs typeface="Tahoma"/>
              </a:rPr>
              <a:t>the </a:t>
            </a:r>
            <a:r>
              <a:rPr sz="1200" spc="-10" dirty="0">
                <a:solidFill>
                  <a:srgbClr val="538235"/>
                </a:solidFill>
                <a:latin typeface="Tahoma"/>
                <a:cs typeface="Tahoma"/>
              </a:rPr>
              <a:t>public-key </a:t>
            </a:r>
            <a:r>
              <a:rPr sz="1200" spc="-15" dirty="0">
                <a:solidFill>
                  <a:srgbClr val="538235"/>
                </a:solidFill>
                <a:latin typeface="Tahoma"/>
                <a:cs typeface="Tahoma"/>
              </a:rPr>
              <a:t>authority. </a:t>
            </a:r>
            <a:r>
              <a:rPr sz="1200" spc="-5" dirty="0">
                <a:solidFill>
                  <a:srgbClr val="538235"/>
                </a:solidFill>
                <a:latin typeface="Tahoma"/>
                <a:cs typeface="Tahoma"/>
              </a:rPr>
              <a:t>Each </a:t>
            </a:r>
            <a:r>
              <a:rPr sz="1200" spc="-10" dirty="0">
                <a:solidFill>
                  <a:srgbClr val="538235"/>
                </a:solidFill>
                <a:latin typeface="Tahoma"/>
                <a:cs typeface="Tahoma"/>
              </a:rPr>
              <a:t>certificate </a:t>
            </a:r>
            <a:r>
              <a:rPr sz="1200" spc="-5" dirty="0">
                <a:solidFill>
                  <a:srgbClr val="538235"/>
                </a:solidFill>
                <a:latin typeface="Tahoma"/>
                <a:cs typeface="Tahoma"/>
              </a:rPr>
              <a:t>contains </a:t>
            </a:r>
            <a:r>
              <a:rPr sz="1200" dirty="0">
                <a:solidFill>
                  <a:srgbClr val="538235"/>
                </a:solidFill>
                <a:latin typeface="Tahoma"/>
                <a:cs typeface="Tahoma"/>
              </a:rPr>
              <a:t>a public </a:t>
            </a:r>
            <a:r>
              <a:rPr sz="1200" spc="-5" dirty="0">
                <a:solidFill>
                  <a:srgbClr val="538235"/>
                </a:solidFill>
                <a:latin typeface="Tahoma"/>
                <a:cs typeface="Tahoma"/>
              </a:rPr>
              <a:t>key </a:t>
            </a:r>
            <a:r>
              <a:rPr sz="1200" dirty="0">
                <a:solidFill>
                  <a:srgbClr val="538235"/>
                </a:solidFill>
                <a:latin typeface="Tahoma"/>
                <a:cs typeface="Tahoma"/>
              </a:rPr>
              <a:t> </a:t>
            </a:r>
            <a:r>
              <a:rPr sz="1200" spc="-5" dirty="0">
                <a:solidFill>
                  <a:srgbClr val="538235"/>
                </a:solidFill>
                <a:latin typeface="Tahoma"/>
                <a:cs typeface="Tahoma"/>
              </a:rPr>
              <a:t>and</a:t>
            </a:r>
            <a:r>
              <a:rPr sz="1200" dirty="0">
                <a:solidFill>
                  <a:srgbClr val="538235"/>
                </a:solidFill>
                <a:latin typeface="Tahoma"/>
                <a:cs typeface="Tahoma"/>
              </a:rPr>
              <a:t> </a:t>
            </a:r>
            <a:r>
              <a:rPr sz="1200" spc="-5" dirty="0">
                <a:solidFill>
                  <a:srgbClr val="538235"/>
                </a:solidFill>
                <a:latin typeface="Tahoma"/>
                <a:cs typeface="Tahoma"/>
              </a:rPr>
              <a:t>other</a:t>
            </a:r>
            <a:r>
              <a:rPr sz="1200" dirty="0">
                <a:solidFill>
                  <a:srgbClr val="538235"/>
                </a:solidFill>
                <a:latin typeface="Tahoma"/>
                <a:cs typeface="Tahoma"/>
              </a:rPr>
              <a:t> </a:t>
            </a:r>
            <a:r>
              <a:rPr sz="1200" spc="-5" dirty="0">
                <a:solidFill>
                  <a:srgbClr val="538235"/>
                </a:solidFill>
                <a:latin typeface="Tahoma"/>
                <a:cs typeface="Tahoma"/>
              </a:rPr>
              <a:t>information,</a:t>
            </a:r>
            <a:r>
              <a:rPr sz="1200" dirty="0">
                <a:solidFill>
                  <a:srgbClr val="538235"/>
                </a:solidFill>
                <a:latin typeface="Tahoma"/>
                <a:cs typeface="Tahoma"/>
              </a:rPr>
              <a:t> </a:t>
            </a:r>
            <a:r>
              <a:rPr sz="1200" spc="-10" dirty="0">
                <a:solidFill>
                  <a:srgbClr val="538235"/>
                </a:solidFill>
                <a:latin typeface="Tahoma"/>
                <a:cs typeface="Tahoma"/>
              </a:rPr>
              <a:t>is</a:t>
            </a:r>
            <a:r>
              <a:rPr sz="1200" spc="-5" dirty="0">
                <a:solidFill>
                  <a:srgbClr val="538235"/>
                </a:solidFill>
                <a:latin typeface="Tahoma"/>
                <a:cs typeface="Tahoma"/>
              </a:rPr>
              <a:t> created</a:t>
            </a:r>
            <a:r>
              <a:rPr sz="1200" dirty="0">
                <a:solidFill>
                  <a:srgbClr val="538235"/>
                </a:solidFill>
                <a:latin typeface="Tahoma"/>
                <a:cs typeface="Tahoma"/>
              </a:rPr>
              <a:t> by</a:t>
            </a:r>
            <a:r>
              <a:rPr sz="1200" spc="5" dirty="0">
                <a:solidFill>
                  <a:srgbClr val="538235"/>
                </a:solidFill>
                <a:latin typeface="Tahoma"/>
                <a:cs typeface="Tahoma"/>
              </a:rPr>
              <a:t> </a:t>
            </a:r>
            <a:r>
              <a:rPr sz="1200" dirty="0">
                <a:solidFill>
                  <a:srgbClr val="538235"/>
                </a:solidFill>
                <a:latin typeface="Tahoma"/>
                <a:cs typeface="Tahoma"/>
              </a:rPr>
              <a:t>a</a:t>
            </a:r>
            <a:r>
              <a:rPr sz="1200" spc="5" dirty="0">
                <a:solidFill>
                  <a:srgbClr val="538235"/>
                </a:solidFill>
                <a:latin typeface="Tahoma"/>
                <a:cs typeface="Tahoma"/>
              </a:rPr>
              <a:t> </a:t>
            </a:r>
            <a:r>
              <a:rPr sz="1200" spc="-5" dirty="0">
                <a:solidFill>
                  <a:srgbClr val="538235"/>
                </a:solidFill>
                <a:latin typeface="Tahoma"/>
                <a:cs typeface="Tahoma"/>
              </a:rPr>
              <a:t>certificate</a:t>
            </a:r>
            <a:r>
              <a:rPr sz="1200" dirty="0">
                <a:solidFill>
                  <a:srgbClr val="538235"/>
                </a:solidFill>
                <a:latin typeface="Tahoma"/>
                <a:cs typeface="Tahoma"/>
              </a:rPr>
              <a:t> </a:t>
            </a:r>
            <a:r>
              <a:rPr sz="1200" spc="-10" dirty="0">
                <a:solidFill>
                  <a:srgbClr val="538235"/>
                </a:solidFill>
                <a:latin typeface="Tahoma"/>
                <a:cs typeface="Tahoma"/>
              </a:rPr>
              <a:t>authority,</a:t>
            </a:r>
            <a:r>
              <a:rPr sz="1200" spc="-5" dirty="0">
                <a:solidFill>
                  <a:srgbClr val="538235"/>
                </a:solidFill>
                <a:latin typeface="Tahoma"/>
                <a:cs typeface="Tahoma"/>
              </a:rPr>
              <a:t> </a:t>
            </a:r>
            <a:r>
              <a:rPr sz="1200" dirty="0">
                <a:solidFill>
                  <a:srgbClr val="538235"/>
                </a:solidFill>
                <a:latin typeface="Tahoma"/>
                <a:cs typeface="Tahoma"/>
              </a:rPr>
              <a:t>and</a:t>
            </a:r>
            <a:r>
              <a:rPr sz="1200" spc="5" dirty="0">
                <a:solidFill>
                  <a:srgbClr val="538235"/>
                </a:solidFill>
                <a:latin typeface="Tahoma"/>
                <a:cs typeface="Tahoma"/>
              </a:rPr>
              <a:t> </a:t>
            </a:r>
            <a:r>
              <a:rPr sz="1200" spc="-10" dirty="0">
                <a:solidFill>
                  <a:srgbClr val="538235"/>
                </a:solidFill>
                <a:latin typeface="Tahoma"/>
                <a:cs typeface="Tahoma"/>
              </a:rPr>
              <a:t>is</a:t>
            </a:r>
            <a:r>
              <a:rPr sz="1200" spc="-5" dirty="0">
                <a:solidFill>
                  <a:srgbClr val="538235"/>
                </a:solidFill>
                <a:latin typeface="Tahoma"/>
                <a:cs typeface="Tahoma"/>
              </a:rPr>
              <a:t> given</a:t>
            </a:r>
            <a:r>
              <a:rPr sz="1200" dirty="0">
                <a:solidFill>
                  <a:srgbClr val="538235"/>
                </a:solidFill>
                <a:latin typeface="Tahoma"/>
                <a:cs typeface="Tahoma"/>
              </a:rPr>
              <a:t> to</a:t>
            </a:r>
            <a:r>
              <a:rPr sz="1200" spc="5" dirty="0">
                <a:solidFill>
                  <a:srgbClr val="538235"/>
                </a:solidFill>
                <a:latin typeface="Tahoma"/>
                <a:cs typeface="Tahoma"/>
              </a:rPr>
              <a:t> </a:t>
            </a:r>
            <a:r>
              <a:rPr sz="1200" dirty="0">
                <a:solidFill>
                  <a:srgbClr val="538235"/>
                </a:solidFill>
                <a:latin typeface="Tahoma"/>
                <a:cs typeface="Tahoma"/>
              </a:rPr>
              <a:t>a </a:t>
            </a:r>
            <a:r>
              <a:rPr sz="1200" spc="5" dirty="0">
                <a:solidFill>
                  <a:srgbClr val="538235"/>
                </a:solidFill>
                <a:latin typeface="Tahoma"/>
                <a:cs typeface="Tahoma"/>
              </a:rPr>
              <a:t> </a:t>
            </a:r>
            <a:r>
              <a:rPr sz="1200" spc="-5" dirty="0">
                <a:solidFill>
                  <a:srgbClr val="538235"/>
                </a:solidFill>
                <a:latin typeface="Tahoma"/>
                <a:cs typeface="Tahoma"/>
              </a:rPr>
              <a:t>participant with</a:t>
            </a:r>
            <a:r>
              <a:rPr sz="1200" spc="10" dirty="0">
                <a:solidFill>
                  <a:srgbClr val="538235"/>
                </a:solidFill>
                <a:latin typeface="Tahoma"/>
                <a:cs typeface="Tahoma"/>
              </a:rPr>
              <a:t> </a:t>
            </a:r>
            <a:r>
              <a:rPr sz="1200" dirty="0">
                <a:solidFill>
                  <a:srgbClr val="538235"/>
                </a:solidFill>
                <a:latin typeface="Tahoma"/>
                <a:cs typeface="Tahoma"/>
              </a:rPr>
              <a:t>the </a:t>
            </a:r>
            <a:r>
              <a:rPr sz="1200" spc="-5" dirty="0">
                <a:solidFill>
                  <a:srgbClr val="538235"/>
                </a:solidFill>
                <a:latin typeface="Tahoma"/>
                <a:cs typeface="Tahoma"/>
              </a:rPr>
              <a:t>matching</a:t>
            </a:r>
            <a:r>
              <a:rPr sz="1200" spc="25" dirty="0">
                <a:solidFill>
                  <a:srgbClr val="538235"/>
                </a:solidFill>
                <a:latin typeface="Tahoma"/>
                <a:cs typeface="Tahoma"/>
              </a:rPr>
              <a:t> </a:t>
            </a:r>
            <a:r>
              <a:rPr sz="1200" spc="-10" dirty="0">
                <a:solidFill>
                  <a:srgbClr val="538235"/>
                </a:solidFill>
                <a:latin typeface="Tahoma"/>
                <a:cs typeface="Tahoma"/>
              </a:rPr>
              <a:t>private</a:t>
            </a:r>
            <a:r>
              <a:rPr sz="1200" spc="5" dirty="0">
                <a:solidFill>
                  <a:srgbClr val="538235"/>
                </a:solidFill>
                <a:latin typeface="Tahoma"/>
                <a:cs typeface="Tahoma"/>
              </a:rPr>
              <a:t> </a:t>
            </a:r>
            <a:r>
              <a:rPr sz="1200" spc="-30" dirty="0">
                <a:solidFill>
                  <a:srgbClr val="538235"/>
                </a:solidFill>
                <a:latin typeface="Tahoma"/>
                <a:cs typeface="Tahoma"/>
              </a:rPr>
              <a:t>key.</a:t>
            </a:r>
            <a:endParaRPr sz="1200" dirty="0">
              <a:latin typeface="Tahoma"/>
              <a:cs typeface="Tahoma"/>
            </a:endParaRPr>
          </a:p>
          <a:p>
            <a:pPr>
              <a:lnSpc>
                <a:spcPct val="100000"/>
              </a:lnSpc>
            </a:pPr>
            <a:endParaRPr sz="1400" dirty="0">
              <a:latin typeface="Tahoma"/>
              <a:cs typeface="Tahoma"/>
            </a:endParaRPr>
          </a:p>
          <a:p>
            <a:pPr>
              <a:lnSpc>
                <a:spcPct val="100000"/>
              </a:lnSpc>
              <a:spcBef>
                <a:spcPts val="50"/>
              </a:spcBef>
            </a:pPr>
            <a:endParaRPr sz="1900" dirty="0">
              <a:latin typeface="Tahoma"/>
              <a:cs typeface="Tahoma"/>
            </a:endParaRPr>
          </a:p>
          <a:p>
            <a:pPr marL="12700" algn="just">
              <a:lnSpc>
                <a:spcPct val="100000"/>
              </a:lnSpc>
              <a:spcBef>
                <a:spcPts val="5"/>
              </a:spcBef>
            </a:pPr>
            <a:r>
              <a:rPr lang="en-IN" sz="1200" b="1" spc="-5" dirty="0">
                <a:solidFill>
                  <a:srgbClr val="538235"/>
                </a:solidFill>
                <a:latin typeface="Tahoma"/>
                <a:cs typeface="Tahoma"/>
              </a:rPr>
              <a:t>22. </a:t>
            </a:r>
            <a:r>
              <a:rPr sz="1200" b="1" spc="-5" dirty="0">
                <a:solidFill>
                  <a:srgbClr val="538235"/>
                </a:solidFill>
                <a:latin typeface="Tahoma"/>
                <a:cs typeface="Tahoma"/>
              </a:rPr>
              <a:t>What</a:t>
            </a:r>
            <a:r>
              <a:rPr sz="1200" b="1" spc="-20" dirty="0">
                <a:solidFill>
                  <a:srgbClr val="538235"/>
                </a:solidFill>
                <a:latin typeface="Tahoma"/>
                <a:cs typeface="Tahoma"/>
              </a:rPr>
              <a:t> </a:t>
            </a:r>
            <a:r>
              <a:rPr sz="1200" b="1" dirty="0">
                <a:solidFill>
                  <a:srgbClr val="538235"/>
                </a:solidFill>
                <a:latin typeface="Tahoma"/>
                <a:cs typeface="Tahoma"/>
              </a:rPr>
              <a:t>is key</a:t>
            </a:r>
            <a:r>
              <a:rPr sz="1200" b="1" spc="-20" dirty="0">
                <a:solidFill>
                  <a:srgbClr val="538235"/>
                </a:solidFill>
                <a:latin typeface="Tahoma"/>
                <a:cs typeface="Tahoma"/>
              </a:rPr>
              <a:t> </a:t>
            </a:r>
            <a:r>
              <a:rPr sz="1200" b="1" spc="-5" dirty="0">
                <a:solidFill>
                  <a:srgbClr val="538235"/>
                </a:solidFill>
                <a:latin typeface="Tahoma"/>
                <a:cs typeface="Tahoma"/>
              </a:rPr>
              <a:t>distribution</a:t>
            </a:r>
            <a:r>
              <a:rPr sz="1200" b="1" spc="-40" dirty="0">
                <a:solidFill>
                  <a:srgbClr val="538235"/>
                </a:solidFill>
                <a:latin typeface="Tahoma"/>
                <a:cs typeface="Tahoma"/>
              </a:rPr>
              <a:t> </a:t>
            </a:r>
            <a:r>
              <a:rPr sz="1200" b="1" dirty="0">
                <a:solidFill>
                  <a:srgbClr val="538235"/>
                </a:solidFill>
                <a:latin typeface="Tahoma"/>
                <a:cs typeface="Tahoma"/>
              </a:rPr>
              <a:t>center?</a:t>
            </a:r>
            <a:endParaRPr sz="1200" dirty="0">
              <a:latin typeface="Tahoma"/>
              <a:cs typeface="Tahoma"/>
            </a:endParaRPr>
          </a:p>
          <a:p>
            <a:pPr marL="12700" marR="5080" algn="just">
              <a:lnSpc>
                <a:spcPct val="150000"/>
              </a:lnSpc>
            </a:pPr>
            <a:r>
              <a:rPr sz="1200" dirty="0">
                <a:solidFill>
                  <a:srgbClr val="538235"/>
                </a:solidFill>
                <a:latin typeface="Tahoma"/>
                <a:cs typeface="Tahoma"/>
              </a:rPr>
              <a:t>A </a:t>
            </a:r>
            <a:r>
              <a:rPr sz="1200" spc="-5" dirty="0">
                <a:solidFill>
                  <a:srgbClr val="538235"/>
                </a:solidFill>
                <a:latin typeface="Tahoma"/>
                <a:cs typeface="Tahoma"/>
              </a:rPr>
              <a:t>key distribution </a:t>
            </a:r>
            <a:r>
              <a:rPr sz="1200" dirty="0">
                <a:solidFill>
                  <a:srgbClr val="538235"/>
                </a:solidFill>
                <a:latin typeface="Tahoma"/>
                <a:cs typeface="Tahoma"/>
              </a:rPr>
              <a:t>center </a:t>
            </a:r>
            <a:r>
              <a:rPr sz="1200" spc="-10" dirty="0">
                <a:solidFill>
                  <a:srgbClr val="538235"/>
                </a:solidFill>
                <a:latin typeface="Tahoma"/>
                <a:cs typeface="Tahoma"/>
              </a:rPr>
              <a:t>is </a:t>
            </a:r>
            <a:r>
              <a:rPr sz="1200" spc="-5" dirty="0">
                <a:solidFill>
                  <a:srgbClr val="538235"/>
                </a:solidFill>
                <a:latin typeface="Tahoma"/>
                <a:cs typeface="Tahoma"/>
              </a:rPr>
              <a:t>responsible for </a:t>
            </a:r>
            <a:r>
              <a:rPr sz="1200" dirty="0">
                <a:solidFill>
                  <a:srgbClr val="538235"/>
                </a:solidFill>
                <a:latin typeface="Tahoma"/>
                <a:cs typeface="Tahoma"/>
              </a:rPr>
              <a:t>distributing </a:t>
            </a:r>
            <a:r>
              <a:rPr sz="1200" spc="-5" dirty="0">
                <a:solidFill>
                  <a:srgbClr val="538235"/>
                </a:solidFill>
                <a:latin typeface="Tahoma"/>
                <a:cs typeface="Tahoma"/>
              </a:rPr>
              <a:t>keys </a:t>
            </a:r>
            <a:r>
              <a:rPr sz="1200" dirty="0">
                <a:solidFill>
                  <a:srgbClr val="538235"/>
                </a:solidFill>
                <a:latin typeface="Tahoma"/>
                <a:cs typeface="Tahoma"/>
              </a:rPr>
              <a:t>to </a:t>
            </a:r>
            <a:r>
              <a:rPr sz="1200" spc="-5" dirty="0">
                <a:solidFill>
                  <a:srgbClr val="538235"/>
                </a:solidFill>
                <a:latin typeface="Tahoma"/>
                <a:cs typeface="Tahoma"/>
              </a:rPr>
              <a:t>pairs of </a:t>
            </a:r>
            <a:r>
              <a:rPr sz="1200" spc="5" dirty="0">
                <a:solidFill>
                  <a:srgbClr val="538235"/>
                </a:solidFill>
                <a:latin typeface="Tahoma"/>
                <a:cs typeface="Tahoma"/>
              </a:rPr>
              <a:t>users </a:t>
            </a:r>
            <a:r>
              <a:rPr sz="1200" spc="-5" dirty="0">
                <a:solidFill>
                  <a:srgbClr val="538235"/>
                </a:solidFill>
                <a:latin typeface="Tahoma"/>
                <a:cs typeface="Tahoma"/>
              </a:rPr>
              <a:t>such </a:t>
            </a:r>
            <a:r>
              <a:rPr sz="1200" spc="15" dirty="0">
                <a:solidFill>
                  <a:srgbClr val="538235"/>
                </a:solidFill>
                <a:latin typeface="Tahoma"/>
                <a:cs typeface="Tahoma"/>
              </a:rPr>
              <a:t>as </a:t>
            </a:r>
            <a:r>
              <a:rPr sz="1200" spc="20" dirty="0">
                <a:solidFill>
                  <a:srgbClr val="538235"/>
                </a:solidFill>
                <a:latin typeface="Tahoma"/>
                <a:cs typeface="Tahoma"/>
              </a:rPr>
              <a:t> </a:t>
            </a:r>
            <a:r>
              <a:rPr sz="1200" spc="-5" dirty="0">
                <a:solidFill>
                  <a:srgbClr val="538235"/>
                </a:solidFill>
                <a:latin typeface="Tahoma"/>
                <a:cs typeface="Tahoma"/>
              </a:rPr>
              <a:t>hosts, processes, applications. Each </a:t>
            </a:r>
            <a:r>
              <a:rPr sz="1200" dirty="0">
                <a:solidFill>
                  <a:srgbClr val="538235"/>
                </a:solidFill>
                <a:latin typeface="Tahoma"/>
                <a:cs typeface="Tahoma"/>
              </a:rPr>
              <a:t>user must </a:t>
            </a:r>
            <a:r>
              <a:rPr sz="1200" spc="-5" dirty="0">
                <a:solidFill>
                  <a:srgbClr val="538235"/>
                </a:solidFill>
                <a:latin typeface="Tahoma"/>
                <a:cs typeface="Tahoma"/>
              </a:rPr>
              <a:t>share </a:t>
            </a:r>
            <a:r>
              <a:rPr sz="1200" dirty="0">
                <a:solidFill>
                  <a:srgbClr val="538235"/>
                </a:solidFill>
                <a:latin typeface="Tahoma"/>
                <a:cs typeface="Tahoma"/>
              </a:rPr>
              <a:t>a </a:t>
            </a:r>
            <a:r>
              <a:rPr sz="1200" spc="-5" dirty="0">
                <a:solidFill>
                  <a:srgbClr val="538235"/>
                </a:solidFill>
                <a:latin typeface="Tahoma"/>
                <a:cs typeface="Tahoma"/>
              </a:rPr>
              <a:t>unique key with </a:t>
            </a:r>
            <a:r>
              <a:rPr sz="1200" dirty="0">
                <a:solidFill>
                  <a:srgbClr val="538235"/>
                </a:solidFill>
                <a:latin typeface="Tahoma"/>
                <a:cs typeface="Tahoma"/>
              </a:rPr>
              <a:t>the </a:t>
            </a:r>
            <a:r>
              <a:rPr sz="1200" spc="-5" dirty="0">
                <a:solidFill>
                  <a:srgbClr val="538235"/>
                </a:solidFill>
                <a:latin typeface="Tahoma"/>
                <a:cs typeface="Tahoma"/>
              </a:rPr>
              <a:t>key </a:t>
            </a:r>
            <a:r>
              <a:rPr sz="1200" dirty="0">
                <a:solidFill>
                  <a:srgbClr val="538235"/>
                </a:solidFill>
                <a:latin typeface="Tahoma"/>
                <a:cs typeface="Tahoma"/>
              </a:rPr>
              <a:t> </a:t>
            </a:r>
            <a:r>
              <a:rPr sz="1200" spc="-5" dirty="0">
                <a:solidFill>
                  <a:srgbClr val="538235"/>
                </a:solidFill>
                <a:latin typeface="Tahoma"/>
                <a:cs typeface="Tahoma"/>
              </a:rPr>
              <a:t>distribution</a:t>
            </a:r>
            <a:r>
              <a:rPr sz="1200" spc="40" dirty="0">
                <a:solidFill>
                  <a:srgbClr val="538235"/>
                </a:solidFill>
                <a:latin typeface="Tahoma"/>
                <a:cs typeface="Tahoma"/>
              </a:rPr>
              <a:t> </a:t>
            </a:r>
            <a:r>
              <a:rPr sz="1200" spc="-5" dirty="0">
                <a:solidFill>
                  <a:srgbClr val="538235"/>
                </a:solidFill>
                <a:latin typeface="Tahoma"/>
                <a:cs typeface="Tahoma"/>
              </a:rPr>
              <a:t>center</a:t>
            </a:r>
            <a:r>
              <a:rPr sz="1200" spc="10" dirty="0">
                <a:solidFill>
                  <a:srgbClr val="538235"/>
                </a:solidFill>
                <a:latin typeface="Tahoma"/>
                <a:cs typeface="Tahoma"/>
              </a:rPr>
              <a:t> </a:t>
            </a:r>
            <a:r>
              <a:rPr sz="1200" spc="-5" dirty="0">
                <a:solidFill>
                  <a:srgbClr val="538235"/>
                </a:solidFill>
                <a:latin typeface="Tahoma"/>
                <a:cs typeface="Tahoma"/>
              </a:rPr>
              <a:t>for</a:t>
            </a:r>
            <a:r>
              <a:rPr sz="1200" dirty="0">
                <a:solidFill>
                  <a:srgbClr val="538235"/>
                </a:solidFill>
                <a:latin typeface="Tahoma"/>
                <a:cs typeface="Tahoma"/>
              </a:rPr>
              <a:t> </a:t>
            </a:r>
            <a:r>
              <a:rPr sz="1200" spc="-5" dirty="0">
                <a:solidFill>
                  <a:srgbClr val="538235"/>
                </a:solidFill>
                <a:latin typeface="Tahoma"/>
                <a:cs typeface="Tahoma"/>
              </a:rPr>
              <a:t>purposes</a:t>
            </a:r>
            <a:r>
              <a:rPr sz="1200" dirty="0">
                <a:solidFill>
                  <a:srgbClr val="538235"/>
                </a:solidFill>
                <a:latin typeface="Tahoma"/>
                <a:cs typeface="Tahoma"/>
              </a:rPr>
              <a:t> </a:t>
            </a:r>
            <a:r>
              <a:rPr sz="1200" spc="-5" dirty="0">
                <a:solidFill>
                  <a:srgbClr val="538235"/>
                </a:solidFill>
                <a:latin typeface="Tahoma"/>
                <a:cs typeface="Tahoma"/>
              </a:rPr>
              <a:t>of</a:t>
            </a:r>
            <a:r>
              <a:rPr sz="1200" spc="10" dirty="0">
                <a:solidFill>
                  <a:srgbClr val="538235"/>
                </a:solidFill>
                <a:latin typeface="Tahoma"/>
                <a:cs typeface="Tahoma"/>
              </a:rPr>
              <a:t> </a:t>
            </a:r>
            <a:r>
              <a:rPr sz="1200" spc="-5" dirty="0">
                <a:solidFill>
                  <a:srgbClr val="538235"/>
                </a:solidFill>
                <a:latin typeface="Tahoma"/>
                <a:cs typeface="Tahoma"/>
              </a:rPr>
              <a:t>key</a:t>
            </a:r>
            <a:r>
              <a:rPr sz="1200" spc="10" dirty="0">
                <a:solidFill>
                  <a:srgbClr val="538235"/>
                </a:solidFill>
                <a:latin typeface="Tahoma"/>
                <a:cs typeface="Tahoma"/>
              </a:rPr>
              <a:t> </a:t>
            </a:r>
            <a:r>
              <a:rPr sz="1200" spc="-5" dirty="0">
                <a:solidFill>
                  <a:srgbClr val="538235"/>
                </a:solidFill>
                <a:latin typeface="Tahoma"/>
                <a:cs typeface="Tahoma"/>
              </a:rPr>
              <a:t>distribution.</a:t>
            </a:r>
            <a:endParaRPr sz="1200" dirty="0">
              <a:latin typeface="Tahoma"/>
              <a:cs typeface="Tahoma"/>
            </a:endParaRPr>
          </a:p>
          <a:p>
            <a:pPr marL="58419" algn="just">
              <a:lnSpc>
                <a:spcPct val="100000"/>
              </a:lnSpc>
            </a:pPr>
            <a:endParaRPr lang="en-IN" sz="1950" dirty="0">
              <a:latin typeface="Tahoma"/>
              <a:cs typeface="Tahoma"/>
            </a:endParaRPr>
          </a:p>
          <a:p>
            <a:pPr marL="58419" algn="just">
              <a:lnSpc>
                <a:spcPct val="100000"/>
              </a:lnSpc>
            </a:pPr>
            <a:r>
              <a:rPr lang="en-IN" sz="1200" b="1" dirty="0">
                <a:solidFill>
                  <a:srgbClr val="538235"/>
                </a:solidFill>
                <a:latin typeface="Tahoma"/>
                <a:cs typeface="Tahoma"/>
              </a:rPr>
              <a:t>23. </a:t>
            </a:r>
            <a:r>
              <a:rPr sz="1200" b="1" dirty="0">
                <a:solidFill>
                  <a:srgbClr val="538235"/>
                </a:solidFill>
                <a:latin typeface="Tahoma"/>
                <a:cs typeface="Tahoma"/>
              </a:rPr>
              <a:t>List</a:t>
            </a:r>
            <a:r>
              <a:rPr sz="1200" b="1" spc="-50" dirty="0">
                <a:solidFill>
                  <a:srgbClr val="538235"/>
                </a:solidFill>
                <a:latin typeface="Tahoma"/>
                <a:cs typeface="Tahoma"/>
              </a:rPr>
              <a:t> </a:t>
            </a:r>
            <a:r>
              <a:rPr sz="1200" b="1" spc="-5" dirty="0">
                <a:solidFill>
                  <a:srgbClr val="538235"/>
                </a:solidFill>
                <a:latin typeface="Tahoma"/>
                <a:cs typeface="Tahoma"/>
              </a:rPr>
              <a:t>out</a:t>
            </a:r>
            <a:r>
              <a:rPr sz="1200" b="1" spc="-20" dirty="0">
                <a:solidFill>
                  <a:srgbClr val="538235"/>
                </a:solidFill>
                <a:latin typeface="Tahoma"/>
                <a:cs typeface="Tahoma"/>
              </a:rPr>
              <a:t> </a:t>
            </a:r>
            <a:r>
              <a:rPr sz="1200" b="1" spc="-5" dirty="0">
                <a:solidFill>
                  <a:srgbClr val="538235"/>
                </a:solidFill>
                <a:latin typeface="Tahoma"/>
                <a:cs typeface="Tahoma"/>
              </a:rPr>
              <a:t>the</a:t>
            </a:r>
            <a:r>
              <a:rPr sz="1200" b="1" spc="-15" dirty="0">
                <a:solidFill>
                  <a:srgbClr val="538235"/>
                </a:solidFill>
                <a:latin typeface="Tahoma"/>
                <a:cs typeface="Tahoma"/>
              </a:rPr>
              <a:t> </a:t>
            </a:r>
            <a:r>
              <a:rPr sz="1200" b="1" spc="-5" dirty="0">
                <a:solidFill>
                  <a:srgbClr val="538235"/>
                </a:solidFill>
                <a:latin typeface="Tahoma"/>
                <a:cs typeface="Tahoma"/>
              </a:rPr>
              <a:t>attacks</a:t>
            </a:r>
            <a:r>
              <a:rPr sz="1200" b="1" spc="-25" dirty="0">
                <a:solidFill>
                  <a:srgbClr val="538235"/>
                </a:solidFill>
                <a:latin typeface="Tahoma"/>
                <a:cs typeface="Tahoma"/>
              </a:rPr>
              <a:t> </a:t>
            </a:r>
            <a:r>
              <a:rPr sz="1200" b="1" dirty="0">
                <a:solidFill>
                  <a:srgbClr val="538235"/>
                </a:solidFill>
                <a:latin typeface="Tahoma"/>
                <a:cs typeface="Tahoma"/>
              </a:rPr>
              <a:t>to</a:t>
            </a:r>
            <a:r>
              <a:rPr sz="1200" b="1" spc="-20" dirty="0">
                <a:solidFill>
                  <a:srgbClr val="538235"/>
                </a:solidFill>
                <a:latin typeface="Tahoma"/>
                <a:cs typeface="Tahoma"/>
              </a:rPr>
              <a:t> </a:t>
            </a:r>
            <a:r>
              <a:rPr sz="1200" b="1" spc="-5" dirty="0">
                <a:solidFill>
                  <a:srgbClr val="538235"/>
                </a:solidFill>
                <a:latin typeface="Tahoma"/>
                <a:cs typeface="Tahoma"/>
              </a:rPr>
              <a:t>RSA.</a:t>
            </a:r>
            <a:endParaRPr sz="1200" dirty="0">
              <a:latin typeface="Tahoma"/>
              <a:cs typeface="Tahoma"/>
            </a:endParaRPr>
          </a:p>
          <a:p>
            <a:pPr marL="12700">
              <a:lnSpc>
                <a:spcPct val="100000"/>
              </a:lnSpc>
              <a:spcBef>
                <a:spcPts val="720"/>
              </a:spcBef>
            </a:pPr>
            <a:r>
              <a:rPr sz="1200" spc="-5" dirty="0">
                <a:solidFill>
                  <a:srgbClr val="538235"/>
                </a:solidFill>
                <a:latin typeface="Tahoma"/>
                <a:cs typeface="Tahoma"/>
              </a:rPr>
              <a:t>Brute</a:t>
            </a:r>
            <a:r>
              <a:rPr sz="1200" spc="15" dirty="0">
                <a:solidFill>
                  <a:srgbClr val="538235"/>
                </a:solidFill>
                <a:latin typeface="Tahoma"/>
                <a:cs typeface="Tahoma"/>
              </a:rPr>
              <a:t> </a:t>
            </a:r>
            <a:r>
              <a:rPr sz="1200" spc="-5" dirty="0">
                <a:solidFill>
                  <a:srgbClr val="538235"/>
                </a:solidFill>
                <a:latin typeface="Tahoma"/>
                <a:cs typeface="Tahoma"/>
              </a:rPr>
              <a:t>force</a:t>
            </a:r>
            <a:r>
              <a:rPr sz="1200" spc="5" dirty="0">
                <a:solidFill>
                  <a:srgbClr val="538235"/>
                </a:solidFill>
                <a:latin typeface="Tahoma"/>
                <a:cs typeface="Tahoma"/>
              </a:rPr>
              <a:t> </a:t>
            </a:r>
            <a:r>
              <a:rPr sz="1200" dirty="0">
                <a:solidFill>
                  <a:srgbClr val="538235"/>
                </a:solidFill>
                <a:latin typeface="Tahoma"/>
                <a:cs typeface="Tahoma"/>
              </a:rPr>
              <a:t>- </a:t>
            </a:r>
            <a:r>
              <a:rPr sz="1200" spc="-25" dirty="0">
                <a:solidFill>
                  <a:srgbClr val="538235"/>
                </a:solidFill>
                <a:latin typeface="Tahoma"/>
                <a:cs typeface="Tahoma"/>
              </a:rPr>
              <a:t>Trying</a:t>
            </a:r>
            <a:r>
              <a:rPr sz="1200" spc="15" dirty="0">
                <a:solidFill>
                  <a:srgbClr val="538235"/>
                </a:solidFill>
                <a:latin typeface="Tahoma"/>
                <a:cs typeface="Tahoma"/>
              </a:rPr>
              <a:t> </a:t>
            </a:r>
            <a:r>
              <a:rPr sz="1200" spc="-10" dirty="0">
                <a:solidFill>
                  <a:srgbClr val="538235"/>
                </a:solidFill>
                <a:latin typeface="Tahoma"/>
                <a:cs typeface="Tahoma"/>
              </a:rPr>
              <a:t>all</a:t>
            </a:r>
            <a:r>
              <a:rPr sz="1200" spc="20" dirty="0">
                <a:solidFill>
                  <a:srgbClr val="538235"/>
                </a:solidFill>
                <a:latin typeface="Tahoma"/>
                <a:cs typeface="Tahoma"/>
              </a:rPr>
              <a:t> </a:t>
            </a:r>
            <a:r>
              <a:rPr sz="1200" spc="-10" dirty="0">
                <a:solidFill>
                  <a:srgbClr val="538235"/>
                </a:solidFill>
                <a:latin typeface="Tahoma"/>
                <a:cs typeface="Tahoma"/>
              </a:rPr>
              <a:t>possible</a:t>
            </a:r>
            <a:r>
              <a:rPr sz="1200" spc="15" dirty="0">
                <a:solidFill>
                  <a:srgbClr val="538235"/>
                </a:solidFill>
                <a:latin typeface="Tahoma"/>
                <a:cs typeface="Tahoma"/>
              </a:rPr>
              <a:t> </a:t>
            </a:r>
            <a:r>
              <a:rPr sz="1200" spc="-10" dirty="0">
                <a:solidFill>
                  <a:srgbClr val="538235"/>
                </a:solidFill>
                <a:latin typeface="Tahoma"/>
                <a:cs typeface="Tahoma"/>
              </a:rPr>
              <a:t>private</a:t>
            </a:r>
            <a:r>
              <a:rPr sz="1200" spc="20" dirty="0">
                <a:solidFill>
                  <a:srgbClr val="538235"/>
                </a:solidFill>
                <a:latin typeface="Tahoma"/>
                <a:cs typeface="Tahoma"/>
              </a:rPr>
              <a:t> </a:t>
            </a:r>
            <a:r>
              <a:rPr sz="1200" spc="-5" dirty="0">
                <a:solidFill>
                  <a:srgbClr val="538235"/>
                </a:solidFill>
                <a:latin typeface="Tahoma"/>
                <a:cs typeface="Tahoma"/>
              </a:rPr>
              <a:t>keys.</a:t>
            </a:r>
            <a:endParaRPr sz="1200" dirty="0">
              <a:latin typeface="Tahoma"/>
              <a:cs typeface="Tahoma"/>
            </a:endParaRPr>
          </a:p>
          <a:p>
            <a:pPr marL="12700" marR="82550" algn="just">
              <a:lnSpc>
                <a:spcPct val="150000"/>
              </a:lnSpc>
              <a:spcBef>
                <a:spcPts val="5"/>
              </a:spcBef>
            </a:pPr>
            <a:r>
              <a:rPr sz="1200" spc="-5" dirty="0">
                <a:solidFill>
                  <a:srgbClr val="538235"/>
                </a:solidFill>
                <a:latin typeface="Tahoma"/>
                <a:cs typeface="Tahoma"/>
              </a:rPr>
              <a:t>Mathematical attacks </a:t>
            </a:r>
            <a:r>
              <a:rPr sz="1200" dirty="0">
                <a:solidFill>
                  <a:srgbClr val="538235"/>
                </a:solidFill>
                <a:latin typeface="Tahoma"/>
                <a:cs typeface="Tahoma"/>
              </a:rPr>
              <a:t>- </a:t>
            </a:r>
            <a:r>
              <a:rPr sz="1200" spc="-5" dirty="0">
                <a:solidFill>
                  <a:srgbClr val="538235"/>
                </a:solidFill>
                <a:latin typeface="Tahoma"/>
                <a:cs typeface="Tahoma"/>
              </a:rPr>
              <a:t>The approaches </a:t>
            </a:r>
            <a:r>
              <a:rPr sz="1200" dirty="0">
                <a:solidFill>
                  <a:srgbClr val="538235"/>
                </a:solidFill>
                <a:latin typeface="Tahoma"/>
                <a:cs typeface="Tahoma"/>
              </a:rPr>
              <a:t>to </a:t>
            </a:r>
            <a:r>
              <a:rPr sz="1200" spc="-10" dirty="0">
                <a:solidFill>
                  <a:srgbClr val="538235"/>
                </a:solidFill>
                <a:latin typeface="Tahoma"/>
                <a:cs typeface="Tahoma"/>
              </a:rPr>
              <a:t>factor </a:t>
            </a:r>
            <a:r>
              <a:rPr sz="1200" dirty="0">
                <a:solidFill>
                  <a:srgbClr val="538235"/>
                </a:solidFill>
                <a:latin typeface="Tahoma"/>
                <a:cs typeface="Tahoma"/>
              </a:rPr>
              <a:t>the product of two </a:t>
            </a:r>
            <a:r>
              <a:rPr sz="1200" spc="-5" dirty="0">
                <a:solidFill>
                  <a:srgbClr val="538235"/>
                </a:solidFill>
                <a:latin typeface="Tahoma"/>
                <a:cs typeface="Tahoma"/>
              </a:rPr>
              <a:t>prime numbers. </a:t>
            </a:r>
            <a:r>
              <a:rPr sz="1200" spc="-360" dirty="0">
                <a:solidFill>
                  <a:srgbClr val="538235"/>
                </a:solidFill>
                <a:latin typeface="Tahoma"/>
                <a:cs typeface="Tahoma"/>
              </a:rPr>
              <a:t> </a:t>
            </a:r>
            <a:r>
              <a:rPr sz="1200" spc="-10" dirty="0">
                <a:solidFill>
                  <a:srgbClr val="538235"/>
                </a:solidFill>
                <a:latin typeface="Tahoma"/>
                <a:cs typeface="Tahoma"/>
              </a:rPr>
              <a:t>Timing</a:t>
            </a:r>
            <a:r>
              <a:rPr sz="1200" spc="40" dirty="0">
                <a:solidFill>
                  <a:srgbClr val="538235"/>
                </a:solidFill>
                <a:latin typeface="Tahoma"/>
                <a:cs typeface="Tahoma"/>
              </a:rPr>
              <a:t> </a:t>
            </a:r>
            <a:r>
              <a:rPr sz="1200" spc="-5" dirty="0">
                <a:solidFill>
                  <a:srgbClr val="538235"/>
                </a:solidFill>
                <a:latin typeface="Tahoma"/>
                <a:cs typeface="Tahoma"/>
              </a:rPr>
              <a:t>attack</a:t>
            </a:r>
            <a:r>
              <a:rPr sz="1200" spc="-30" dirty="0">
                <a:solidFill>
                  <a:srgbClr val="538235"/>
                </a:solidFill>
                <a:latin typeface="Tahoma"/>
                <a:cs typeface="Tahoma"/>
              </a:rPr>
              <a:t> </a:t>
            </a:r>
            <a:r>
              <a:rPr sz="1200" dirty="0">
                <a:solidFill>
                  <a:srgbClr val="538235"/>
                </a:solidFill>
                <a:latin typeface="Tahoma"/>
                <a:cs typeface="Tahoma"/>
              </a:rPr>
              <a:t>-</a:t>
            </a:r>
            <a:r>
              <a:rPr sz="1200" spc="10" dirty="0">
                <a:solidFill>
                  <a:srgbClr val="538235"/>
                </a:solidFill>
                <a:latin typeface="Tahoma"/>
                <a:cs typeface="Tahoma"/>
              </a:rPr>
              <a:t> </a:t>
            </a:r>
            <a:r>
              <a:rPr sz="1200" spc="-5" dirty="0">
                <a:solidFill>
                  <a:srgbClr val="538235"/>
                </a:solidFill>
                <a:latin typeface="Tahoma"/>
                <a:cs typeface="Tahoma"/>
              </a:rPr>
              <a:t>Depends</a:t>
            </a:r>
            <a:r>
              <a:rPr sz="1200" dirty="0">
                <a:solidFill>
                  <a:srgbClr val="538235"/>
                </a:solidFill>
                <a:latin typeface="Tahoma"/>
                <a:cs typeface="Tahoma"/>
              </a:rPr>
              <a:t> on</a:t>
            </a:r>
            <a:r>
              <a:rPr sz="1200" spc="15" dirty="0">
                <a:solidFill>
                  <a:srgbClr val="538235"/>
                </a:solidFill>
                <a:latin typeface="Tahoma"/>
                <a:cs typeface="Tahoma"/>
              </a:rPr>
              <a:t> </a:t>
            </a:r>
            <a:r>
              <a:rPr sz="1200" dirty="0">
                <a:solidFill>
                  <a:srgbClr val="538235"/>
                </a:solidFill>
                <a:latin typeface="Tahoma"/>
                <a:cs typeface="Tahoma"/>
              </a:rPr>
              <a:t>the </a:t>
            </a:r>
            <a:r>
              <a:rPr sz="1200" spc="-5" dirty="0">
                <a:solidFill>
                  <a:srgbClr val="538235"/>
                </a:solidFill>
                <a:latin typeface="Tahoma"/>
                <a:cs typeface="Tahoma"/>
              </a:rPr>
              <a:t>running</a:t>
            </a:r>
            <a:r>
              <a:rPr sz="1200" spc="45" dirty="0">
                <a:solidFill>
                  <a:srgbClr val="538235"/>
                </a:solidFill>
                <a:latin typeface="Tahoma"/>
                <a:cs typeface="Tahoma"/>
              </a:rPr>
              <a:t> </a:t>
            </a:r>
            <a:r>
              <a:rPr sz="1200" spc="-5" dirty="0">
                <a:solidFill>
                  <a:srgbClr val="538235"/>
                </a:solidFill>
                <a:latin typeface="Tahoma"/>
                <a:cs typeface="Tahoma"/>
              </a:rPr>
              <a:t>time</a:t>
            </a:r>
            <a:r>
              <a:rPr sz="1200" spc="5" dirty="0">
                <a:solidFill>
                  <a:srgbClr val="538235"/>
                </a:solidFill>
                <a:latin typeface="Tahoma"/>
                <a:cs typeface="Tahoma"/>
              </a:rPr>
              <a:t> </a:t>
            </a:r>
            <a:r>
              <a:rPr sz="1200" dirty="0">
                <a:solidFill>
                  <a:srgbClr val="538235"/>
                </a:solidFill>
                <a:latin typeface="Tahoma"/>
                <a:cs typeface="Tahoma"/>
              </a:rPr>
              <a:t>of</a:t>
            </a:r>
            <a:r>
              <a:rPr sz="1200" spc="10" dirty="0">
                <a:solidFill>
                  <a:srgbClr val="538235"/>
                </a:solidFill>
                <a:latin typeface="Tahoma"/>
                <a:cs typeface="Tahoma"/>
              </a:rPr>
              <a:t> </a:t>
            </a:r>
            <a:r>
              <a:rPr sz="1200" dirty="0">
                <a:solidFill>
                  <a:srgbClr val="538235"/>
                </a:solidFill>
                <a:latin typeface="Tahoma"/>
                <a:cs typeface="Tahoma"/>
              </a:rPr>
              <a:t>the </a:t>
            </a:r>
            <a:r>
              <a:rPr sz="1200" spc="-5" dirty="0">
                <a:solidFill>
                  <a:srgbClr val="538235"/>
                </a:solidFill>
                <a:latin typeface="Tahoma"/>
                <a:cs typeface="Tahoma"/>
              </a:rPr>
              <a:t>decryption</a:t>
            </a:r>
            <a:r>
              <a:rPr sz="1200" spc="15" dirty="0">
                <a:solidFill>
                  <a:srgbClr val="538235"/>
                </a:solidFill>
                <a:latin typeface="Tahoma"/>
                <a:cs typeface="Tahoma"/>
              </a:rPr>
              <a:t> </a:t>
            </a:r>
            <a:r>
              <a:rPr sz="1200" spc="-5" dirty="0">
                <a:solidFill>
                  <a:srgbClr val="538235"/>
                </a:solidFill>
                <a:latin typeface="Tahoma"/>
                <a:cs typeface="Tahoma"/>
              </a:rPr>
              <a:t>algorithm.</a:t>
            </a:r>
            <a:endParaRPr sz="1200" dirty="0">
              <a:latin typeface="Tahoma"/>
              <a:cs typeface="Tahom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1127886"/>
            <a:ext cx="5758815" cy="6965561"/>
          </a:xfrm>
          <a:prstGeom prst="rect">
            <a:avLst/>
          </a:prstGeom>
        </p:spPr>
        <p:txBody>
          <a:bodyPr vert="horz" wrap="square" lIns="0" tIns="11430" rIns="0" bIns="0" rtlCol="0">
            <a:spAutoFit/>
          </a:bodyPr>
          <a:lstStyle/>
          <a:p>
            <a:pPr algn="ctr">
              <a:lnSpc>
                <a:spcPct val="100000"/>
              </a:lnSpc>
              <a:spcBef>
                <a:spcPts val="90"/>
              </a:spcBef>
            </a:pPr>
            <a:r>
              <a:rPr sz="1400" b="1" spc="-10" dirty="0">
                <a:solidFill>
                  <a:srgbClr val="538235"/>
                </a:solidFill>
                <a:latin typeface="Tahoma"/>
                <a:cs typeface="Tahoma"/>
              </a:rPr>
              <a:t>PART</a:t>
            </a:r>
            <a:r>
              <a:rPr sz="1400" b="1" spc="-65" dirty="0">
                <a:solidFill>
                  <a:srgbClr val="538235"/>
                </a:solidFill>
                <a:latin typeface="Tahoma"/>
                <a:cs typeface="Tahoma"/>
              </a:rPr>
              <a:t> </a:t>
            </a:r>
            <a:r>
              <a:rPr sz="1400" b="1" spc="-10" dirty="0">
                <a:solidFill>
                  <a:srgbClr val="538235"/>
                </a:solidFill>
                <a:latin typeface="Tahoma"/>
                <a:cs typeface="Tahoma"/>
              </a:rPr>
              <a:t>B</a:t>
            </a:r>
            <a:endParaRPr sz="1400" dirty="0">
              <a:latin typeface="Tahoma"/>
              <a:cs typeface="Tahoma"/>
            </a:endParaRPr>
          </a:p>
          <a:p>
            <a:pPr marL="12700" marR="722630" algn="just">
              <a:spcBef>
                <a:spcPts val="60"/>
              </a:spcBef>
            </a:pPr>
            <a:r>
              <a:rPr sz="1200" b="1" spc="-10" dirty="0">
                <a:solidFill>
                  <a:srgbClr val="538235"/>
                </a:solidFill>
                <a:latin typeface="Tahoma"/>
                <a:cs typeface="Tahoma"/>
              </a:rPr>
              <a:t>1.</a:t>
            </a:r>
            <a:r>
              <a:rPr lang="en-IN" sz="1200" b="1" spc="-10" dirty="0">
                <a:solidFill>
                  <a:srgbClr val="538235"/>
                </a:solidFill>
                <a:latin typeface="Tahoma"/>
                <a:cs typeface="Tahoma"/>
              </a:rPr>
              <a:t> </a:t>
            </a:r>
            <a:r>
              <a:rPr sz="1200" b="1" spc="-10" dirty="0">
                <a:solidFill>
                  <a:srgbClr val="538235"/>
                </a:solidFill>
                <a:latin typeface="Tahoma"/>
                <a:cs typeface="Tahoma"/>
              </a:rPr>
              <a:t>Users</a:t>
            </a:r>
            <a:r>
              <a:rPr sz="1200" b="1" spc="30" dirty="0">
                <a:solidFill>
                  <a:srgbClr val="538235"/>
                </a:solidFill>
                <a:latin typeface="Tahoma"/>
                <a:cs typeface="Tahoma"/>
              </a:rPr>
              <a:t> </a:t>
            </a:r>
            <a:r>
              <a:rPr sz="1200" b="1" spc="-10" dirty="0">
                <a:solidFill>
                  <a:srgbClr val="538235"/>
                </a:solidFill>
                <a:latin typeface="Tahoma"/>
                <a:cs typeface="Tahoma"/>
              </a:rPr>
              <a:t>Alice</a:t>
            </a:r>
            <a:r>
              <a:rPr sz="1200" b="1" spc="25" dirty="0">
                <a:solidFill>
                  <a:srgbClr val="538235"/>
                </a:solidFill>
                <a:latin typeface="Tahoma"/>
                <a:cs typeface="Tahoma"/>
              </a:rPr>
              <a:t> </a:t>
            </a:r>
            <a:r>
              <a:rPr sz="1200" b="1" spc="-5" dirty="0">
                <a:solidFill>
                  <a:srgbClr val="538235"/>
                </a:solidFill>
                <a:latin typeface="Tahoma"/>
                <a:cs typeface="Tahoma"/>
              </a:rPr>
              <a:t>and</a:t>
            </a:r>
            <a:r>
              <a:rPr sz="1200" b="1" spc="25" dirty="0">
                <a:solidFill>
                  <a:srgbClr val="538235"/>
                </a:solidFill>
                <a:latin typeface="Tahoma"/>
                <a:cs typeface="Tahoma"/>
              </a:rPr>
              <a:t> </a:t>
            </a:r>
            <a:r>
              <a:rPr sz="1200" b="1" spc="-5" dirty="0">
                <a:solidFill>
                  <a:srgbClr val="538235"/>
                </a:solidFill>
                <a:latin typeface="Tahoma"/>
                <a:cs typeface="Tahoma"/>
              </a:rPr>
              <a:t>Bob</a:t>
            </a:r>
            <a:r>
              <a:rPr sz="1200" b="1" spc="15" dirty="0">
                <a:solidFill>
                  <a:srgbClr val="538235"/>
                </a:solidFill>
                <a:latin typeface="Tahoma"/>
                <a:cs typeface="Tahoma"/>
              </a:rPr>
              <a:t> </a:t>
            </a:r>
            <a:r>
              <a:rPr sz="1200" b="1" spc="-5" dirty="0">
                <a:solidFill>
                  <a:srgbClr val="538235"/>
                </a:solidFill>
                <a:latin typeface="Tahoma"/>
                <a:cs typeface="Tahoma"/>
              </a:rPr>
              <a:t>use</a:t>
            </a:r>
            <a:r>
              <a:rPr sz="1200" b="1" spc="25" dirty="0">
                <a:solidFill>
                  <a:srgbClr val="538235"/>
                </a:solidFill>
                <a:latin typeface="Tahoma"/>
                <a:cs typeface="Tahoma"/>
              </a:rPr>
              <a:t> </a:t>
            </a:r>
            <a:r>
              <a:rPr sz="1200" b="1" dirty="0">
                <a:solidFill>
                  <a:srgbClr val="538235"/>
                </a:solidFill>
                <a:latin typeface="Tahoma"/>
                <a:cs typeface="Tahoma"/>
              </a:rPr>
              <a:t>the</a:t>
            </a:r>
            <a:r>
              <a:rPr sz="1200" b="1" spc="5" dirty="0">
                <a:solidFill>
                  <a:srgbClr val="538235"/>
                </a:solidFill>
                <a:latin typeface="Tahoma"/>
                <a:cs typeface="Tahoma"/>
              </a:rPr>
              <a:t> </a:t>
            </a:r>
            <a:r>
              <a:rPr sz="1200" b="1" spc="-10" dirty="0">
                <a:solidFill>
                  <a:srgbClr val="538235"/>
                </a:solidFill>
                <a:latin typeface="Tahoma"/>
                <a:cs typeface="Tahoma"/>
              </a:rPr>
              <a:t>Diffie</a:t>
            </a:r>
            <a:r>
              <a:rPr sz="1200" b="1" spc="35" dirty="0">
                <a:solidFill>
                  <a:srgbClr val="538235"/>
                </a:solidFill>
                <a:latin typeface="Tahoma"/>
                <a:cs typeface="Tahoma"/>
              </a:rPr>
              <a:t> </a:t>
            </a:r>
            <a:r>
              <a:rPr sz="1200" b="1" spc="-10" dirty="0">
                <a:solidFill>
                  <a:srgbClr val="538235"/>
                </a:solidFill>
                <a:latin typeface="Tahoma"/>
                <a:cs typeface="Tahoma"/>
              </a:rPr>
              <a:t>Hellman</a:t>
            </a:r>
            <a:r>
              <a:rPr sz="1200" b="1" spc="40" dirty="0">
                <a:solidFill>
                  <a:srgbClr val="538235"/>
                </a:solidFill>
                <a:latin typeface="Tahoma"/>
                <a:cs typeface="Tahoma"/>
              </a:rPr>
              <a:t> </a:t>
            </a:r>
            <a:r>
              <a:rPr sz="1200" b="1" spc="-5" dirty="0">
                <a:solidFill>
                  <a:srgbClr val="538235"/>
                </a:solidFill>
                <a:latin typeface="Tahoma"/>
                <a:cs typeface="Tahoma"/>
              </a:rPr>
              <a:t>key</a:t>
            </a:r>
            <a:r>
              <a:rPr sz="1200" b="1" spc="10" dirty="0">
                <a:solidFill>
                  <a:srgbClr val="538235"/>
                </a:solidFill>
                <a:latin typeface="Tahoma"/>
                <a:cs typeface="Tahoma"/>
              </a:rPr>
              <a:t> </a:t>
            </a:r>
            <a:r>
              <a:rPr sz="1200" b="1" spc="-5" dirty="0">
                <a:solidFill>
                  <a:srgbClr val="538235"/>
                </a:solidFill>
                <a:latin typeface="Tahoma"/>
                <a:cs typeface="Tahoma"/>
              </a:rPr>
              <a:t>exchange</a:t>
            </a:r>
            <a:r>
              <a:rPr lang="en-IN" sz="1200" b="1" spc="-5" dirty="0">
                <a:solidFill>
                  <a:srgbClr val="538235"/>
                </a:solidFill>
                <a:latin typeface="Tahoma"/>
                <a:cs typeface="Tahoma"/>
              </a:rPr>
              <a:t> </a:t>
            </a:r>
          </a:p>
          <a:p>
            <a:pPr marL="12700" marR="722630" algn="just">
              <a:spcBef>
                <a:spcPts val="60"/>
              </a:spcBef>
            </a:pPr>
            <a:r>
              <a:rPr lang="en-IN" sz="1200" b="1" spc="-5" dirty="0">
                <a:solidFill>
                  <a:srgbClr val="538235"/>
                </a:solidFill>
                <a:latin typeface="Tahoma"/>
                <a:cs typeface="Tahoma"/>
              </a:rPr>
              <a:t>    t</a:t>
            </a:r>
            <a:r>
              <a:rPr sz="1200" b="1" spc="-5" dirty="0" err="1">
                <a:solidFill>
                  <a:srgbClr val="538235"/>
                </a:solidFill>
                <a:latin typeface="Tahoma"/>
                <a:cs typeface="Tahoma"/>
              </a:rPr>
              <a:t>echnique</a:t>
            </a:r>
            <a:r>
              <a:rPr sz="1200" b="1" spc="40" dirty="0">
                <a:solidFill>
                  <a:srgbClr val="538235"/>
                </a:solidFill>
                <a:latin typeface="Tahoma"/>
                <a:cs typeface="Tahoma"/>
              </a:rPr>
              <a:t> </a:t>
            </a:r>
            <a:r>
              <a:rPr sz="1200" b="1" spc="-5" dirty="0">
                <a:solidFill>
                  <a:srgbClr val="538235"/>
                </a:solidFill>
                <a:latin typeface="Tahoma"/>
                <a:cs typeface="Tahoma"/>
              </a:rPr>
              <a:t>with </a:t>
            </a:r>
            <a:r>
              <a:rPr sz="1200" b="1" spc="-360" dirty="0">
                <a:solidFill>
                  <a:srgbClr val="538235"/>
                </a:solidFill>
                <a:latin typeface="Tahoma"/>
                <a:cs typeface="Tahoma"/>
              </a:rPr>
              <a:t> </a:t>
            </a:r>
            <a:r>
              <a:rPr sz="1200" b="1" spc="-5" dirty="0">
                <a:solidFill>
                  <a:srgbClr val="538235"/>
                </a:solidFill>
                <a:latin typeface="Tahoma"/>
                <a:cs typeface="Tahoma"/>
              </a:rPr>
              <a:t>common</a:t>
            </a:r>
            <a:r>
              <a:rPr sz="1200" b="1" spc="5" dirty="0">
                <a:solidFill>
                  <a:srgbClr val="538235"/>
                </a:solidFill>
                <a:latin typeface="Tahoma"/>
                <a:cs typeface="Tahoma"/>
              </a:rPr>
              <a:t> </a:t>
            </a:r>
            <a:r>
              <a:rPr sz="1200" b="1" spc="-5" dirty="0">
                <a:solidFill>
                  <a:srgbClr val="538235"/>
                </a:solidFill>
                <a:latin typeface="Tahoma"/>
                <a:cs typeface="Tahoma"/>
              </a:rPr>
              <a:t>prime</a:t>
            </a:r>
            <a:r>
              <a:rPr sz="1200" b="1" spc="25" dirty="0">
                <a:solidFill>
                  <a:srgbClr val="538235"/>
                </a:solidFill>
                <a:latin typeface="Tahoma"/>
                <a:cs typeface="Tahoma"/>
              </a:rPr>
              <a:t> </a:t>
            </a:r>
            <a:r>
              <a:rPr sz="1200" b="1" dirty="0">
                <a:solidFill>
                  <a:srgbClr val="538235"/>
                </a:solidFill>
                <a:latin typeface="Tahoma"/>
                <a:cs typeface="Tahoma"/>
              </a:rPr>
              <a:t>q</a:t>
            </a:r>
            <a:r>
              <a:rPr sz="1200" b="1" spc="-5" dirty="0">
                <a:solidFill>
                  <a:srgbClr val="538235"/>
                </a:solidFill>
                <a:latin typeface="Tahoma"/>
                <a:cs typeface="Tahoma"/>
              </a:rPr>
              <a:t> </a:t>
            </a:r>
            <a:r>
              <a:rPr sz="1200" b="1" dirty="0">
                <a:solidFill>
                  <a:srgbClr val="538235"/>
                </a:solidFill>
                <a:latin typeface="Tahoma"/>
                <a:cs typeface="Tahoma"/>
              </a:rPr>
              <a:t>=</a:t>
            </a:r>
            <a:r>
              <a:rPr sz="1200" b="1" spc="-5" dirty="0">
                <a:solidFill>
                  <a:srgbClr val="538235"/>
                </a:solidFill>
                <a:latin typeface="Tahoma"/>
                <a:cs typeface="Tahoma"/>
              </a:rPr>
              <a:t> 83</a:t>
            </a:r>
            <a:r>
              <a:rPr sz="1200" b="1" dirty="0">
                <a:solidFill>
                  <a:srgbClr val="538235"/>
                </a:solidFill>
                <a:latin typeface="Tahoma"/>
                <a:cs typeface="Tahoma"/>
              </a:rPr>
              <a:t> </a:t>
            </a:r>
            <a:r>
              <a:rPr sz="1200" b="1" spc="-5" dirty="0">
                <a:solidFill>
                  <a:srgbClr val="538235"/>
                </a:solidFill>
                <a:latin typeface="Tahoma"/>
                <a:cs typeface="Tahoma"/>
              </a:rPr>
              <a:t>and primitive</a:t>
            </a:r>
            <a:r>
              <a:rPr sz="1200" b="1" spc="30" dirty="0">
                <a:solidFill>
                  <a:srgbClr val="538235"/>
                </a:solidFill>
                <a:latin typeface="Tahoma"/>
                <a:cs typeface="Tahoma"/>
              </a:rPr>
              <a:t> </a:t>
            </a:r>
            <a:r>
              <a:rPr sz="1200" b="1" spc="-5" dirty="0">
                <a:solidFill>
                  <a:srgbClr val="538235"/>
                </a:solidFill>
                <a:latin typeface="Tahoma"/>
                <a:cs typeface="Tahoma"/>
              </a:rPr>
              <a:t>root</a:t>
            </a:r>
            <a:r>
              <a:rPr sz="1200" b="1" spc="5" dirty="0">
                <a:solidFill>
                  <a:srgbClr val="538235"/>
                </a:solidFill>
                <a:latin typeface="Tahoma"/>
                <a:cs typeface="Tahoma"/>
              </a:rPr>
              <a:t> </a:t>
            </a:r>
            <a:r>
              <a:rPr sz="1200" b="1" dirty="0">
                <a:solidFill>
                  <a:srgbClr val="538235"/>
                </a:solidFill>
                <a:latin typeface="Tahoma"/>
                <a:cs typeface="Tahoma"/>
              </a:rPr>
              <a:t>α</a:t>
            </a:r>
            <a:r>
              <a:rPr sz="1200" b="1" spc="-10" dirty="0">
                <a:solidFill>
                  <a:srgbClr val="538235"/>
                </a:solidFill>
                <a:latin typeface="Tahoma"/>
                <a:cs typeface="Tahoma"/>
              </a:rPr>
              <a:t> </a:t>
            </a:r>
            <a:r>
              <a:rPr sz="1200" b="1" dirty="0">
                <a:solidFill>
                  <a:srgbClr val="538235"/>
                </a:solidFill>
                <a:latin typeface="Tahoma"/>
                <a:cs typeface="Tahoma"/>
              </a:rPr>
              <a:t>= </a:t>
            </a:r>
            <a:r>
              <a:rPr sz="1200" b="1" spc="-5" dirty="0">
                <a:solidFill>
                  <a:srgbClr val="538235"/>
                </a:solidFill>
                <a:latin typeface="Tahoma"/>
                <a:cs typeface="Tahoma"/>
              </a:rPr>
              <a:t>5.</a:t>
            </a:r>
            <a:endParaRPr sz="1200" b="1" dirty="0">
              <a:latin typeface="Tahoma"/>
              <a:cs typeface="Tahoma"/>
            </a:endParaRPr>
          </a:p>
          <a:p>
            <a:pPr algn="just">
              <a:spcBef>
                <a:spcPts val="25"/>
              </a:spcBef>
            </a:pPr>
            <a:endParaRPr sz="1250" b="1" dirty="0">
              <a:latin typeface="Tahoma"/>
              <a:cs typeface="Tahoma"/>
            </a:endParaRPr>
          </a:p>
          <a:p>
            <a:pPr marL="213360" indent="-201295" algn="just">
              <a:buAutoNum type="romanLcParenBoth"/>
              <a:tabLst>
                <a:tab pos="213995" algn="l"/>
              </a:tabLst>
            </a:pPr>
            <a:r>
              <a:rPr sz="1200" b="1" dirty="0">
                <a:solidFill>
                  <a:srgbClr val="538235"/>
                </a:solidFill>
                <a:latin typeface="Tahoma"/>
                <a:cs typeface="Tahoma"/>
              </a:rPr>
              <a:t>If</a:t>
            </a:r>
            <a:r>
              <a:rPr sz="1200" b="1" spc="-15" dirty="0">
                <a:solidFill>
                  <a:srgbClr val="538235"/>
                </a:solidFill>
                <a:latin typeface="Tahoma"/>
                <a:cs typeface="Tahoma"/>
              </a:rPr>
              <a:t> </a:t>
            </a:r>
            <a:r>
              <a:rPr sz="1200" b="1" spc="-10" dirty="0">
                <a:solidFill>
                  <a:srgbClr val="538235"/>
                </a:solidFill>
                <a:latin typeface="Tahoma"/>
                <a:cs typeface="Tahoma"/>
              </a:rPr>
              <a:t>Alice</a:t>
            </a:r>
            <a:r>
              <a:rPr sz="1200" b="1" spc="20" dirty="0">
                <a:solidFill>
                  <a:srgbClr val="538235"/>
                </a:solidFill>
                <a:latin typeface="Tahoma"/>
                <a:cs typeface="Tahoma"/>
              </a:rPr>
              <a:t> </a:t>
            </a:r>
            <a:r>
              <a:rPr sz="1200" b="1" spc="-5" dirty="0">
                <a:solidFill>
                  <a:srgbClr val="538235"/>
                </a:solidFill>
                <a:latin typeface="Tahoma"/>
                <a:cs typeface="Tahoma"/>
              </a:rPr>
              <a:t>has</a:t>
            </a:r>
            <a:r>
              <a:rPr sz="1200" b="1" spc="20" dirty="0">
                <a:solidFill>
                  <a:srgbClr val="538235"/>
                </a:solidFill>
                <a:latin typeface="Tahoma"/>
                <a:cs typeface="Tahoma"/>
              </a:rPr>
              <a:t> </a:t>
            </a:r>
            <a:r>
              <a:rPr sz="1200" b="1" dirty="0">
                <a:solidFill>
                  <a:srgbClr val="538235"/>
                </a:solidFill>
                <a:latin typeface="Tahoma"/>
                <a:cs typeface="Tahoma"/>
              </a:rPr>
              <a:t>a</a:t>
            </a:r>
            <a:r>
              <a:rPr sz="1200" b="1" spc="-25" dirty="0">
                <a:solidFill>
                  <a:srgbClr val="538235"/>
                </a:solidFill>
                <a:latin typeface="Tahoma"/>
                <a:cs typeface="Tahoma"/>
              </a:rPr>
              <a:t> </a:t>
            </a:r>
            <a:r>
              <a:rPr sz="1200" b="1" spc="-5" dirty="0">
                <a:solidFill>
                  <a:srgbClr val="538235"/>
                </a:solidFill>
                <a:latin typeface="Tahoma"/>
                <a:cs typeface="Tahoma"/>
              </a:rPr>
              <a:t>private</a:t>
            </a:r>
            <a:r>
              <a:rPr sz="1200" b="1" spc="20" dirty="0">
                <a:solidFill>
                  <a:srgbClr val="538235"/>
                </a:solidFill>
                <a:latin typeface="Tahoma"/>
                <a:cs typeface="Tahoma"/>
              </a:rPr>
              <a:t> </a:t>
            </a:r>
            <a:r>
              <a:rPr sz="1200" b="1" spc="-5" dirty="0">
                <a:solidFill>
                  <a:srgbClr val="538235"/>
                </a:solidFill>
                <a:latin typeface="Tahoma"/>
                <a:cs typeface="Tahoma"/>
              </a:rPr>
              <a:t>key</a:t>
            </a:r>
            <a:r>
              <a:rPr sz="1200" b="1" spc="-15" dirty="0">
                <a:solidFill>
                  <a:srgbClr val="538235"/>
                </a:solidFill>
                <a:latin typeface="Tahoma"/>
                <a:cs typeface="Tahoma"/>
              </a:rPr>
              <a:t> </a:t>
            </a:r>
            <a:r>
              <a:rPr sz="1200" b="1" spc="-5" dirty="0">
                <a:solidFill>
                  <a:srgbClr val="538235"/>
                </a:solidFill>
                <a:latin typeface="Tahoma"/>
                <a:cs typeface="Tahoma"/>
              </a:rPr>
              <a:t>as</a:t>
            </a:r>
            <a:r>
              <a:rPr sz="1200" b="1" dirty="0">
                <a:solidFill>
                  <a:srgbClr val="538235"/>
                </a:solidFill>
                <a:latin typeface="Tahoma"/>
                <a:cs typeface="Tahoma"/>
              </a:rPr>
              <a:t> </a:t>
            </a:r>
            <a:r>
              <a:rPr sz="1200" b="1" spc="-5" dirty="0">
                <a:solidFill>
                  <a:srgbClr val="538235"/>
                </a:solidFill>
                <a:latin typeface="Tahoma"/>
                <a:cs typeface="Tahoma"/>
              </a:rPr>
              <a:t>6,</a:t>
            </a:r>
            <a:r>
              <a:rPr sz="1200" b="1" spc="5" dirty="0">
                <a:solidFill>
                  <a:srgbClr val="538235"/>
                </a:solidFill>
                <a:latin typeface="Tahoma"/>
                <a:cs typeface="Tahoma"/>
              </a:rPr>
              <a:t> </a:t>
            </a:r>
            <a:r>
              <a:rPr sz="1200" b="1" spc="-5" dirty="0">
                <a:solidFill>
                  <a:srgbClr val="538235"/>
                </a:solidFill>
                <a:latin typeface="Tahoma"/>
                <a:cs typeface="Tahoma"/>
              </a:rPr>
              <a:t>what</a:t>
            </a:r>
            <a:r>
              <a:rPr sz="1200" b="1" spc="20" dirty="0">
                <a:solidFill>
                  <a:srgbClr val="538235"/>
                </a:solidFill>
                <a:latin typeface="Tahoma"/>
                <a:cs typeface="Tahoma"/>
              </a:rPr>
              <a:t> </a:t>
            </a:r>
            <a:r>
              <a:rPr sz="1200" b="1" spc="-10" dirty="0">
                <a:solidFill>
                  <a:srgbClr val="538235"/>
                </a:solidFill>
                <a:latin typeface="Tahoma"/>
                <a:cs typeface="Tahoma"/>
              </a:rPr>
              <a:t>is</a:t>
            </a:r>
            <a:r>
              <a:rPr sz="1200" b="1" dirty="0">
                <a:solidFill>
                  <a:srgbClr val="538235"/>
                </a:solidFill>
                <a:latin typeface="Tahoma"/>
                <a:cs typeface="Tahoma"/>
              </a:rPr>
              <a:t> </a:t>
            </a:r>
            <a:r>
              <a:rPr sz="1200" b="1" spc="-5" dirty="0">
                <a:solidFill>
                  <a:srgbClr val="538235"/>
                </a:solidFill>
                <a:latin typeface="Tahoma"/>
                <a:cs typeface="Tahoma"/>
              </a:rPr>
              <a:t>public</a:t>
            </a:r>
            <a:r>
              <a:rPr sz="1200" b="1" spc="5" dirty="0">
                <a:solidFill>
                  <a:srgbClr val="538235"/>
                </a:solidFill>
                <a:latin typeface="Tahoma"/>
                <a:cs typeface="Tahoma"/>
              </a:rPr>
              <a:t> </a:t>
            </a:r>
            <a:r>
              <a:rPr sz="1200" b="1" spc="-5" dirty="0">
                <a:solidFill>
                  <a:srgbClr val="538235"/>
                </a:solidFill>
                <a:latin typeface="Tahoma"/>
                <a:cs typeface="Tahoma"/>
              </a:rPr>
              <a:t>key</a:t>
            </a:r>
            <a:r>
              <a:rPr sz="1200" b="1" spc="5" dirty="0">
                <a:solidFill>
                  <a:srgbClr val="538235"/>
                </a:solidFill>
                <a:latin typeface="Tahoma"/>
                <a:cs typeface="Tahoma"/>
              </a:rPr>
              <a:t> </a:t>
            </a:r>
            <a:r>
              <a:rPr sz="1200" b="1" spc="-5" dirty="0">
                <a:solidFill>
                  <a:srgbClr val="538235"/>
                </a:solidFill>
                <a:latin typeface="Tahoma"/>
                <a:cs typeface="Tahoma"/>
              </a:rPr>
              <a:t>of</a:t>
            </a:r>
            <a:r>
              <a:rPr sz="1200" b="1" spc="-10" dirty="0">
                <a:solidFill>
                  <a:srgbClr val="538235"/>
                </a:solidFill>
                <a:latin typeface="Tahoma"/>
                <a:cs typeface="Tahoma"/>
              </a:rPr>
              <a:t> Alice?</a:t>
            </a:r>
            <a:endParaRPr sz="1200" b="1" dirty="0">
              <a:latin typeface="Tahoma"/>
              <a:cs typeface="Tahoma"/>
            </a:endParaRPr>
          </a:p>
          <a:p>
            <a:pPr algn="just">
              <a:spcBef>
                <a:spcPts val="5"/>
              </a:spcBef>
              <a:buClr>
                <a:srgbClr val="538235"/>
              </a:buClr>
              <a:buFont typeface="Tahoma"/>
              <a:buAutoNum type="romanLcParenBoth"/>
            </a:pPr>
            <a:endParaRPr sz="1250" b="1" dirty="0">
              <a:latin typeface="Tahoma"/>
              <a:cs typeface="Tahoma"/>
            </a:endParaRPr>
          </a:p>
          <a:p>
            <a:pPr marL="247015" indent="-234950" algn="just">
              <a:buAutoNum type="romanLcParenBoth"/>
              <a:tabLst>
                <a:tab pos="247650" algn="l"/>
              </a:tabLst>
            </a:pPr>
            <a:r>
              <a:rPr sz="1200" b="1" dirty="0">
                <a:solidFill>
                  <a:srgbClr val="538235"/>
                </a:solidFill>
                <a:latin typeface="Tahoma"/>
                <a:cs typeface="Tahoma"/>
              </a:rPr>
              <a:t>If</a:t>
            </a:r>
            <a:r>
              <a:rPr sz="1200" b="1" spc="5" dirty="0">
                <a:solidFill>
                  <a:srgbClr val="538235"/>
                </a:solidFill>
                <a:latin typeface="Tahoma"/>
                <a:cs typeface="Tahoma"/>
              </a:rPr>
              <a:t> </a:t>
            </a:r>
            <a:r>
              <a:rPr sz="1200" b="1" spc="-5" dirty="0">
                <a:solidFill>
                  <a:srgbClr val="538235"/>
                </a:solidFill>
                <a:latin typeface="Tahoma"/>
                <a:cs typeface="Tahoma"/>
              </a:rPr>
              <a:t>Bob</a:t>
            </a:r>
            <a:r>
              <a:rPr sz="1200" b="1" spc="15" dirty="0">
                <a:solidFill>
                  <a:srgbClr val="538235"/>
                </a:solidFill>
                <a:latin typeface="Tahoma"/>
                <a:cs typeface="Tahoma"/>
              </a:rPr>
              <a:t> </a:t>
            </a:r>
            <a:r>
              <a:rPr sz="1200" b="1" spc="-5" dirty="0">
                <a:solidFill>
                  <a:srgbClr val="538235"/>
                </a:solidFill>
                <a:latin typeface="Tahoma"/>
                <a:cs typeface="Tahoma"/>
              </a:rPr>
              <a:t>has</a:t>
            </a:r>
            <a:r>
              <a:rPr sz="1200" b="1" dirty="0">
                <a:solidFill>
                  <a:srgbClr val="538235"/>
                </a:solidFill>
                <a:latin typeface="Tahoma"/>
                <a:cs typeface="Tahoma"/>
              </a:rPr>
              <a:t> a </a:t>
            </a:r>
            <a:r>
              <a:rPr sz="1200" b="1" spc="-5" dirty="0">
                <a:solidFill>
                  <a:srgbClr val="538235"/>
                </a:solidFill>
                <a:latin typeface="Tahoma"/>
                <a:cs typeface="Tahoma"/>
              </a:rPr>
              <a:t>private</a:t>
            </a:r>
            <a:r>
              <a:rPr sz="1200" b="1" spc="-15" dirty="0">
                <a:solidFill>
                  <a:srgbClr val="538235"/>
                </a:solidFill>
                <a:latin typeface="Tahoma"/>
                <a:cs typeface="Tahoma"/>
              </a:rPr>
              <a:t> </a:t>
            </a:r>
            <a:r>
              <a:rPr sz="1200" b="1" spc="-5" dirty="0">
                <a:solidFill>
                  <a:srgbClr val="538235"/>
                </a:solidFill>
                <a:latin typeface="Tahoma"/>
                <a:cs typeface="Tahoma"/>
              </a:rPr>
              <a:t>key</a:t>
            </a:r>
            <a:r>
              <a:rPr sz="1200" b="1" spc="10" dirty="0">
                <a:solidFill>
                  <a:srgbClr val="538235"/>
                </a:solidFill>
                <a:latin typeface="Tahoma"/>
                <a:cs typeface="Tahoma"/>
              </a:rPr>
              <a:t> </a:t>
            </a:r>
            <a:r>
              <a:rPr sz="1200" b="1" spc="-5" dirty="0">
                <a:solidFill>
                  <a:srgbClr val="538235"/>
                </a:solidFill>
                <a:latin typeface="Tahoma"/>
                <a:cs typeface="Tahoma"/>
              </a:rPr>
              <a:t>as</a:t>
            </a:r>
            <a:r>
              <a:rPr sz="1200" b="1" dirty="0">
                <a:solidFill>
                  <a:srgbClr val="538235"/>
                </a:solidFill>
                <a:latin typeface="Tahoma"/>
                <a:cs typeface="Tahoma"/>
              </a:rPr>
              <a:t> </a:t>
            </a:r>
            <a:r>
              <a:rPr sz="1200" b="1" spc="-5" dirty="0">
                <a:solidFill>
                  <a:srgbClr val="538235"/>
                </a:solidFill>
                <a:latin typeface="Tahoma"/>
                <a:cs typeface="Tahoma"/>
              </a:rPr>
              <a:t>10</a:t>
            </a:r>
            <a:r>
              <a:rPr sz="1200" b="1" dirty="0">
                <a:solidFill>
                  <a:srgbClr val="538235"/>
                </a:solidFill>
                <a:latin typeface="Tahoma"/>
                <a:cs typeface="Tahoma"/>
              </a:rPr>
              <a:t> ,</a:t>
            </a:r>
            <a:r>
              <a:rPr sz="1200" b="1" spc="-25" dirty="0">
                <a:solidFill>
                  <a:srgbClr val="538235"/>
                </a:solidFill>
                <a:latin typeface="Tahoma"/>
                <a:cs typeface="Tahoma"/>
              </a:rPr>
              <a:t> </a:t>
            </a:r>
            <a:r>
              <a:rPr sz="1200" b="1" spc="-5" dirty="0">
                <a:solidFill>
                  <a:srgbClr val="538235"/>
                </a:solidFill>
                <a:latin typeface="Tahoma"/>
                <a:cs typeface="Tahoma"/>
              </a:rPr>
              <a:t>what</a:t>
            </a:r>
            <a:r>
              <a:rPr sz="1200" b="1" spc="5" dirty="0">
                <a:solidFill>
                  <a:srgbClr val="538235"/>
                </a:solidFill>
                <a:latin typeface="Tahoma"/>
                <a:cs typeface="Tahoma"/>
              </a:rPr>
              <a:t> </a:t>
            </a:r>
            <a:r>
              <a:rPr sz="1200" b="1" spc="-10" dirty="0">
                <a:solidFill>
                  <a:srgbClr val="538235"/>
                </a:solidFill>
                <a:latin typeface="Tahoma"/>
                <a:cs typeface="Tahoma"/>
              </a:rPr>
              <a:t>is</a:t>
            </a:r>
            <a:r>
              <a:rPr sz="1200" b="1" dirty="0">
                <a:solidFill>
                  <a:srgbClr val="538235"/>
                </a:solidFill>
                <a:latin typeface="Tahoma"/>
                <a:cs typeface="Tahoma"/>
              </a:rPr>
              <a:t> the</a:t>
            </a:r>
            <a:r>
              <a:rPr sz="1200" b="1" spc="5" dirty="0">
                <a:solidFill>
                  <a:srgbClr val="538235"/>
                </a:solidFill>
                <a:latin typeface="Tahoma"/>
                <a:cs typeface="Tahoma"/>
              </a:rPr>
              <a:t> </a:t>
            </a:r>
            <a:r>
              <a:rPr sz="1200" b="1" spc="-5" dirty="0">
                <a:solidFill>
                  <a:srgbClr val="538235"/>
                </a:solidFill>
                <a:latin typeface="Tahoma"/>
                <a:cs typeface="Tahoma"/>
              </a:rPr>
              <a:t>public</a:t>
            </a:r>
            <a:r>
              <a:rPr sz="1200" b="1" dirty="0">
                <a:solidFill>
                  <a:srgbClr val="538235"/>
                </a:solidFill>
                <a:latin typeface="Tahoma"/>
                <a:cs typeface="Tahoma"/>
              </a:rPr>
              <a:t> </a:t>
            </a:r>
            <a:r>
              <a:rPr sz="1200" b="1" spc="-5" dirty="0">
                <a:solidFill>
                  <a:srgbClr val="538235"/>
                </a:solidFill>
                <a:latin typeface="Tahoma"/>
                <a:cs typeface="Tahoma"/>
              </a:rPr>
              <a:t>key</a:t>
            </a:r>
            <a:r>
              <a:rPr sz="1200" b="1" spc="10" dirty="0">
                <a:solidFill>
                  <a:srgbClr val="538235"/>
                </a:solidFill>
                <a:latin typeface="Tahoma"/>
                <a:cs typeface="Tahoma"/>
              </a:rPr>
              <a:t> </a:t>
            </a:r>
            <a:r>
              <a:rPr sz="1200" b="1" spc="-5" dirty="0">
                <a:solidFill>
                  <a:srgbClr val="538235"/>
                </a:solidFill>
                <a:latin typeface="Tahoma"/>
                <a:cs typeface="Tahoma"/>
              </a:rPr>
              <a:t>of</a:t>
            </a:r>
            <a:r>
              <a:rPr sz="1200" b="1" spc="10" dirty="0">
                <a:solidFill>
                  <a:srgbClr val="538235"/>
                </a:solidFill>
                <a:latin typeface="Tahoma"/>
                <a:cs typeface="Tahoma"/>
              </a:rPr>
              <a:t> </a:t>
            </a:r>
            <a:r>
              <a:rPr sz="1200" b="1" spc="-5" dirty="0">
                <a:solidFill>
                  <a:srgbClr val="538235"/>
                </a:solidFill>
                <a:latin typeface="Tahoma"/>
                <a:cs typeface="Tahoma"/>
              </a:rPr>
              <a:t>Bob?</a:t>
            </a:r>
            <a:endParaRPr sz="1200" b="1" dirty="0">
              <a:latin typeface="Tahoma"/>
              <a:cs typeface="Tahoma"/>
            </a:endParaRPr>
          </a:p>
          <a:p>
            <a:pPr algn="just">
              <a:spcBef>
                <a:spcPts val="5"/>
              </a:spcBef>
              <a:buClr>
                <a:srgbClr val="538235"/>
              </a:buClr>
              <a:buFont typeface="Tahoma"/>
              <a:buAutoNum type="romanLcParenBoth"/>
            </a:pPr>
            <a:endParaRPr sz="1250" b="1" dirty="0">
              <a:latin typeface="Tahoma"/>
              <a:cs typeface="Tahoma"/>
            </a:endParaRPr>
          </a:p>
          <a:p>
            <a:pPr marL="283845" indent="-271780" algn="just">
              <a:buAutoNum type="romanLcParenBoth"/>
              <a:tabLst>
                <a:tab pos="284480" algn="l"/>
              </a:tabLst>
            </a:pPr>
            <a:r>
              <a:rPr sz="1200" b="1" spc="-5" dirty="0">
                <a:solidFill>
                  <a:srgbClr val="538235"/>
                </a:solidFill>
                <a:latin typeface="Tahoma"/>
                <a:cs typeface="Tahoma"/>
              </a:rPr>
              <a:t>What</a:t>
            </a:r>
            <a:r>
              <a:rPr sz="1200" b="1" spc="-20" dirty="0">
                <a:solidFill>
                  <a:srgbClr val="538235"/>
                </a:solidFill>
                <a:latin typeface="Tahoma"/>
                <a:cs typeface="Tahoma"/>
              </a:rPr>
              <a:t> </a:t>
            </a:r>
            <a:r>
              <a:rPr sz="1200" b="1" spc="-10" dirty="0">
                <a:solidFill>
                  <a:srgbClr val="538235"/>
                </a:solidFill>
                <a:latin typeface="Tahoma"/>
                <a:cs typeface="Tahoma"/>
              </a:rPr>
              <a:t>is</a:t>
            </a:r>
            <a:r>
              <a:rPr sz="1200" b="1" spc="15" dirty="0">
                <a:solidFill>
                  <a:srgbClr val="538235"/>
                </a:solidFill>
                <a:latin typeface="Tahoma"/>
                <a:cs typeface="Tahoma"/>
              </a:rPr>
              <a:t> </a:t>
            </a:r>
            <a:r>
              <a:rPr sz="1200" b="1" dirty="0">
                <a:solidFill>
                  <a:srgbClr val="538235"/>
                </a:solidFill>
                <a:latin typeface="Tahoma"/>
                <a:cs typeface="Tahoma"/>
              </a:rPr>
              <a:t>the</a:t>
            </a:r>
            <a:r>
              <a:rPr sz="1200" b="1" spc="-5" dirty="0">
                <a:solidFill>
                  <a:srgbClr val="538235"/>
                </a:solidFill>
                <a:latin typeface="Tahoma"/>
                <a:cs typeface="Tahoma"/>
              </a:rPr>
              <a:t> shared</a:t>
            </a:r>
            <a:r>
              <a:rPr sz="1200" b="1" dirty="0">
                <a:solidFill>
                  <a:srgbClr val="538235"/>
                </a:solidFill>
                <a:latin typeface="Tahoma"/>
                <a:cs typeface="Tahoma"/>
              </a:rPr>
              <a:t> </a:t>
            </a:r>
            <a:r>
              <a:rPr sz="1200" b="1" spc="-10" dirty="0">
                <a:solidFill>
                  <a:srgbClr val="538235"/>
                </a:solidFill>
                <a:latin typeface="Tahoma"/>
                <a:cs typeface="Tahoma"/>
              </a:rPr>
              <a:t>secret</a:t>
            </a:r>
            <a:r>
              <a:rPr sz="1200" b="1" spc="30" dirty="0">
                <a:solidFill>
                  <a:srgbClr val="538235"/>
                </a:solidFill>
                <a:latin typeface="Tahoma"/>
                <a:cs typeface="Tahoma"/>
              </a:rPr>
              <a:t> </a:t>
            </a:r>
            <a:r>
              <a:rPr sz="1200" b="1" spc="-5" dirty="0">
                <a:solidFill>
                  <a:srgbClr val="538235"/>
                </a:solidFill>
                <a:latin typeface="Tahoma"/>
                <a:cs typeface="Tahoma"/>
              </a:rPr>
              <a:t>key?</a:t>
            </a:r>
            <a:endParaRPr lang="en-IN" sz="1200" b="1" spc="-5" dirty="0">
              <a:solidFill>
                <a:srgbClr val="538235"/>
              </a:solidFill>
              <a:latin typeface="Tahoma"/>
              <a:cs typeface="Tahoma"/>
            </a:endParaRPr>
          </a:p>
          <a:p>
            <a:pPr marL="12065" algn="just">
              <a:tabLst>
                <a:tab pos="284480" algn="l"/>
              </a:tabLst>
            </a:pPr>
            <a:endParaRPr sz="1200" b="1" dirty="0">
              <a:latin typeface="Tahoma"/>
              <a:cs typeface="Tahoma"/>
            </a:endParaRPr>
          </a:p>
          <a:p>
            <a:pPr marL="12700" marR="313055" algn="just">
              <a:lnSpc>
                <a:spcPct val="150000"/>
              </a:lnSpc>
              <a:spcBef>
                <a:spcPts val="25"/>
              </a:spcBef>
              <a:buSzPct val="91666"/>
              <a:buAutoNum type="arabicPeriod" startAt="2"/>
              <a:tabLst>
                <a:tab pos="142240" algn="l"/>
              </a:tabLst>
            </a:pPr>
            <a:r>
              <a:rPr lang="en-IN" sz="1200" b="1" spc="-5" dirty="0">
                <a:solidFill>
                  <a:srgbClr val="538235"/>
                </a:solidFill>
                <a:latin typeface="Tahoma"/>
                <a:cs typeface="Tahoma"/>
              </a:rPr>
              <a:t> </a:t>
            </a:r>
            <a:r>
              <a:rPr sz="1200" b="1" spc="-5" dirty="0">
                <a:solidFill>
                  <a:srgbClr val="538235"/>
                </a:solidFill>
                <a:latin typeface="Tahoma"/>
                <a:cs typeface="Tahoma"/>
              </a:rPr>
              <a:t>Users </a:t>
            </a:r>
            <a:r>
              <a:rPr sz="1200" b="1" dirty="0">
                <a:solidFill>
                  <a:srgbClr val="538235"/>
                </a:solidFill>
                <a:latin typeface="Tahoma"/>
                <a:cs typeface="Tahoma"/>
              </a:rPr>
              <a:t>A </a:t>
            </a:r>
            <a:r>
              <a:rPr sz="1200" b="1" spc="-5" dirty="0">
                <a:solidFill>
                  <a:srgbClr val="538235"/>
                </a:solidFill>
                <a:latin typeface="Tahoma"/>
                <a:cs typeface="Tahoma"/>
              </a:rPr>
              <a:t>and </a:t>
            </a:r>
            <a:r>
              <a:rPr sz="1200" b="1" dirty="0">
                <a:solidFill>
                  <a:srgbClr val="538235"/>
                </a:solidFill>
                <a:latin typeface="Tahoma"/>
                <a:cs typeface="Tahoma"/>
              </a:rPr>
              <a:t>B </a:t>
            </a:r>
            <a:r>
              <a:rPr sz="1200" b="1" spc="-5" dirty="0">
                <a:solidFill>
                  <a:srgbClr val="538235"/>
                </a:solidFill>
                <a:latin typeface="Tahoma"/>
                <a:cs typeface="Tahoma"/>
              </a:rPr>
              <a:t>use </a:t>
            </a:r>
            <a:r>
              <a:rPr sz="1200" b="1" dirty="0">
                <a:solidFill>
                  <a:srgbClr val="538235"/>
                </a:solidFill>
                <a:latin typeface="Tahoma"/>
                <a:cs typeface="Tahoma"/>
              </a:rPr>
              <a:t>the </a:t>
            </a:r>
            <a:r>
              <a:rPr sz="1200" b="1" spc="-10" dirty="0">
                <a:solidFill>
                  <a:srgbClr val="538235"/>
                </a:solidFill>
                <a:latin typeface="Tahoma"/>
                <a:cs typeface="Tahoma"/>
              </a:rPr>
              <a:t>Diffie-Hellman</a:t>
            </a:r>
            <a:r>
              <a:rPr sz="1200" b="1" spc="355" dirty="0">
                <a:solidFill>
                  <a:srgbClr val="538235"/>
                </a:solidFill>
                <a:latin typeface="Tahoma"/>
                <a:cs typeface="Tahoma"/>
              </a:rPr>
              <a:t> </a:t>
            </a:r>
            <a:r>
              <a:rPr sz="1200" b="1" spc="-5" dirty="0">
                <a:solidFill>
                  <a:srgbClr val="538235"/>
                </a:solidFill>
                <a:latin typeface="Tahoma"/>
                <a:cs typeface="Tahoma"/>
              </a:rPr>
              <a:t>key exchange technique, </a:t>
            </a:r>
            <a:r>
              <a:rPr sz="1200" b="1" dirty="0">
                <a:solidFill>
                  <a:srgbClr val="538235"/>
                </a:solidFill>
                <a:latin typeface="Tahoma"/>
                <a:cs typeface="Tahoma"/>
              </a:rPr>
              <a:t>a </a:t>
            </a:r>
            <a:r>
              <a:rPr sz="1200" b="1" spc="-5" dirty="0">
                <a:solidFill>
                  <a:srgbClr val="538235"/>
                </a:solidFill>
                <a:latin typeface="Tahoma"/>
                <a:cs typeface="Tahoma"/>
              </a:rPr>
              <a:t>common </a:t>
            </a:r>
            <a:r>
              <a:rPr sz="1200" b="1" dirty="0">
                <a:solidFill>
                  <a:srgbClr val="538235"/>
                </a:solidFill>
                <a:latin typeface="Tahoma"/>
                <a:cs typeface="Tahoma"/>
              </a:rPr>
              <a:t> </a:t>
            </a:r>
            <a:r>
              <a:rPr sz="1200" b="1" spc="-5" dirty="0">
                <a:solidFill>
                  <a:srgbClr val="538235"/>
                </a:solidFill>
                <a:latin typeface="Tahoma"/>
                <a:cs typeface="Tahoma"/>
              </a:rPr>
              <a:t>prime</a:t>
            </a:r>
            <a:r>
              <a:rPr sz="1200" b="1" spc="25" dirty="0">
                <a:solidFill>
                  <a:srgbClr val="538235"/>
                </a:solidFill>
                <a:latin typeface="Tahoma"/>
                <a:cs typeface="Tahoma"/>
              </a:rPr>
              <a:t> </a:t>
            </a:r>
            <a:r>
              <a:rPr sz="1200" b="1" spc="-5" dirty="0">
                <a:solidFill>
                  <a:srgbClr val="538235"/>
                </a:solidFill>
                <a:latin typeface="Tahoma"/>
                <a:cs typeface="Tahoma"/>
              </a:rPr>
              <a:t>p=71</a:t>
            </a:r>
            <a:r>
              <a:rPr sz="1200" b="1" dirty="0">
                <a:solidFill>
                  <a:srgbClr val="538235"/>
                </a:solidFill>
                <a:latin typeface="Tahoma"/>
                <a:cs typeface="Tahoma"/>
              </a:rPr>
              <a:t> </a:t>
            </a:r>
            <a:r>
              <a:rPr sz="1200" b="1" spc="-5" dirty="0">
                <a:solidFill>
                  <a:srgbClr val="538235"/>
                </a:solidFill>
                <a:latin typeface="Tahoma"/>
                <a:cs typeface="Tahoma"/>
              </a:rPr>
              <a:t>and </a:t>
            </a:r>
            <a:r>
              <a:rPr sz="1200" b="1" dirty="0">
                <a:solidFill>
                  <a:srgbClr val="538235"/>
                </a:solidFill>
                <a:latin typeface="Tahoma"/>
                <a:cs typeface="Tahoma"/>
              </a:rPr>
              <a:t>a</a:t>
            </a:r>
            <a:r>
              <a:rPr sz="1200" b="1" spc="5" dirty="0">
                <a:solidFill>
                  <a:srgbClr val="538235"/>
                </a:solidFill>
                <a:latin typeface="Tahoma"/>
                <a:cs typeface="Tahoma"/>
              </a:rPr>
              <a:t> </a:t>
            </a:r>
            <a:r>
              <a:rPr sz="1200" b="1" spc="-5" dirty="0">
                <a:solidFill>
                  <a:srgbClr val="538235"/>
                </a:solidFill>
                <a:latin typeface="Tahoma"/>
                <a:cs typeface="Tahoma"/>
              </a:rPr>
              <a:t>primitive</a:t>
            </a:r>
            <a:r>
              <a:rPr sz="1200" b="1" spc="35" dirty="0">
                <a:solidFill>
                  <a:srgbClr val="538235"/>
                </a:solidFill>
                <a:latin typeface="Tahoma"/>
                <a:cs typeface="Tahoma"/>
              </a:rPr>
              <a:t> </a:t>
            </a:r>
            <a:r>
              <a:rPr sz="1200" b="1" spc="-5" dirty="0">
                <a:solidFill>
                  <a:srgbClr val="538235"/>
                </a:solidFill>
                <a:latin typeface="Tahoma"/>
                <a:cs typeface="Tahoma"/>
              </a:rPr>
              <a:t>root</a:t>
            </a:r>
            <a:r>
              <a:rPr sz="1200" b="1" spc="-15" dirty="0">
                <a:solidFill>
                  <a:srgbClr val="538235"/>
                </a:solidFill>
                <a:latin typeface="Tahoma"/>
                <a:cs typeface="Tahoma"/>
              </a:rPr>
              <a:t> </a:t>
            </a:r>
            <a:r>
              <a:rPr sz="1200" b="1" spc="-5" dirty="0">
                <a:solidFill>
                  <a:srgbClr val="538235"/>
                </a:solidFill>
                <a:latin typeface="Tahoma"/>
                <a:cs typeface="Tahoma"/>
              </a:rPr>
              <a:t>g=7</a:t>
            </a:r>
            <a:r>
              <a:rPr sz="1200" b="1" dirty="0">
                <a:solidFill>
                  <a:srgbClr val="538235"/>
                </a:solidFill>
                <a:latin typeface="Tahoma"/>
                <a:cs typeface="Tahoma"/>
              </a:rPr>
              <a:t> </a:t>
            </a:r>
            <a:r>
              <a:rPr sz="1200" b="1" spc="-5" dirty="0">
                <a:solidFill>
                  <a:srgbClr val="538235"/>
                </a:solidFill>
                <a:latin typeface="Tahoma"/>
                <a:cs typeface="Tahoma"/>
              </a:rPr>
              <a:t>are</a:t>
            </a:r>
            <a:r>
              <a:rPr sz="1200" b="1" dirty="0">
                <a:solidFill>
                  <a:srgbClr val="538235"/>
                </a:solidFill>
                <a:latin typeface="Tahoma"/>
                <a:cs typeface="Tahoma"/>
              </a:rPr>
              <a:t> </a:t>
            </a:r>
            <a:r>
              <a:rPr sz="1200" b="1" spc="-5" dirty="0">
                <a:solidFill>
                  <a:srgbClr val="538235"/>
                </a:solidFill>
                <a:latin typeface="Tahoma"/>
                <a:cs typeface="Tahoma"/>
              </a:rPr>
              <a:t>used.</a:t>
            </a:r>
            <a:r>
              <a:rPr sz="1200" b="1" spc="10" dirty="0">
                <a:solidFill>
                  <a:srgbClr val="538235"/>
                </a:solidFill>
                <a:latin typeface="Tahoma"/>
                <a:cs typeface="Tahoma"/>
              </a:rPr>
              <a:t> </a:t>
            </a:r>
            <a:r>
              <a:rPr sz="1200" b="1" dirty="0">
                <a:solidFill>
                  <a:srgbClr val="538235"/>
                </a:solidFill>
                <a:latin typeface="Tahoma"/>
                <a:cs typeface="Tahoma"/>
              </a:rPr>
              <a:t>If</a:t>
            </a:r>
            <a:r>
              <a:rPr sz="1200" b="1" spc="10" dirty="0">
                <a:solidFill>
                  <a:srgbClr val="538235"/>
                </a:solidFill>
                <a:latin typeface="Tahoma"/>
                <a:cs typeface="Tahoma"/>
              </a:rPr>
              <a:t> </a:t>
            </a:r>
            <a:r>
              <a:rPr sz="1200" b="1" spc="-5" dirty="0">
                <a:solidFill>
                  <a:srgbClr val="538235"/>
                </a:solidFill>
                <a:latin typeface="Tahoma"/>
                <a:cs typeface="Tahoma"/>
              </a:rPr>
              <a:t>user</a:t>
            </a:r>
            <a:r>
              <a:rPr sz="1200" b="1" spc="30" dirty="0">
                <a:solidFill>
                  <a:srgbClr val="538235"/>
                </a:solidFill>
                <a:latin typeface="Tahoma"/>
                <a:cs typeface="Tahoma"/>
              </a:rPr>
              <a:t> </a:t>
            </a:r>
            <a:r>
              <a:rPr sz="1200" b="1" dirty="0">
                <a:solidFill>
                  <a:srgbClr val="538235"/>
                </a:solidFill>
                <a:latin typeface="Tahoma"/>
                <a:cs typeface="Tahoma"/>
              </a:rPr>
              <a:t>A</a:t>
            </a:r>
            <a:r>
              <a:rPr sz="1200" b="1" spc="10" dirty="0">
                <a:solidFill>
                  <a:srgbClr val="538235"/>
                </a:solidFill>
                <a:latin typeface="Tahoma"/>
                <a:cs typeface="Tahoma"/>
              </a:rPr>
              <a:t> </a:t>
            </a:r>
            <a:r>
              <a:rPr sz="1200" b="1" spc="-5" dirty="0">
                <a:solidFill>
                  <a:srgbClr val="538235"/>
                </a:solidFill>
                <a:latin typeface="Tahoma"/>
                <a:cs typeface="Tahoma"/>
              </a:rPr>
              <a:t>has</a:t>
            </a:r>
            <a:r>
              <a:rPr sz="1200" b="1" spc="5" dirty="0">
                <a:solidFill>
                  <a:srgbClr val="538235"/>
                </a:solidFill>
                <a:latin typeface="Tahoma"/>
                <a:cs typeface="Tahoma"/>
              </a:rPr>
              <a:t> </a:t>
            </a:r>
            <a:r>
              <a:rPr sz="1200" b="1" spc="-10" dirty="0">
                <a:solidFill>
                  <a:srgbClr val="538235"/>
                </a:solidFill>
                <a:latin typeface="Tahoma"/>
                <a:cs typeface="Tahoma"/>
              </a:rPr>
              <a:t>private</a:t>
            </a:r>
            <a:r>
              <a:rPr sz="1200" b="1" spc="5" dirty="0">
                <a:solidFill>
                  <a:srgbClr val="538235"/>
                </a:solidFill>
                <a:latin typeface="Tahoma"/>
                <a:cs typeface="Tahoma"/>
              </a:rPr>
              <a:t> </a:t>
            </a:r>
            <a:r>
              <a:rPr sz="1200" b="1" spc="-5" dirty="0">
                <a:solidFill>
                  <a:srgbClr val="538235"/>
                </a:solidFill>
                <a:latin typeface="Tahoma"/>
                <a:cs typeface="Tahoma"/>
              </a:rPr>
              <a:t>key</a:t>
            </a:r>
            <a:r>
              <a:rPr sz="1200" b="1" spc="10" dirty="0">
                <a:solidFill>
                  <a:srgbClr val="538235"/>
                </a:solidFill>
                <a:latin typeface="Tahoma"/>
                <a:cs typeface="Tahoma"/>
              </a:rPr>
              <a:t> </a:t>
            </a:r>
            <a:r>
              <a:rPr sz="1200" b="1" dirty="0">
                <a:solidFill>
                  <a:srgbClr val="538235"/>
                </a:solidFill>
                <a:latin typeface="Tahoma"/>
                <a:cs typeface="Tahoma"/>
              </a:rPr>
              <a:t>X</a:t>
            </a:r>
            <a:r>
              <a:rPr sz="1200" b="1" spc="5" dirty="0">
                <a:solidFill>
                  <a:srgbClr val="538235"/>
                </a:solidFill>
                <a:latin typeface="Tahoma"/>
                <a:cs typeface="Tahoma"/>
              </a:rPr>
              <a:t> </a:t>
            </a:r>
            <a:r>
              <a:rPr sz="1200" b="1" dirty="0">
                <a:solidFill>
                  <a:srgbClr val="538235"/>
                </a:solidFill>
                <a:latin typeface="Tahoma"/>
                <a:cs typeface="Tahoma"/>
              </a:rPr>
              <a:t>A</a:t>
            </a:r>
            <a:r>
              <a:rPr sz="1200" b="1" spc="-15" dirty="0">
                <a:solidFill>
                  <a:srgbClr val="538235"/>
                </a:solidFill>
                <a:latin typeface="Tahoma"/>
                <a:cs typeface="Tahoma"/>
              </a:rPr>
              <a:t> </a:t>
            </a:r>
            <a:r>
              <a:rPr sz="1200" b="1" spc="-10" dirty="0">
                <a:solidFill>
                  <a:srgbClr val="538235"/>
                </a:solidFill>
                <a:latin typeface="Tahoma"/>
                <a:cs typeface="Tahoma"/>
              </a:rPr>
              <a:t>=5, </a:t>
            </a:r>
            <a:r>
              <a:rPr sz="1200" b="1" spc="-360" dirty="0">
                <a:solidFill>
                  <a:srgbClr val="538235"/>
                </a:solidFill>
                <a:latin typeface="Tahoma"/>
                <a:cs typeface="Tahoma"/>
              </a:rPr>
              <a:t> </a:t>
            </a:r>
            <a:r>
              <a:rPr sz="1200" b="1" spc="-5" dirty="0">
                <a:solidFill>
                  <a:srgbClr val="538235"/>
                </a:solidFill>
                <a:latin typeface="Tahoma"/>
                <a:cs typeface="Tahoma"/>
              </a:rPr>
              <a:t>what</a:t>
            </a:r>
            <a:r>
              <a:rPr sz="1200" b="1" spc="-10" dirty="0">
                <a:solidFill>
                  <a:srgbClr val="538235"/>
                </a:solidFill>
                <a:latin typeface="Tahoma"/>
                <a:cs typeface="Tahoma"/>
              </a:rPr>
              <a:t> is</a:t>
            </a:r>
            <a:r>
              <a:rPr sz="1200" b="1" spc="25" dirty="0">
                <a:solidFill>
                  <a:srgbClr val="538235"/>
                </a:solidFill>
                <a:latin typeface="Tahoma"/>
                <a:cs typeface="Tahoma"/>
              </a:rPr>
              <a:t> </a:t>
            </a:r>
            <a:r>
              <a:rPr sz="1200" b="1" spc="-40" dirty="0">
                <a:solidFill>
                  <a:srgbClr val="538235"/>
                </a:solidFill>
                <a:latin typeface="Tahoma"/>
                <a:cs typeface="Tahoma"/>
              </a:rPr>
              <a:t>A’s</a:t>
            </a:r>
            <a:r>
              <a:rPr sz="1200" b="1" dirty="0">
                <a:solidFill>
                  <a:srgbClr val="538235"/>
                </a:solidFill>
                <a:latin typeface="Tahoma"/>
                <a:cs typeface="Tahoma"/>
              </a:rPr>
              <a:t> </a:t>
            </a:r>
            <a:r>
              <a:rPr sz="1200" b="1" spc="-5" dirty="0">
                <a:solidFill>
                  <a:srgbClr val="538235"/>
                </a:solidFill>
                <a:latin typeface="Tahoma"/>
                <a:cs typeface="Tahoma"/>
              </a:rPr>
              <a:t>public</a:t>
            </a:r>
            <a:r>
              <a:rPr sz="1200" b="1" spc="10" dirty="0">
                <a:solidFill>
                  <a:srgbClr val="538235"/>
                </a:solidFill>
                <a:latin typeface="Tahoma"/>
                <a:cs typeface="Tahoma"/>
              </a:rPr>
              <a:t> </a:t>
            </a:r>
            <a:r>
              <a:rPr sz="1200" b="1" spc="-5" dirty="0">
                <a:solidFill>
                  <a:srgbClr val="538235"/>
                </a:solidFill>
                <a:latin typeface="Tahoma"/>
                <a:cs typeface="Tahoma"/>
              </a:rPr>
              <a:t>key</a:t>
            </a:r>
            <a:r>
              <a:rPr sz="1200" b="1" spc="10" dirty="0">
                <a:solidFill>
                  <a:srgbClr val="538235"/>
                </a:solidFill>
                <a:latin typeface="Tahoma"/>
                <a:cs typeface="Tahoma"/>
              </a:rPr>
              <a:t> </a:t>
            </a:r>
            <a:r>
              <a:rPr sz="1200" b="1" dirty="0">
                <a:solidFill>
                  <a:srgbClr val="538235"/>
                </a:solidFill>
                <a:latin typeface="Tahoma"/>
                <a:cs typeface="Tahoma"/>
              </a:rPr>
              <a:t>Y</a:t>
            </a:r>
            <a:r>
              <a:rPr sz="1200" b="1" spc="-15" dirty="0">
                <a:solidFill>
                  <a:srgbClr val="538235"/>
                </a:solidFill>
                <a:latin typeface="Tahoma"/>
                <a:cs typeface="Tahoma"/>
              </a:rPr>
              <a:t> </a:t>
            </a:r>
            <a:r>
              <a:rPr sz="1200" b="1" dirty="0">
                <a:solidFill>
                  <a:srgbClr val="538235"/>
                </a:solidFill>
                <a:latin typeface="Tahoma"/>
                <a:cs typeface="Tahoma"/>
              </a:rPr>
              <a:t>A</a:t>
            </a:r>
            <a:r>
              <a:rPr sz="1200" b="1" spc="5" dirty="0">
                <a:solidFill>
                  <a:srgbClr val="538235"/>
                </a:solidFill>
                <a:latin typeface="Tahoma"/>
                <a:cs typeface="Tahoma"/>
              </a:rPr>
              <a:t> </a:t>
            </a:r>
            <a:r>
              <a:rPr sz="1200" b="1" dirty="0">
                <a:solidFill>
                  <a:srgbClr val="538235"/>
                </a:solidFill>
                <a:latin typeface="Tahoma"/>
                <a:cs typeface="Tahoma"/>
              </a:rPr>
              <a:t>?</a:t>
            </a:r>
            <a:r>
              <a:rPr sz="1200" b="1" spc="-5" dirty="0">
                <a:solidFill>
                  <a:srgbClr val="538235"/>
                </a:solidFill>
                <a:latin typeface="Tahoma"/>
                <a:cs typeface="Tahoma"/>
              </a:rPr>
              <a:t> </a:t>
            </a:r>
            <a:r>
              <a:rPr sz="1200" b="1" dirty="0">
                <a:solidFill>
                  <a:srgbClr val="538235"/>
                </a:solidFill>
                <a:latin typeface="Tahoma"/>
                <a:cs typeface="Tahoma"/>
              </a:rPr>
              <a:t>If</a:t>
            </a:r>
            <a:r>
              <a:rPr sz="1200" b="1" spc="-15" dirty="0">
                <a:solidFill>
                  <a:srgbClr val="538235"/>
                </a:solidFill>
                <a:latin typeface="Tahoma"/>
                <a:cs typeface="Tahoma"/>
              </a:rPr>
              <a:t> </a:t>
            </a:r>
            <a:r>
              <a:rPr sz="1200" b="1" spc="-5" dirty="0">
                <a:solidFill>
                  <a:srgbClr val="538235"/>
                </a:solidFill>
                <a:latin typeface="Tahoma"/>
                <a:cs typeface="Tahoma"/>
              </a:rPr>
              <a:t>user</a:t>
            </a:r>
            <a:r>
              <a:rPr sz="1200" b="1" spc="30" dirty="0">
                <a:solidFill>
                  <a:srgbClr val="538235"/>
                </a:solidFill>
                <a:latin typeface="Tahoma"/>
                <a:cs typeface="Tahoma"/>
              </a:rPr>
              <a:t> </a:t>
            </a:r>
            <a:r>
              <a:rPr sz="1200" b="1" dirty="0">
                <a:solidFill>
                  <a:srgbClr val="538235"/>
                </a:solidFill>
                <a:latin typeface="Tahoma"/>
                <a:cs typeface="Tahoma"/>
              </a:rPr>
              <a:t>B</a:t>
            </a:r>
            <a:r>
              <a:rPr sz="1200" b="1" spc="20" dirty="0">
                <a:solidFill>
                  <a:srgbClr val="538235"/>
                </a:solidFill>
                <a:latin typeface="Tahoma"/>
                <a:cs typeface="Tahoma"/>
              </a:rPr>
              <a:t> </a:t>
            </a:r>
            <a:r>
              <a:rPr sz="1200" b="1" spc="-5" dirty="0">
                <a:solidFill>
                  <a:srgbClr val="538235"/>
                </a:solidFill>
                <a:latin typeface="Tahoma"/>
                <a:cs typeface="Tahoma"/>
              </a:rPr>
              <a:t>has</a:t>
            </a:r>
            <a:r>
              <a:rPr sz="1200" b="1" dirty="0">
                <a:solidFill>
                  <a:srgbClr val="538235"/>
                </a:solidFill>
                <a:latin typeface="Tahoma"/>
                <a:cs typeface="Tahoma"/>
              </a:rPr>
              <a:t> </a:t>
            </a:r>
            <a:r>
              <a:rPr sz="1200" b="1" spc="-10" dirty="0">
                <a:solidFill>
                  <a:srgbClr val="538235"/>
                </a:solidFill>
                <a:latin typeface="Tahoma"/>
                <a:cs typeface="Tahoma"/>
              </a:rPr>
              <a:t>private</a:t>
            </a:r>
            <a:r>
              <a:rPr sz="1200" b="1" spc="5" dirty="0">
                <a:solidFill>
                  <a:srgbClr val="538235"/>
                </a:solidFill>
                <a:latin typeface="Tahoma"/>
                <a:cs typeface="Tahoma"/>
              </a:rPr>
              <a:t> </a:t>
            </a:r>
            <a:r>
              <a:rPr sz="1200" b="1" spc="-5" dirty="0">
                <a:solidFill>
                  <a:srgbClr val="538235"/>
                </a:solidFill>
                <a:latin typeface="Tahoma"/>
                <a:cs typeface="Tahoma"/>
              </a:rPr>
              <a:t>key</a:t>
            </a:r>
            <a:r>
              <a:rPr sz="1200" b="1" spc="10" dirty="0">
                <a:solidFill>
                  <a:srgbClr val="538235"/>
                </a:solidFill>
                <a:latin typeface="Tahoma"/>
                <a:cs typeface="Tahoma"/>
              </a:rPr>
              <a:t> </a:t>
            </a:r>
            <a:r>
              <a:rPr sz="1200" b="1" dirty="0">
                <a:solidFill>
                  <a:srgbClr val="538235"/>
                </a:solidFill>
                <a:latin typeface="Tahoma"/>
                <a:cs typeface="Tahoma"/>
              </a:rPr>
              <a:t>X</a:t>
            </a:r>
            <a:r>
              <a:rPr sz="1200" b="1" spc="10" dirty="0">
                <a:solidFill>
                  <a:srgbClr val="538235"/>
                </a:solidFill>
                <a:latin typeface="Tahoma"/>
                <a:cs typeface="Tahoma"/>
              </a:rPr>
              <a:t> </a:t>
            </a:r>
            <a:r>
              <a:rPr sz="1200" b="1" dirty="0">
                <a:solidFill>
                  <a:srgbClr val="538235"/>
                </a:solidFill>
                <a:latin typeface="Tahoma"/>
                <a:cs typeface="Tahoma"/>
              </a:rPr>
              <a:t>B </a:t>
            </a:r>
            <a:r>
              <a:rPr sz="1200" b="1" spc="-10" dirty="0">
                <a:solidFill>
                  <a:srgbClr val="538235"/>
                </a:solidFill>
                <a:latin typeface="Tahoma"/>
                <a:cs typeface="Tahoma"/>
              </a:rPr>
              <a:t>=12,</a:t>
            </a:r>
            <a:r>
              <a:rPr sz="1200" b="1" spc="5" dirty="0">
                <a:solidFill>
                  <a:srgbClr val="538235"/>
                </a:solidFill>
                <a:latin typeface="Tahoma"/>
                <a:cs typeface="Tahoma"/>
              </a:rPr>
              <a:t> </a:t>
            </a:r>
            <a:r>
              <a:rPr sz="1200" b="1" spc="-5" dirty="0">
                <a:solidFill>
                  <a:srgbClr val="538235"/>
                </a:solidFill>
                <a:latin typeface="Tahoma"/>
                <a:cs typeface="Tahoma"/>
              </a:rPr>
              <a:t>what</a:t>
            </a:r>
            <a:r>
              <a:rPr sz="1200" b="1" spc="15" dirty="0">
                <a:solidFill>
                  <a:srgbClr val="538235"/>
                </a:solidFill>
                <a:latin typeface="Tahoma"/>
                <a:cs typeface="Tahoma"/>
              </a:rPr>
              <a:t> </a:t>
            </a:r>
            <a:r>
              <a:rPr sz="1200" b="1" spc="-10" dirty="0">
                <a:solidFill>
                  <a:srgbClr val="538235"/>
                </a:solidFill>
                <a:latin typeface="Tahoma"/>
                <a:cs typeface="Tahoma"/>
              </a:rPr>
              <a:t>is</a:t>
            </a:r>
            <a:r>
              <a:rPr sz="1200" b="1" dirty="0">
                <a:solidFill>
                  <a:srgbClr val="538235"/>
                </a:solidFill>
                <a:latin typeface="Tahoma"/>
                <a:cs typeface="Tahoma"/>
              </a:rPr>
              <a:t> </a:t>
            </a:r>
            <a:r>
              <a:rPr sz="1200" b="1" spc="-20" dirty="0">
                <a:solidFill>
                  <a:srgbClr val="538235"/>
                </a:solidFill>
                <a:latin typeface="Tahoma"/>
                <a:cs typeface="Tahoma"/>
              </a:rPr>
              <a:t>B’s</a:t>
            </a:r>
            <a:r>
              <a:rPr sz="1200" b="1" spc="25" dirty="0">
                <a:solidFill>
                  <a:srgbClr val="538235"/>
                </a:solidFill>
                <a:latin typeface="Tahoma"/>
                <a:cs typeface="Tahoma"/>
              </a:rPr>
              <a:t> </a:t>
            </a:r>
            <a:r>
              <a:rPr sz="1200" b="1" spc="-5" dirty="0">
                <a:solidFill>
                  <a:srgbClr val="538235"/>
                </a:solidFill>
                <a:latin typeface="Tahoma"/>
                <a:cs typeface="Tahoma"/>
              </a:rPr>
              <a:t>public</a:t>
            </a:r>
            <a:r>
              <a:rPr lang="en-IN" sz="1200" b="1" spc="-5" dirty="0">
                <a:solidFill>
                  <a:srgbClr val="538235"/>
                </a:solidFill>
                <a:latin typeface="Tahoma"/>
                <a:cs typeface="Tahoma"/>
              </a:rPr>
              <a:t> </a:t>
            </a:r>
            <a:r>
              <a:rPr sz="1200" b="1" spc="-5" dirty="0">
                <a:solidFill>
                  <a:srgbClr val="538235"/>
                </a:solidFill>
                <a:latin typeface="Tahoma"/>
                <a:cs typeface="Tahoma"/>
              </a:rPr>
              <a:t>key</a:t>
            </a:r>
            <a:r>
              <a:rPr sz="1200" b="1" spc="130" dirty="0">
                <a:solidFill>
                  <a:srgbClr val="538235"/>
                </a:solidFill>
                <a:latin typeface="Tahoma"/>
                <a:cs typeface="Tahoma"/>
              </a:rPr>
              <a:t> </a:t>
            </a:r>
            <a:r>
              <a:rPr sz="1200" b="1" dirty="0">
                <a:solidFill>
                  <a:srgbClr val="538235"/>
                </a:solidFill>
                <a:latin typeface="Tahoma"/>
                <a:cs typeface="Tahoma"/>
              </a:rPr>
              <a:t>Y</a:t>
            </a:r>
            <a:r>
              <a:rPr sz="1200" b="1" spc="135" dirty="0">
                <a:solidFill>
                  <a:srgbClr val="538235"/>
                </a:solidFill>
                <a:latin typeface="Tahoma"/>
                <a:cs typeface="Tahoma"/>
              </a:rPr>
              <a:t> </a:t>
            </a:r>
            <a:r>
              <a:rPr sz="1200" b="1" dirty="0">
                <a:solidFill>
                  <a:srgbClr val="538235"/>
                </a:solidFill>
                <a:latin typeface="Tahoma"/>
                <a:cs typeface="Tahoma"/>
              </a:rPr>
              <a:t>B</a:t>
            </a:r>
            <a:r>
              <a:rPr sz="1200" b="1" spc="125" dirty="0">
                <a:solidFill>
                  <a:srgbClr val="538235"/>
                </a:solidFill>
                <a:latin typeface="Tahoma"/>
                <a:cs typeface="Tahoma"/>
              </a:rPr>
              <a:t> </a:t>
            </a:r>
            <a:r>
              <a:rPr sz="1200" b="1" dirty="0">
                <a:solidFill>
                  <a:srgbClr val="538235"/>
                </a:solidFill>
                <a:latin typeface="Tahoma"/>
                <a:cs typeface="Tahoma"/>
              </a:rPr>
              <a:t>?</a:t>
            </a:r>
            <a:r>
              <a:rPr sz="1200" b="1" spc="140" dirty="0">
                <a:solidFill>
                  <a:srgbClr val="538235"/>
                </a:solidFill>
                <a:latin typeface="Tahoma"/>
                <a:cs typeface="Tahoma"/>
              </a:rPr>
              <a:t> </a:t>
            </a:r>
            <a:r>
              <a:rPr sz="1200" b="1" spc="-5" dirty="0">
                <a:solidFill>
                  <a:srgbClr val="538235"/>
                </a:solidFill>
                <a:latin typeface="Tahoma"/>
                <a:cs typeface="Tahoma"/>
              </a:rPr>
              <a:t>What</a:t>
            </a:r>
            <a:r>
              <a:rPr sz="1200" b="1" spc="140" dirty="0">
                <a:solidFill>
                  <a:srgbClr val="538235"/>
                </a:solidFill>
                <a:latin typeface="Tahoma"/>
                <a:cs typeface="Tahoma"/>
              </a:rPr>
              <a:t> </a:t>
            </a:r>
            <a:r>
              <a:rPr sz="1200" b="1" spc="-10" dirty="0">
                <a:solidFill>
                  <a:srgbClr val="538235"/>
                </a:solidFill>
                <a:latin typeface="Tahoma"/>
                <a:cs typeface="Tahoma"/>
              </a:rPr>
              <a:t>is</a:t>
            </a:r>
            <a:r>
              <a:rPr sz="1200" b="1" spc="125" dirty="0">
                <a:solidFill>
                  <a:srgbClr val="538235"/>
                </a:solidFill>
                <a:latin typeface="Tahoma"/>
                <a:cs typeface="Tahoma"/>
              </a:rPr>
              <a:t> </a:t>
            </a:r>
            <a:r>
              <a:rPr sz="1200" b="1" dirty="0">
                <a:solidFill>
                  <a:srgbClr val="538235"/>
                </a:solidFill>
                <a:latin typeface="Tahoma"/>
                <a:cs typeface="Tahoma"/>
              </a:rPr>
              <a:t>the</a:t>
            </a:r>
            <a:r>
              <a:rPr sz="1200" b="1" spc="130" dirty="0">
                <a:solidFill>
                  <a:srgbClr val="538235"/>
                </a:solidFill>
                <a:latin typeface="Tahoma"/>
                <a:cs typeface="Tahoma"/>
              </a:rPr>
              <a:t> </a:t>
            </a:r>
            <a:r>
              <a:rPr sz="1200" b="1" spc="-5" dirty="0">
                <a:solidFill>
                  <a:srgbClr val="538235"/>
                </a:solidFill>
                <a:latin typeface="Tahoma"/>
                <a:cs typeface="Tahoma"/>
              </a:rPr>
              <a:t>shared</a:t>
            </a:r>
            <a:r>
              <a:rPr sz="1200" b="1" spc="135" dirty="0">
                <a:solidFill>
                  <a:srgbClr val="538235"/>
                </a:solidFill>
                <a:latin typeface="Tahoma"/>
                <a:cs typeface="Tahoma"/>
              </a:rPr>
              <a:t> </a:t>
            </a:r>
            <a:r>
              <a:rPr sz="1200" b="1" spc="-5" dirty="0">
                <a:solidFill>
                  <a:srgbClr val="538235"/>
                </a:solidFill>
                <a:latin typeface="Tahoma"/>
                <a:cs typeface="Tahoma"/>
              </a:rPr>
              <a:t>secret</a:t>
            </a:r>
            <a:r>
              <a:rPr sz="1200" b="1" spc="140" dirty="0">
                <a:solidFill>
                  <a:srgbClr val="538235"/>
                </a:solidFill>
                <a:latin typeface="Tahoma"/>
                <a:cs typeface="Tahoma"/>
              </a:rPr>
              <a:t> </a:t>
            </a:r>
            <a:r>
              <a:rPr sz="1200" b="1" spc="-5" dirty="0">
                <a:solidFill>
                  <a:srgbClr val="538235"/>
                </a:solidFill>
                <a:latin typeface="Tahoma"/>
                <a:cs typeface="Tahoma"/>
              </a:rPr>
              <a:t>key?	</a:t>
            </a:r>
            <a:endParaRPr lang="en-IN" sz="1200" b="1" spc="-5" dirty="0">
              <a:solidFill>
                <a:srgbClr val="538235"/>
              </a:solidFill>
              <a:latin typeface="Tahoma"/>
              <a:cs typeface="Tahoma"/>
            </a:endParaRPr>
          </a:p>
          <a:p>
            <a:pPr marL="12700" marR="313055" algn="just">
              <a:lnSpc>
                <a:spcPct val="150000"/>
              </a:lnSpc>
              <a:spcBef>
                <a:spcPts val="25"/>
              </a:spcBef>
              <a:buSzPct val="91666"/>
              <a:tabLst>
                <a:tab pos="142240" algn="l"/>
              </a:tabLst>
            </a:pPr>
            <a:r>
              <a:rPr lang="en-IN" sz="1200" b="1" spc="-5" dirty="0">
                <a:solidFill>
                  <a:srgbClr val="538235"/>
                </a:solidFill>
                <a:latin typeface="Tahoma"/>
                <a:cs typeface="Tahoma"/>
              </a:rPr>
              <a:t>3. </a:t>
            </a:r>
            <a:r>
              <a:rPr sz="1200" b="1" spc="-10" dirty="0">
                <a:solidFill>
                  <a:srgbClr val="538235"/>
                </a:solidFill>
                <a:latin typeface="Tahoma"/>
                <a:cs typeface="Tahoma"/>
              </a:rPr>
              <a:t>Explain</a:t>
            </a:r>
            <a:r>
              <a:rPr sz="1200" b="1" spc="140" dirty="0">
                <a:solidFill>
                  <a:srgbClr val="538235"/>
                </a:solidFill>
                <a:latin typeface="Tahoma"/>
                <a:cs typeface="Tahoma"/>
              </a:rPr>
              <a:t> </a:t>
            </a:r>
            <a:r>
              <a:rPr sz="1200" b="1" spc="-5" dirty="0">
                <a:solidFill>
                  <a:srgbClr val="538235"/>
                </a:solidFill>
                <a:latin typeface="Tahoma"/>
                <a:cs typeface="Tahoma"/>
              </a:rPr>
              <a:t>briefly</a:t>
            </a:r>
            <a:r>
              <a:rPr sz="1200" b="1" spc="140" dirty="0">
                <a:solidFill>
                  <a:srgbClr val="538235"/>
                </a:solidFill>
                <a:latin typeface="Tahoma"/>
                <a:cs typeface="Tahoma"/>
              </a:rPr>
              <a:t> </a:t>
            </a:r>
            <a:r>
              <a:rPr sz="1200" b="1" spc="-5" dirty="0">
                <a:solidFill>
                  <a:srgbClr val="538235"/>
                </a:solidFill>
                <a:latin typeface="Tahoma"/>
                <a:cs typeface="Tahoma"/>
              </a:rPr>
              <a:t>about</a:t>
            </a:r>
            <a:r>
              <a:rPr sz="1200" b="1" spc="135" dirty="0">
                <a:solidFill>
                  <a:srgbClr val="538235"/>
                </a:solidFill>
                <a:latin typeface="Tahoma"/>
                <a:cs typeface="Tahoma"/>
              </a:rPr>
              <a:t> </a:t>
            </a:r>
            <a:r>
              <a:rPr sz="1200" b="1" spc="-5" dirty="0">
                <a:solidFill>
                  <a:srgbClr val="538235"/>
                </a:solidFill>
                <a:latin typeface="Tahoma"/>
                <a:cs typeface="Tahoma"/>
              </a:rPr>
              <a:t>man-in-the-middle </a:t>
            </a:r>
            <a:r>
              <a:rPr sz="1200" b="1" spc="-360" dirty="0">
                <a:solidFill>
                  <a:srgbClr val="538235"/>
                </a:solidFill>
                <a:latin typeface="Tahoma"/>
                <a:cs typeface="Tahoma"/>
              </a:rPr>
              <a:t> </a:t>
            </a:r>
            <a:r>
              <a:rPr sz="1200" b="1" spc="-5" dirty="0">
                <a:solidFill>
                  <a:srgbClr val="538235"/>
                </a:solidFill>
                <a:latin typeface="Tahoma"/>
                <a:cs typeface="Tahoma"/>
              </a:rPr>
              <a:t>man</a:t>
            </a:r>
            <a:r>
              <a:rPr sz="1200" b="1" spc="5" dirty="0">
                <a:solidFill>
                  <a:srgbClr val="538235"/>
                </a:solidFill>
                <a:latin typeface="Tahoma"/>
                <a:cs typeface="Tahoma"/>
              </a:rPr>
              <a:t> </a:t>
            </a:r>
            <a:r>
              <a:rPr sz="1200" b="1" spc="-5" dirty="0">
                <a:solidFill>
                  <a:srgbClr val="538235"/>
                </a:solidFill>
                <a:latin typeface="Tahoma"/>
                <a:cs typeface="Tahoma"/>
              </a:rPr>
              <a:t>attack.</a:t>
            </a:r>
            <a:endParaRPr lang="en-IN" sz="1200" b="1" dirty="0">
              <a:latin typeface="Tahoma"/>
              <a:cs typeface="Tahoma"/>
            </a:endParaRPr>
          </a:p>
          <a:p>
            <a:pPr marL="12700" marR="313055" algn="just">
              <a:lnSpc>
                <a:spcPct val="150000"/>
              </a:lnSpc>
              <a:spcBef>
                <a:spcPts val="25"/>
              </a:spcBef>
              <a:buSzPct val="91666"/>
              <a:tabLst>
                <a:tab pos="142240" algn="l"/>
              </a:tabLst>
            </a:pPr>
            <a:r>
              <a:rPr lang="en-IN" sz="1200" b="1" spc="-5" dirty="0">
                <a:solidFill>
                  <a:srgbClr val="538235"/>
                </a:solidFill>
                <a:latin typeface="Tahoma"/>
                <a:cs typeface="Tahoma"/>
              </a:rPr>
              <a:t>4. </a:t>
            </a:r>
            <a:r>
              <a:rPr sz="1200" b="1" spc="-5" dirty="0">
                <a:solidFill>
                  <a:srgbClr val="538235"/>
                </a:solidFill>
                <a:latin typeface="Tahoma"/>
                <a:cs typeface="Tahoma"/>
              </a:rPr>
              <a:t>Find</a:t>
            </a:r>
            <a:r>
              <a:rPr sz="1200" b="1" spc="20" dirty="0">
                <a:solidFill>
                  <a:srgbClr val="538235"/>
                </a:solidFill>
                <a:latin typeface="Tahoma"/>
                <a:cs typeface="Tahoma"/>
              </a:rPr>
              <a:t> </a:t>
            </a:r>
            <a:r>
              <a:rPr sz="1200" b="1" dirty="0">
                <a:solidFill>
                  <a:srgbClr val="538235"/>
                </a:solidFill>
                <a:latin typeface="Tahoma"/>
                <a:cs typeface="Tahoma"/>
              </a:rPr>
              <a:t>the </a:t>
            </a:r>
            <a:r>
              <a:rPr sz="1200" b="1" spc="-10" dirty="0">
                <a:solidFill>
                  <a:srgbClr val="538235"/>
                </a:solidFill>
                <a:latin typeface="Tahoma"/>
                <a:cs typeface="Tahoma"/>
              </a:rPr>
              <a:t>secret</a:t>
            </a:r>
            <a:r>
              <a:rPr sz="1200" b="1" spc="40" dirty="0">
                <a:solidFill>
                  <a:srgbClr val="538235"/>
                </a:solidFill>
                <a:latin typeface="Tahoma"/>
                <a:cs typeface="Tahoma"/>
              </a:rPr>
              <a:t> </a:t>
            </a:r>
            <a:r>
              <a:rPr sz="1200" b="1" spc="-5" dirty="0">
                <a:solidFill>
                  <a:srgbClr val="538235"/>
                </a:solidFill>
                <a:latin typeface="Tahoma"/>
                <a:cs typeface="Tahoma"/>
              </a:rPr>
              <a:t>key</a:t>
            </a:r>
            <a:r>
              <a:rPr sz="1200" b="1" spc="-15" dirty="0">
                <a:solidFill>
                  <a:srgbClr val="538235"/>
                </a:solidFill>
                <a:latin typeface="Tahoma"/>
                <a:cs typeface="Tahoma"/>
              </a:rPr>
              <a:t> </a:t>
            </a:r>
            <a:r>
              <a:rPr sz="1200" b="1" spc="-5" dirty="0">
                <a:solidFill>
                  <a:srgbClr val="538235"/>
                </a:solidFill>
                <a:latin typeface="Tahoma"/>
                <a:cs typeface="Tahoma"/>
              </a:rPr>
              <a:t>shared</a:t>
            </a:r>
            <a:r>
              <a:rPr sz="1200" b="1" spc="40" dirty="0">
                <a:solidFill>
                  <a:srgbClr val="538235"/>
                </a:solidFill>
                <a:latin typeface="Tahoma"/>
                <a:cs typeface="Tahoma"/>
              </a:rPr>
              <a:t> </a:t>
            </a:r>
            <a:r>
              <a:rPr sz="1200" b="1" spc="-5" dirty="0">
                <a:solidFill>
                  <a:srgbClr val="538235"/>
                </a:solidFill>
                <a:latin typeface="Tahoma"/>
                <a:cs typeface="Tahoma"/>
              </a:rPr>
              <a:t>between</a:t>
            </a:r>
            <a:r>
              <a:rPr sz="1200" b="1" spc="40" dirty="0">
                <a:solidFill>
                  <a:srgbClr val="538235"/>
                </a:solidFill>
                <a:latin typeface="Tahoma"/>
                <a:cs typeface="Tahoma"/>
              </a:rPr>
              <a:t> </a:t>
            </a:r>
            <a:r>
              <a:rPr sz="1200" b="1" spc="-5" dirty="0">
                <a:solidFill>
                  <a:srgbClr val="538235"/>
                </a:solidFill>
                <a:latin typeface="Tahoma"/>
                <a:cs typeface="Tahoma"/>
              </a:rPr>
              <a:t>user</a:t>
            </a:r>
            <a:r>
              <a:rPr sz="1200" b="1" spc="5" dirty="0">
                <a:solidFill>
                  <a:srgbClr val="538235"/>
                </a:solidFill>
                <a:latin typeface="Tahoma"/>
                <a:cs typeface="Tahoma"/>
              </a:rPr>
              <a:t> </a:t>
            </a:r>
            <a:r>
              <a:rPr sz="1200" b="1" dirty="0">
                <a:solidFill>
                  <a:srgbClr val="538235"/>
                </a:solidFill>
                <a:latin typeface="Tahoma"/>
                <a:cs typeface="Tahoma"/>
              </a:rPr>
              <a:t>A</a:t>
            </a:r>
            <a:r>
              <a:rPr sz="1200" b="1" spc="5" dirty="0">
                <a:solidFill>
                  <a:srgbClr val="538235"/>
                </a:solidFill>
                <a:latin typeface="Tahoma"/>
                <a:cs typeface="Tahoma"/>
              </a:rPr>
              <a:t> </a:t>
            </a:r>
            <a:r>
              <a:rPr sz="1200" b="1" dirty="0">
                <a:solidFill>
                  <a:srgbClr val="538235"/>
                </a:solidFill>
                <a:latin typeface="Tahoma"/>
                <a:cs typeface="Tahoma"/>
              </a:rPr>
              <a:t>and</a:t>
            </a:r>
            <a:r>
              <a:rPr sz="1200" b="1" spc="15" dirty="0">
                <a:solidFill>
                  <a:srgbClr val="538235"/>
                </a:solidFill>
                <a:latin typeface="Tahoma"/>
                <a:cs typeface="Tahoma"/>
              </a:rPr>
              <a:t> </a:t>
            </a:r>
            <a:r>
              <a:rPr sz="1200" b="1" spc="-5" dirty="0">
                <a:solidFill>
                  <a:srgbClr val="538235"/>
                </a:solidFill>
                <a:latin typeface="Tahoma"/>
                <a:cs typeface="Tahoma"/>
              </a:rPr>
              <a:t>user</a:t>
            </a:r>
            <a:r>
              <a:rPr sz="1200" b="1" spc="30" dirty="0">
                <a:solidFill>
                  <a:srgbClr val="538235"/>
                </a:solidFill>
                <a:latin typeface="Tahoma"/>
                <a:cs typeface="Tahoma"/>
              </a:rPr>
              <a:t> </a:t>
            </a:r>
            <a:r>
              <a:rPr sz="1200" b="1" dirty="0">
                <a:solidFill>
                  <a:srgbClr val="538235"/>
                </a:solidFill>
                <a:latin typeface="Tahoma"/>
                <a:cs typeface="Tahoma"/>
              </a:rPr>
              <a:t>B </a:t>
            </a:r>
            <a:r>
              <a:rPr sz="1200" b="1" spc="-5" dirty="0">
                <a:solidFill>
                  <a:srgbClr val="538235"/>
                </a:solidFill>
                <a:latin typeface="Tahoma"/>
                <a:cs typeface="Tahoma"/>
              </a:rPr>
              <a:t>using</a:t>
            </a:r>
            <a:r>
              <a:rPr sz="1200" b="1" spc="15" dirty="0">
                <a:solidFill>
                  <a:srgbClr val="538235"/>
                </a:solidFill>
                <a:latin typeface="Tahoma"/>
                <a:cs typeface="Tahoma"/>
              </a:rPr>
              <a:t> </a:t>
            </a:r>
            <a:r>
              <a:rPr sz="1200" b="1" spc="-10" dirty="0">
                <a:solidFill>
                  <a:srgbClr val="538235"/>
                </a:solidFill>
                <a:latin typeface="Tahoma"/>
                <a:cs typeface="Tahoma"/>
              </a:rPr>
              <a:t>Diffie</a:t>
            </a:r>
            <a:r>
              <a:rPr sz="1200" b="1" spc="25" dirty="0">
                <a:solidFill>
                  <a:srgbClr val="538235"/>
                </a:solidFill>
                <a:latin typeface="Tahoma"/>
                <a:cs typeface="Tahoma"/>
              </a:rPr>
              <a:t> </a:t>
            </a:r>
            <a:r>
              <a:rPr lang="en-IN" sz="1200" b="1" spc="25" dirty="0">
                <a:solidFill>
                  <a:srgbClr val="538235"/>
                </a:solidFill>
                <a:latin typeface="Tahoma"/>
                <a:cs typeface="Tahoma"/>
              </a:rPr>
              <a:t>  </a:t>
            </a:r>
          </a:p>
          <a:p>
            <a:pPr marL="12700" marR="554990">
              <a:lnSpc>
                <a:spcPct val="150000"/>
              </a:lnSpc>
              <a:spcBef>
                <a:spcPts val="345"/>
              </a:spcBef>
              <a:buSzPct val="91666"/>
              <a:tabLst>
                <a:tab pos="142240" algn="l"/>
              </a:tabLst>
            </a:pPr>
            <a:r>
              <a:rPr lang="en-IN" sz="1200" b="1" spc="25" dirty="0">
                <a:solidFill>
                  <a:srgbClr val="538235"/>
                </a:solidFill>
                <a:latin typeface="Tahoma"/>
                <a:cs typeface="Tahoma"/>
              </a:rPr>
              <a:t>    </a:t>
            </a:r>
            <a:r>
              <a:rPr sz="1200" b="1" spc="-10" dirty="0">
                <a:solidFill>
                  <a:srgbClr val="538235"/>
                </a:solidFill>
                <a:latin typeface="Tahoma"/>
                <a:cs typeface="Tahoma"/>
              </a:rPr>
              <a:t>Hellman </a:t>
            </a:r>
            <a:r>
              <a:rPr sz="1200" b="1" spc="-360" dirty="0">
                <a:solidFill>
                  <a:srgbClr val="538235"/>
                </a:solidFill>
                <a:latin typeface="Tahoma"/>
                <a:cs typeface="Tahoma"/>
              </a:rPr>
              <a:t> </a:t>
            </a:r>
            <a:r>
              <a:rPr sz="1200" b="1" spc="-5" dirty="0">
                <a:solidFill>
                  <a:srgbClr val="538235"/>
                </a:solidFill>
                <a:latin typeface="Tahoma"/>
                <a:cs typeface="Tahoma"/>
              </a:rPr>
              <a:t>algorithm</a:t>
            </a:r>
            <a:r>
              <a:rPr sz="1200" b="1" spc="30" dirty="0">
                <a:solidFill>
                  <a:srgbClr val="538235"/>
                </a:solidFill>
                <a:latin typeface="Tahoma"/>
                <a:cs typeface="Tahoma"/>
              </a:rPr>
              <a:t> </a:t>
            </a:r>
            <a:r>
              <a:rPr sz="1200" b="1" spc="-5" dirty="0">
                <a:solidFill>
                  <a:srgbClr val="538235"/>
                </a:solidFill>
                <a:latin typeface="Tahoma"/>
                <a:cs typeface="Tahoma"/>
              </a:rPr>
              <a:t>for</a:t>
            </a:r>
            <a:r>
              <a:rPr sz="1200" b="1" spc="-20" dirty="0">
                <a:solidFill>
                  <a:srgbClr val="538235"/>
                </a:solidFill>
                <a:latin typeface="Tahoma"/>
                <a:cs typeface="Tahoma"/>
              </a:rPr>
              <a:t> </a:t>
            </a:r>
            <a:r>
              <a:rPr sz="1200" b="1" dirty="0">
                <a:solidFill>
                  <a:srgbClr val="538235"/>
                </a:solidFill>
                <a:latin typeface="Tahoma"/>
                <a:cs typeface="Tahoma"/>
              </a:rPr>
              <a:t>the</a:t>
            </a:r>
            <a:r>
              <a:rPr sz="1200" b="1" spc="5" dirty="0">
                <a:solidFill>
                  <a:srgbClr val="538235"/>
                </a:solidFill>
                <a:latin typeface="Tahoma"/>
                <a:cs typeface="Tahoma"/>
              </a:rPr>
              <a:t> </a:t>
            </a:r>
            <a:r>
              <a:rPr sz="1200" b="1" spc="-10" dirty="0">
                <a:solidFill>
                  <a:srgbClr val="538235"/>
                </a:solidFill>
                <a:latin typeface="Tahoma"/>
                <a:cs typeface="Tahoma"/>
              </a:rPr>
              <a:t>following</a:t>
            </a:r>
            <a:r>
              <a:rPr sz="1200" b="1" spc="40" dirty="0">
                <a:solidFill>
                  <a:srgbClr val="538235"/>
                </a:solidFill>
                <a:latin typeface="Tahoma"/>
                <a:cs typeface="Tahoma"/>
              </a:rPr>
              <a:t> </a:t>
            </a:r>
            <a:r>
              <a:rPr sz="1200" b="1" spc="-5" dirty="0">
                <a:solidFill>
                  <a:srgbClr val="538235"/>
                </a:solidFill>
                <a:latin typeface="Tahoma"/>
                <a:cs typeface="Tahoma"/>
              </a:rPr>
              <a:t>q=353</a:t>
            </a:r>
            <a:r>
              <a:rPr sz="1200" b="1" dirty="0">
                <a:solidFill>
                  <a:srgbClr val="538235"/>
                </a:solidFill>
                <a:latin typeface="Tahoma"/>
                <a:cs typeface="Tahoma"/>
              </a:rPr>
              <a:t> ,</a:t>
            </a:r>
            <a:r>
              <a:rPr sz="1200" b="1" spc="5" dirty="0">
                <a:solidFill>
                  <a:srgbClr val="538235"/>
                </a:solidFill>
                <a:latin typeface="Tahoma"/>
                <a:cs typeface="Tahoma"/>
              </a:rPr>
              <a:t> </a:t>
            </a:r>
            <a:r>
              <a:rPr sz="1200" b="1" dirty="0">
                <a:solidFill>
                  <a:srgbClr val="538235"/>
                </a:solidFill>
                <a:latin typeface="Tahoma"/>
                <a:cs typeface="Tahoma"/>
              </a:rPr>
              <a:t>α</a:t>
            </a:r>
            <a:r>
              <a:rPr sz="1200" b="1" spc="-15" dirty="0">
                <a:solidFill>
                  <a:srgbClr val="538235"/>
                </a:solidFill>
                <a:latin typeface="Tahoma"/>
                <a:cs typeface="Tahoma"/>
              </a:rPr>
              <a:t> </a:t>
            </a:r>
            <a:r>
              <a:rPr sz="1200" b="1" dirty="0">
                <a:solidFill>
                  <a:srgbClr val="538235"/>
                </a:solidFill>
                <a:latin typeface="Tahoma"/>
                <a:cs typeface="Tahoma"/>
              </a:rPr>
              <a:t>= </a:t>
            </a:r>
            <a:r>
              <a:rPr sz="1200" b="1" spc="-5" dirty="0">
                <a:solidFill>
                  <a:srgbClr val="538235"/>
                </a:solidFill>
                <a:latin typeface="Tahoma"/>
                <a:cs typeface="Tahoma"/>
              </a:rPr>
              <a:t>3,</a:t>
            </a:r>
            <a:r>
              <a:rPr sz="1200" b="1" spc="5" dirty="0">
                <a:solidFill>
                  <a:srgbClr val="538235"/>
                </a:solidFill>
                <a:latin typeface="Tahoma"/>
                <a:cs typeface="Tahoma"/>
              </a:rPr>
              <a:t> </a:t>
            </a:r>
            <a:r>
              <a:rPr sz="1200" b="1" dirty="0">
                <a:solidFill>
                  <a:srgbClr val="538235"/>
                </a:solidFill>
                <a:latin typeface="Tahoma"/>
                <a:cs typeface="Tahoma"/>
              </a:rPr>
              <a:t>XA</a:t>
            </a:r>
            <a:r>
              <a:rPr sz="1200" b="1" spc="10" dirty="0">
                <a:solidFill>
                  <a:srgbClr val="538235"/>
                </a:solidFill>
                <a:latin typeface="Tahoma"/>
                <a:cs typeface="Tahoma"/>
              </a:rPr>
              <a:t> </a:t>
            </a:r>
            <a:r>
              <a:rPr sz="1200" b="1" dirty="0">
                <a:solidFill>
                  <a:srgbClr val="538235"/>
                </a:solidFill>
                <a:latin typeface="Tahoma"/>
                <a:cs typeface="Tahoma"/>
              </a:rPr>
              <a:t>= </a:t>
            </a:r>
            <a:r>
              <a:rPr sz="1200" b="1" spc="-5" dirty="0">
                <a:solidFill>
                  <a:srgbClr val="538235"/>
                </a:solidFill>
                <a:latin typeface="Tahoma"/>
                <a:cs typeface="Tahoma"/>
              </a:rPr>
              <a:t>45</a:t>
            </a:r>
            <a:r>
              <a:rPr sz="1200" b="1" dirty="0">
                <a:solidFill>
                  <a:srgbClr val="538235"/>
                </a:solidFill>
                <a:latin typeface="Tahoma"/>
                <a:cs typeface="Tahoma"/>
              </a:rPr>
              <a:t> </a:t>
            </a:r>
            <a:r>
              <a:rPr sz="1200" b="1" spc="-5" dirty="0">
                <a:solidFill>
                  <a:srgbClr val="538235"/>
                </a:solidFill>
                <a:latin typeface="Tahoma"/>
                <a:cs typeface="Tahoma"/>
              </a:rPr>
              <a:t>and</a:t>
            </a:r>
            <a:r>
              <a:rPr sz="1200" b="1" spc="15" dirty="0">
                <a:solidFill>
                  <a:srgbClr val="538235"/>
                </a:solidFill>
                <a:latin typeface="Tahoma"/>
                <a:cs typeface="Tahoma"/>
              </a:rPr>
              <a:t> </a:t>
            </a:r>
            <a:endParaRPr lang="en-IN" sz="1200" b="1" spc="15" dirty="0">
              <a:solidFill>
                <a:srgbClr val="538235"/>
              </a:solidFill>
              <a:latin typeface="Tahoma"/>
              <a:cs typeface="Tahoma"/>
            </a:endParaRPr>
          </a:p>
          <a:p>
            <a:pPr marL="12700" marR="554990">
              <a:lnSpc>
                <a:spcPct val="150000"/>
              </a:lnSpc>
              <a:spcBef>
                <a:spcPts val="345"/>
              </a:spcBef>
              <a:buSzPct val="91666"/>
              <a:tabLst>
                <a:tab pos="142240" algn="l"/>
              </a:tabLst>
            </a:pPr>
            <a:r>
              <a:rPr lang="en-IN" sz="1200" b="1" spc="15" dirty="0">
                <a:solidFill>
                  <a:srgbClr val="538235"/>
                </a:solidFill>
                <a:latin typeface="Tahoma"/>
                <a:cs typeface="Tahoma"/>
              </a:rPr>
              <a:t>    </a:t>
            </a:r>
            <a:r>
              <a:rPr sz="1200" b="1" dirty="0">
                <a:solidFill>
                  <a:srgbClr val="538235"/>
                </a:solidFill>
                <a:latin typeface="Tahoma"/>
                <a:cs typeface="Tahoma"/>
              </a:rPr>
              <a:t>XB</a:t>
            </a:r>
            <a:r>
              <a:rPr sz="1200" b="1" spc="20" dirty="0">
                <a:solidFill>
                  <a:srgbClr val="538235"/>
                </a:solidFill>
                <a:latin typeface="Tahoma"/>
                <a:cs typeface="Tahoma"/>
              </a:rPr>
              <a:t> </a:t>
            </a:r>
            <a:r>
              <a:rPr sz="1200" b="1" dirty="0">
                <a:solidFill>
                  <a:srgbClr val="538235"/>
                </a:solidFill>
                <a:latin typeface="Tahoma"/>
                <a:cs typeface="Tahoma"/>
              </a:rPr>
              <a:t>=</a:t>
            </a:r>
            <a:r>
              <a:rPr sz="1200" b="1" spc="-5" dirty="0">
                <a:solidFill>
                  <a:srgbClr val="538235"/>
                </a:solidFill>
                <a:latin typeface="Tahoma"/>
                <a:cs typeface="Tahoma"/>
              </a:rPr>
              <a:t> </a:t>
            </a:r>
            <a:r>
              <a:rPr sz="1200" b="1" spc="-10" dirty="0">
                <a:solidFill>
                  <a:srgbClr val="538235"/>
                </a:solidFill>
                <a:latin typeface="Tahoma"/>
                <a:cs typeface="Tahoma"/>
              </a:rPr>
              <a:t>50</a:t>
            </a:r>
            <a:endParaRPr lang="en-IN" sz="1200" b="1" dirty="0">
              <a:latin typeface="Tahoma"/>
              <a:cs typeface="Tahoma"/>
            </a:endParaRPr>
          </a:p>
          <a:p>
            <a:pPr marL="12700" marR="554990">
              <a:lnSpc>
                <a:spcPct val="150000"/>
              </a:lnSpc>
              <a:spcBef>
                <a:spcPts val="345"/>
              </a:spcBef>
              <a:buSzPct val="91666"/>
              <a:tabLst>
                <a:tab pos="142240" algn="l"/>
              </a:tabLst>
            </a:pPr>
            <a:r>
              <a:rPr lang="en-IN" sz="1200" b="1" spc="-5" dirty="0">
                <a:solidFill>
                  <a:srgbClr val="538235"/>
                </a:solidFill>
                <a:latin typeface="Tahoma"/>
                <a:cs typeface="Tahoma"/>
              </a:rPr>
              <a:t>5. </a:t>
            </a:r>
            <a:r>
              <a:rPr sz="1200" b="1" spc="-5" dirty="0">
                <a:solidFill>
                  <a:srgbClr val="538235"/>
                </a:solidFill>
                <a:latin typeface="Tahoma"/>
                <a:cs typeface="Tahoma"/>
              </a:rPr>
              <a:t>Explain</a:t>
            </a:r>
            <a:r>
              <a:rPr sz="1200" b="1" dirty="0">
                <a:solidFill>
                  <a:srgbClr val="538235"/>
                </a:solidFill>
                <a:latin typeface="Tahoma"/>
                <a:cs typeface="Tahoma"/>
              </a:rPr>
              <a:t> </a:t>
            </a:r>
            <a:r>
              <a:rPr sz="1200" b="1" spc="-10" dirty="0">
                <a:solidFill>
                  <a:srgbClr val="538235"/>
                </a:solidFill>
                <a:latin typeface="Tahoma"/>
                <a:cs typeface="Tahoma"/>
              </a:rPr>
              <a:t>ElGamal</a:t>
            </a:r>
            <a:r>
              <a:rPr sz="1200" b="1" spc="15" dirty="0">
                <a:solidFill>
                  <a:srgbClr val="538235"/>
                </a:solidFill>
                <a:latin typeface="Tahoma"/>
                <a:cs typeface="Tahoma"/>
              </a:rPr>
              <a:t> </a:t>
            </a:r>
            <a:r>
              <a:rPr sz="1200" b="1" spc="-5" dirty="0">
                <a:solidFill>
                  <a:srgbClr val="538235"/>
                </a:solidFill>
                <a:latin typeface="Tahoma"/>
                <a:cs typeface="Tahoma"/>
              </a:rPr>
              <a:t>Cryptosystem</a:t>
            </a:r>
            <a:endParaRPr sz="1200" b="1" dirty="0">
              <a:latin typeface="Tahoma"/>
              <a:cs typeface="Tahoma"/>
            </a:endParaRPr>
          </a:p>
          <a:p>
            <a:pPr>
              <a:lnSpc>
                <a:spcPct val="100000"/>
              </a:lnSpc>
              <a:spcBef>
                <a:spcPts val="5"/>
              </a:spcBef>
              <a:buClr>
                <a:srgbClr val="538235"/>
              </a:buClr>
              <a:buFont typeface="Tahoma"/>
              <a:buAutoNum type="arabicPeriod" startAt="3"/>
            </a:pPr>
            <a:endParaRPr sz="1250" b="1" dirty="0">
              <a:latin typeface="Tahoma"/>
              <a:cs typeface="Tahoma"/>
            </a:endParaRPr>
          </a:p>
          <a:p>
            <a:pPr marL="12065" algn="just">
              <a:lnSpc>
                <a:spcPct val="100000"/>
              </a:lnSpc>
              <a:buSzPct val="91666"/>
              <a:tabLst>
                <a:tab pos="189865" algn="l"/>
              </a:tabLst>
            </a:pPr>
            <a:r>
              <a:rPr lang="en-IN" sz="1200" b="1" spc="-5" dirty="0">
                <a:solidFill>
                  <a:srgbClr val="538235"/>
                </a:solidFill>
                <a:latin typeface="Tahoma"/>
                <a:cs typeface="Tahoma"/>
              </a:rPr>
              <a:t>6. Explain</a:t>
            </a:r>
            <a:r>
              <a:rPr lang="en-IN" sz="1200" b="1" dirty="0">
                <a:solidFill>
                  <a:srgbClr val="538235"/>
                </a:solidFill>
                <a:latin typeface="Tahoma"/>
                <a:cs typeface="Tahoma"/>
              </a:rPr>
              <a:t> </a:t>
            </a:r>
            <a:r>
              <a:rPr lang="en-IN" sz="1200" b="1" spc="-5" dirty="0">
                <a:solidFill>
                  <a:srgbClr val="538235"/>
                </a:solidFill>
                <a:latin typeface="Tahoma"/>
                <a:cs typeface="Tahoma"/>
              </a:rPr>
              <a:t>key</a:t>
            </a:r>
            <a:r>
              <a:rPr lang="en-IN" sz="1200" b="1" dirty="0">
                <a:solidFill>
                  <a:srgbClr val="538235"/>
                </a:solidFill>
                <a:latin typeface="Tahoma"/>
                <a:cs typeface="Tahoma"/>
              </a:rPr>
              <a:t> </a:t>
            </a:r>
            <a:r>
              <a:rPr lang="en-IN" sz="1200" b="1" spc="-5" dirty="0">
                <a:solidFill>
                  <a:srgbClr val="538235"/>
                </a:solidFill>
                <a:latin typeface="Tahoma"/>
                <a:cs typeface="Tahoma"/>
              </a:rPr>
              <a:t>distribution</a:t>
            </a:r>
            <a:r>
              <a:rPr lang="en-IN" sz="1200" b="1" spc="30" dirty="0">
                <a:solidFill>
                  <a:srgbClr val="538235"/>
                </a:solidFill>
                <a:latin typeface="Tahoma"/>
                <a:cs typeface="Tahoma"/>
              </a:rPr>
              <a:t> </a:t>
            </a:r>
            <a:r>
              <a:rPr lang="en-IN" sz="1200" b="1" spc="-5" dirty="0">
                <a:solidFill>
                  <a:srgbClr val="538235"/>
                </a:solidFill>
                <a:latin typeface="Tahoma"/>
                <a:cs typeface="Tahoma"/>
              </a:rPr>
              <a:t>techniques.</a:t>
            </a:r>
            <a:endParaRPr lang="en-IN" sz="1200" b="1" dirty="0">
              <a:latin typeface="Tahoma"/>
              <a:cs typeface="Tahoma"/>
            </a:endParaRPr>
          </a:p>
          <a:p>
            <a:pPr marR="5080" algn="just">
              <a:lnSpc>
                <a:spcPct val="150100"/>
              </a:lnSpc>
              <a:spcBef>
                <a:spcPts val="795"/>
              </a:spcBef>
              <a:buSzPct val="91666"/>
              <a:tabLst>
                <a:tab pos="142240" algn="l"/>
              </a:tabLst>
            </a:pPr>
            <a:r>
              <a:rPr lang="en-IN" sz="1200" b="1" spc="-5" dirty="0">
                <a:solidFill>
                  <a:srgbClr val="538235"/>
                </a:solidFill>
                <a:latin typeface="Tahoma"/>
                <a:cs typeface="Tahoma"/>
              </a:rPr>
              <a:t>7. </a:t>
            </a:r>
            <a:r>
              <a:rPr sz="1200" b="1" spc="-5" dirty="0">
                <a:solidFill>
                  <a:srgbClr val="538235"/>
                </a:solidFill>
                <a:latin typeface="Tahoma"/>
                <a:cs typeface="Tahoma"/>
              </a:rPr>
              <a:t>Using Elliptic curve encryption/decryption scheme, key exchange between </a:t>
            </a:r>
            <a:r>
              <a:rPr sz="1200" b="1" dirty="0">
                <a:solidFill>
                  <a:srgbClr val="538235"/>
                </a:solidFill>
                <a:latin typeface="Tahoma"/>
                <a:cs typeface="Tahoma"/>
              </a:rPr>
              <a:t>users A </a:t>
            </a:r>
            <a:r>
              <a:rPr sz="1200" b="1" spc="5" dirty="0">
                <a:solidFill>
                  <a:srgbClr val="538235"/>
                </a:solidFill>
                <a:latin typeface="Tahoma"/>
                <a:cs typeface="Tahoma"/>
              </a:rPr>
              <a:t> </a:t>
            </a:r>
            <a:r>
              <a:rPr sz="1200" b="1" spc="-5" dirty="0">
                <a:solidFill>
                  <a:srgbClr val="538235"/>
                </a:solidFill>
                <a:latin typeface="Tahoma"/>
                <a:cs typeface="Tahoma"/>
              </a:rPr>
              <a:t>and</a:t>
            </a:r>
            <a:r>
              <a:rPr sz="1200" b="1" spc="120" dirty="0">
                <a:solidFill>
                  <a:srgbClr val="538235"/>
                </a:solidFill>
                <a:latin typeface="Tahoma"/>
                <a:cs typeface="Tahoma"/>
              </a:rPr>
              <a:t> </a:t>
            </a:r>
            <a:r>
              <a:rPr sz="1200" b="1" dirty="0">
                <a:solidFill>
                  <a:srgbClr val="538235"/>
                </a:solidFill>
                <a:latin typeface="Tahoma"/>
                <a:cs typeface="Tahoma"/>
              </a:rPr>
              <a:t>B</a:t>
            </a:r>
            <a:r>
              <a:rPr sz="1200" b="1" spc="100" dirty="0">
                <a:solidFill>
                  <a:srgbClr val="538235"/>
                </a:solidFill>
                <a:latin typeface="Tahoma"/>
                <a:cs typeface="Tahoma"/>
              </a:rPr>
              <a:t> </a:t>
            </a:r>
            <a:r>
              <a:rPr sz="1200" b="1" spc="-10" dirty="0">
                <a:solidFill>
                  <a:srgbClr val="538235"/>
                </a:solidFill>
                <a:latin typeface="Tahoma"/>
                <a:cs typeface="Tahoma"/>
              </a:rPr>
              <a:t>is</a:t>
            </a:r>
            <a:r>
              <a:rPr sz="1200" b="1" spc="105" dirty="0">
                <a:solidFill>
                  <a:srgbClr val="538235"/>
                </a:solidFill>
                <a:latin typeface="Tahoma"/>
                <a:cs typeface="Tahoma"/>
              </a:rPr>
              <a:t> </a:t>
            </a:r>
            <a:r>
              <a:rPr sz="1200" b="1" spc="-10" dirty="0">
                <a:solidFill>
                  <a:srgbClr val="538235"/>
                </a:solidFill>
                <a:latin typeface="Tahoma"/>
                <a:cs typeface="Tahoma"/>
              </a:rPr>
              <a:t>accomplished.</a:t>
            </a:r>
            <a:r>
              <a:rPr sz="1200" b="1" spc="105" dirty="0">
                <a:solidFill>
                  <a:srgbClr val="538235"/>
                </a:solidFill>
                <a:latin typeface="Tahoma"/>
                <a:cs typeface="Tahoma"/>
              </a:rPr>
              <a:t> </a:t>
            </a:r>
            <a:r>
              <a:rPr sz="1200" b="1" dirty="0">
                <a:solidFill>
                  <a:srgbClr val="538235"/>
                </a:solidFill>
                <a:latin typeface="Tahoma"/>
                <a:cs typeface="Tahoma"/>
              </a:rPr>
              <a:t>The</a:t>
            </a:r>
            <a:r>
              <a:rPr sz="1200" b="1" spc="105" dirty="0">
                <a:solidFill>
                  <a:srgbClr val="538235"/>
                </a:solidFill>
                <a:latin typeface="Tahoma"/>
                <a:cs typeface="Tahoma"/>
              </a:rPr>
              <a:t> </a:t>
            </a:r>
            <a:r>
              <a:rPr sz="1200" b="1" spc="-5" dirty="0">
                <a:solidFill>
                  <a:srgbClr val="538235"/>
                </a:solidFill>
                <a:latin typeface="Tahoma"/>
                <a:cs typeface="Tahoma"/>
              </a:rPr>
              <a:t>cryptosystem</a:t>
            </a:r>
            <a:r>
              <a:rPr sz="1200" b="1" spc="114" dirty="0">
                <a:solidFill>
                  <a:srgbClr val="538235"/>
                </a:solidFill>
                <a:latin typeface="Tahoma"/>
                <a:cs typeface="Tahoma"/>
              </a:rPr>
              <a:t> </a:t>
            </a:r>
            <a:r>
              <a:rPr sz="1200" b="1" spc="-5" dirty="0">
                <a:solidFill>
                  <a:srgbClr val="538235"/>
                </a:solidFill>
                <a:latin typeface="Tahoma"/>
                <a:cs typeface="Tahoma"/>
              </a:rPr>
              <a:t>parameters</a:t>
            </a:r>
            <a:r>
              <a:rPr sz="1200" b="1" spc="95" dirty="0">
                <a:solidFill>
                  <a:srgbClr val="538235"/>
                </a:solidFill>
                <a:latin typeface="Tahoma"/>
                <a:cs typeface="Tahoma"/>
              </a:rPr>
              <a:t> </a:t>
            </a:r>
            <a:r>
              <a:rPr sz="1200" b="1" spc="-10" dirty="0">
                <a:solidFill>
                  <a:srgbClr val="538235"/>
                </a:solidFill>
                <a:latin typeface="Tahoma"/>
                <a:cs typeface="Tahoma"/>
              </a:rPr>
              <a:t>are,</a:t>
            </a:r>
            <a:r>
              <a:rPr sz="1200" b="1" spc="110" dirty="0">
                <a:solidFill>
                  <a:srgbClr val="538235"/>
                </a:solidFill>
                <a:latin typeface="Tahoma"/>
                <a:cs typeface="Tahoma"/>
              </a:rPr>
              <a:t> </a:t>
            </a:r>
            <a:r>
              <a:rPr sz="1200" b="1" spc="-5" dirty="0">
                <a:solidFill>
                  <a:srgbClr val="538235"/>
                </a:solidFill>
                <a:latin typeface="Tahoma"/>
                <a:cs typeface="Tahoma"/>
              </a:rPr>
              <a:t>elliptic</a:t>
            </a:r>
            <a:r>
              <a:rPr sz="1200" b="1" spc="110" dirty="0">
                <a:solidFill>
                  <a:srgbClr val="538235"/>
                </a:solidFill>
                <a:latin typeface="Tahoma"/>
                <a:cs typeface="Tahoma"/>
              </a:rPr>
              <a:t> </a:t>
            </a:r>
            <a:r>
              <a:rPr sz="1200" b="1" spc="-5" dirty="0">
                <a:solidFill>
                  <a:srgbClr val="538235"/>
                </a:solidFill>
                <a:latin typeface="Tahoma"/>
                <a:cs typeface="Tahoma"/>
              </a:rPr>
              <a:t>group</a:t>
            </a:r>
            <a:r>
              <a:rPr sz="1200" b="1" spc="105" dirty="0">
                <a:solidFill>
                  <a:srgbClr val="538235"/>
                </a:solidFill>
                <a:latin typeface="Tahoma"/>
                <a:cs typeface="Tahoma"/>
              </a:rPr>
              <a:t> </a:t>
            </a:r>
            <a:r>
              <a:rPr sz="1200" b="1" spc="-5" dirty="0">
                <a:solidFill>
                  <a:srgbClr val="538235"/>
                </a:solidFill>
                <a:latin typeface="Tahoma"/>
                <a:cs typeface="Tahoma"/>
              </a:rPr>
              <a:t>of</a:t>
            </a:r>
            <a:r>
              <a:rPr sz="1200" b="1" spc="85" dirty="0">
                <a:solidFill>
                  <a:srgbClr val="538235"/>
                </a:solidFill>
                <a:latin typeface="Tahoma"/>
                <a:cs typeface="Tahoma"/>
              </a:rPr>
              <a:t> </a:t>
            </a:r>
            <a:r>
              <a:rPr sz="1200" b="1" spc="-5" dirty="0">
                <a:solidFill>
                  <a:srgbClr val="538235"/>
                </a:solidFill>
                <a:latin typeface="Tahoma"/>
                <a:cs typeface="Tahoma"/>
              </a:rPr>
              <a:t>points </a:t>
            </a:r>
            <a:r>
              <a:rPr sz="1200" b="1" spc="-365" dirty="0">
                <a:solidFill>
                  <a:srgbClr val="538235"/>
                </a:solidFill>
                <a:latin typeface="Tahoma"/>
                <a:cs typeface="Tahoma"/>
              </a:rPr>
              <a:t> </a:t>
            </a:r>
            <a:r>
              <a:rPr sz="1200" b="1" dirty="0">
                <a:solidFill>
                  <a:srgbClr val="538235"/>
                </a:solidFill>
                <a:latin typeface="Tahoma"/>
                <a:cs typeface="Tahoma"/>
              </a:rPr>
              <a:t>E </a:t>
            </a:r>
            <a:r>
              <a:rPr sz="1200" b="1" spc="-5" dirty="0">
                <a:solidFill>
                  <a:srgbClr val="538235"/>
                </a:solidFill>
                <a:latin typeface="Tahoma"/>
                <a:cs typeface="Tahoma"/>
              </a:rPr>
              <a:t>11 </a:t>
            </a:r>
            <a:r>
              <a:rPr sz="1200" b="1" spc="-10" dirty="0">
                <a:solidFill>
                  <a:srgbClr val="538235"/>
                </a:solidFill>
                <a:latin typeface="Tahoma"/>
                <a:cs typeface="Tahoma"/>
              </a:rPr>
              <a:t>(1,6) </a:t>
            </a:r>
            <a:r>
              <a:rPr sz="1200" b="1" spc="-5" dirty="0">
                <a:solidFill>
                  <a:srgbClr val="538235"/>
                </a:solidFill>
                <a:latin typeface="Tahoma"/>
                <a:cs typeface="Tahoma"/>
              </a:rPr>
              <a:t>and point </a:t>
            </a:r>
            <a:r>
              <a:rPr sz="1200" b="1" dirty="0">
                <a:solidFill>
                  <a:srgbClr val="538235"/>
                </a:solidFill>
                <a:latin typeface="Tahoma"/>
                <a:cs typeface="Tahoma"/>
              </a:rPr>
              <a:t>G </a:t>
            </a:r>
            <a:r>
              <a:rPr sz="1200" b="1" spc="-5" dirty="0">
                <a:solidFill>
                  <a:srgbClr val="538235"/>
                </a:solidFill>
                <a:latin typeface="Tahoma"/>
                <a:cs typeface="Tahoma"/>
              </a:rPr>
              <a:t>on </a:t>
            </a:r>
            <a:r>
              <a:rPr sz="1200" b="1" dirty="0">
                <a:solidFill>
                  <a:srgbClr val="538235"/>
                </a:solidFill>
                <a:latin typeface="Tahoma"/>
                <a:cs typeface="Tahoma"/>
              </a:rPr>
              <a:t>the </a:t>
            </a:r>
            <a:r>
              <a:rPr sz="1200" b="1" spc="-5" dirty="0">
                <a:solidFill>
                  <a:srgbClr val="538235"/>
                </a:solidFill>
                <a:latin typeface="Tahoma"/>
                <a:cs typeface="Tahoma"/>
              </a:rPr>
              <a:t>elliptic curve </a:t>
            </a:r>
            <a:r>
              <a:rPr sz="1200" b="1" spc="5" dirty="0">
                <a:solidFill>
                  <a:srgbClr val="538235"/>
                </a:solidFill>
                <a:latin typeface="Tahoma"/>
                <a:cs typeface="Tahoma"/>
              </a:rPr>
              <a:t>is </a:t>
            </a:r>
            <a:r>
              <a:rPr sz="1200" b="1" spc="-10" dirty="0">
                <a:solidFill>
                  <a:srgbClr val="538235"/>
                </a:solidFill>
                <a:latin typeface="Tahoma"/>
                <a:cs typeface="Tahoma"/>
              </a:rPr>
              <a:t>G=(2,7). B’s </a:t>
            </a:r>
            <a:r>
              <a:rPr sz="1200" b="1" spc="-5" dirty="0">
                <a:solidFill>
                  <a:srgbClr val="538235"/>
                </a:solidFill>
                <a:latin typeface="Tahoma"/>
                <a:cs typeface="Tahoma"/>
              </a:rPr>
              <a:t>secret key </a:t>
            </a:r>
            <a:r>
              <a:rPr sz="1200" b="1" spc="5" dirty="0">
                <a:solidFill>
                  <a:srgbClr val="538235"/>
                </a:solidFill>
                <a:latin typeface="Tahoma"/>
                <a:cs typeface="Tahoma"/>
              </a:rPr>
              <a:t>is </a:t>
            </a:r>
            <a:r>
              <a:rPr sz="1200" b="1" dirty="0">
                <a:solidFill>
                  <a:srgbClr val="538235"/>
                </a:solidFill>
                <a:latin typeface="Tahoma"/>
                <a:cs typeface="Tahoma"/>
              </a:rPr>
              <a:t>n B </a:t>
            </a:r>
            <a:r>
              <a:rPr sz="1200" b="1" spc="-40" dirty="0">
                <a:solidFill>
                  <a:srgbClr val="538235"/>
                </a:solidFill>
                <a:latin typeface="Tahoma"/>
                <a:cs typeface="Tahoma"/>
              </a:rPr>
              <a:t>=7. </a:t>
            </a:r>
            <a:r>
              <a:rPr sz="1200" b="1" spc="-35" dirty="0">
                <a:solidFill>
                  <a:srgbClr val="538235"/>
                </a:solidFill>
                <a:latin typeface="Tahoma"/>
                <a:cs typeface="Tahoma"/>
              </a:rPr>
              <a:t> </a:t>
            </a:r>
            <a:r>
              <a:rPr sz="1200" b="1" spc="-5" dirty="0">
                <a:solidFill>
                  <a:srgbClr val="538235"/>
                </a:solidFill>
                <a:latin typeface="Tahoma"/>
                <a:cs typeface="Tahoma"/>
              </a:rPr>
              <a:t>Now when </a:t>
            </a:r>
            <a:r>
              <a:rPr sz="1200" b="1" dirty="0">
                <a:solidFill>
                  <a:srgbClr val="538235"/>
                </a:solidFill>
                <a:latin typeface="Tahoma"/>
                <a:cs typeface="Tahoma"/>
              </a:rPr>
              <a:t>(i) A wishes to encrypt the message </a:t>
            </a:r>
            <a:r>
              <a:rPr sz="1200" b="1" spc="-5" dirty="0">
                <a:solidFill>
                  <a:srgbClr val="538235"/>
                </a:solidFill>
                <a:latin typeface="Tahoma"/>
                <a:cs typeface="Tahoma"/>
              </a:rPr>
              <a:t>Pm=(10,9) and chooses </a:t>
            </a:r>
            <a:r>
              <a:rPr sz="1200" b="1" dirty="0">
                <a:solidFill>
                  <a:srgbClr val="538235"/>
                </a:solidFill>
                <a:latin typeface="Tahoma"/>
                <a:cs typeface="Tahoma"/>
              </a:rPr>
              <a:t>the </a:t>
            </a:r>
            <a:r>
              <a:rPr sz="1200" b="1" spc="5" dirty="0">
                <a:solidFill>
                  <a:srgbClr val="538235"/>
                </a:solidFill>
                <a:latin typeface="Tahoma"/>
                <a:cs typeface="Tahoma"/>
              </a:rPr>
              <a:t> </a:t>
            </a:r>
            <a:r>
              <a:rPr sz="1200" b="1" spc="-5" dirty="0">
                <a:solidFill>
                  <a:srgbClr val="538235"/>
                </a:solidFill>
                <a:latin typeface="Tahoma"/>
                <a:cs typeface="Tahoma"/>
              </a:rPr>
              <a:t>random</a:t>
            </a:r>
            <a:r>
              <a:rPr sz="1200" b="1" dirty="0">
                <a:solidFill>
                  <a:srgbClr val="538235"/>
                </a:solidFill>
                <a:latin typeface="Tahoma"/>
                <a:cs typeface="Tahoma"/>
              </a:rPr>
              <a:t> </a:t>
            </a:r>
            <a:r>
              <a:rPr sz="1200" b="1" spc="-10" dirty="0">
                <a:solidFill>
                  <a:srgbClr val="538235"/>
                </a:solidFill>
                <a:latin typeface="Tahoma"/>
                <a:cs typeface="Tahoma"/>
              </a:rPr>
              <a:t>value</a:t>
            </a:r>
            <a:r>
              <a:rPr sz="1200" b="1" spc="25" dirty="0">
                <a:solidFill>
                  <a:srgbClr val="538235"/>
                </a:solidFill>
                <a:latin typeface="Tahoma"/>
                <a:cs typeface="Tahoma"/>
              </a:rPr>
              <a:t> </a:t>
            </a:r>
            <a:r>
              <a:rPr sz="1200" b="1" spc="-10" dirty="0">
                <a:solidFill>
                  <a:srgbClr val="538235"/>
                </a:solidFill>
                <a:latin typeface="Tahoma"/>
                <a:cs typeface="Tahoma"/>
              </a:rPr>
              <a:t>K=3.</a:t>
            </a:r>
            <a:r>
              <a:rPr sz="1200" b="1" spc="5" dirty="0">
                <a:solidFill>
                  <a:srgbClr val="538235"/>
                </a:solidFill>
                <a:latin typeface="Tahoma"/>
                <a:cs typeface="Tahoma"/>
              </a:rPr>
              <a:t> </a:t>
            </a:r>
            <a:r>
              <a:rPr sz="1200" b="1" spc="-5" dirty="0">
                <a:solidFill>
                  <a:srgbClr val="538235"/>
                </a:solidFill>
                <a:latin typeface="Tahoma"/>
                <a:cs typeface="Tahoma"/>
              </a:rPr>
              <a:t>Determine</a:t>
            </a:r>
            <a:r>
              <a:rPr sz="1200" b="1" spc="55" dirty="0">
                <a:solidFill>
                  <a:srgbClr val="538235"/>
                </a:solidFill>
                <a:latin typeface="Tahoma"/>
                <a:cs typeface="Tahoma"/>
              </a:rPr>
              <a:t> </a:t>
            </a:r>
            <a:r>
              <a:rPr sz="1200" b="1" dirty="0">
                <a:solidFill>
                  <a:srgbClr val="538235"/>
                </a:solidFill>
                <a:latin typeface="Tahoma"/>
                <a:cs typeface="Tahoma"/>
              </a:rPr>
              <a:t>the</a:t>
            </a:r>
            <a:r>
              <a:rPr sz="1200" b="1" spc="5" dirty="0">
                <a:solidFill>
                  <a:srgbClr val="538235"/>
                </a:solidFill>
                <a:latin typeface="Tahoma"/>
                <a:cs typeface="Tahoma"/>
              </a:rPr>
              <a:t> </a:t>
            </a:r>
            <a:r>
              <a:rPr sz="1200" b="1" spc="-5" dirty="0">
                <a:solidFill>
                  <a:srgbClr val="538235"/>
                </a:solidFill>
                <a:latin typeface="Tahoma"/>
                <a:cs typeface="Tahoma"/>
              </a:rPr>
              <a:t>ciphertext</a:t>
            </a:r>
            <a:r>
              <a:rPr sz="1200" b="1" spc="40" dirty="0">
                <a:solidFill>
                  <a:srgbClr val="538235"/>
                </a:solidFill>
                <a:latin typeface="Tahoma"/>
                <a:cs typeface="Tahoma"/>
              </a:rPr>
              <a:t> </a:t>
            </a:r>
            <a:r>
              <a:rPr sz="1200" b="1" spc="-5" dirty="0">
                <a:solidFill>
                  <a:srgbClr val="538235"/>
                </a:solidFill>
                <a:latin typeface="Tahoma"/>
                <a:cs typeface="Tahoma"/>
              </a:rPr>
              <a:t>Cm.</a:t>
            </a:r>
            <a:r>
              <a:rPr sz="1200" b="1" spc="5" dirty="0">
                <a:solidFill>
                  <a:srgbClr val="538235"/>
                </a:solidFill>
                <a:latin typeface="Tahoma"/>
                <a:cs typeface="Tahoma"/>
              </a:rPr>
              <a:t> </a:t>
            </a:r>
            <a:r>
              <a:rPr sz="1200" b="1" spc="-5" dirty="0">
                <a:solidFill>
                  <a:srgbClr val="538235"/>
                </a:solidFill>
                <a:latin typeface="Tahoma"/>
                <a:cs typeface="Tahoma"/>
              </a:rPr>
              <a:t>Find</a:t>
            </a:r>
            <a:r>
              <a:rPr sz="1200" b="1" spc="20" dirty="0">
                <a:solidFill>
                  <a:srgbClr val="538235"/>
                </a:solidFill>
                <a:latin typeface="Tahoma"/>
                <a:cs typeface="Tahoma"/>
              </a:rPr>
              <a:t> </a:t>
            </a:r>
            <a:r>
              <a:rPr sz="1200" b="1" dirty="0">
                <a:solidFill>
                  <a:srgbClr val="538235"/>
                </a:solidFill>
                <a:latin typeface="Tahoma"/>
                <a:cs typeface="Tahoma"/>
              </a:rPr>
              <a:t>out</a:t>
            </a:r>
            <a:r>
              <a:rPr sz="1200" b="1" spc="-10" dirty="0">
                <a:solidFill>
                  <a:srgbClr val="538235"/>
                </a:solidFill>
                <a:latin typeface="Tahoma"/>
                <a:cs typeface="Tahoma"/>
              </a:rPr>
              <a:t> </a:t>
            </a:r>
            <a:r>
              <a:rPr sz="1200" b="1" spc="-20" dirty="0">
                <a:solidFill>
                  <a:srgbClr val="538235"/>
                </a:solidFill>
                <a:latin typeface="Tahoma"/>
                <a:cs typeface="Tahoma"/>
              </a:rPr>
              <a:t>B’s</a:t>
            </a:r>
            <a:r>
              <a:rPr sz="1200" b="1" spc="25" dirty="0">
                <a:solidFill>
                  <a:srgbClr val="538235"/>
                </a:solidFill>
                <a:latin typeface="Tahoma"/>
                <a:cs typeface="Tahoma"/>
              </a:rPr>
              <a:t> </a:t>
            </a:r>
            <a:r>
              <a:rPr sz="1200" b="1" spc="-5" dirty="0">
                <a:solidFill>
                  <a:srgbClr val="538235"/>
                </a:solidFill>
                <a:latin typeface="Tahoma"/>
                <a:cs typeface="Tahoma"/>
              </a:rPr>
              <a:t>public</a:t>
            </a:r>
            <a:r>
              <a:rPr sz="1200" b="1" spc="-25" dirty="0">
                <a:solidFill>
                  <a:srgbClr val="538235"/>
                </a:solidFill>
                <a:latin typeface="Tahoma"/>
                <a:cs typeface="Tahoma"/>
              </a:rPr>
              <a:t> </a:t>
            </a:r>
            <a:r>
              <a:rPr sz="1200" b="1" spc="-5" dirty="0">
                <a:solidFill>
                  <a:srgbClr val="538235"/>
                </a:solidFill>
                <a:latin typeface="Tahoma"/>
                <a:cs typeface="Tahoma"/>
              </a:rPr>
              <a:t>key</a:t>
            </a:r>
            <a:r>
              <a:rPr sz="1200" b="1" spc="10" dirty="0">
                <a:solidFill>
                  <a:srgbClr val="538235"/>
                </a:solidFill>
                <a:latin typeface="Tahoma"/>
                <a:cs typeface="Tahoma"/>
              </a:rPr>
              <a:t> </a:t>
            </a:r>
            <a:r>
              <a:rPr sz="1200" b="1" spc="-5" dirty="0">
                <a:solidFill>
                  <a:srgbClr val="538235"/>
                </a:solidFill>
                <a:latin typeface="Tahoma"/>
                <a:cs typeface="Tahoma"/>
              </a:rPr>
              <a:t>PB.</a:t>
            </a:r>
            <a:endParaRPr sz="1200" b="1" dirty="0">
              <a:latin typeface="Tahoma"/>
              <a:cs typeface="Tahom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1027049"/>
            <a:ext cx="6078830" cy="2451953"/>
          </a:xfrm>
          <a:prstGeom prst="rect">
            <a:avLst/>
          </a:prstGeom>
        </p:spPr>
        <p:txBody>
          <a:bodyPr vert="horz" wrap="square" lIns="0" tIns="12700" rIns="0" bIns="0" rtlCol="0">
            <a:spAutoFit/>
          </a:bodyPr>
          <a:lstStyle/>
          <a:p>
            <a:pPr marL="182880" marR="5080" indent="-170815" algn="just">
              <a:spcBef>
                <a:spcPts val="100"/>
              </a:spcBef>
            </a:pPr>
            <a:r>
              <a:rPr lang="en-IN" sz="1200" b="1" spc="-20" dirty="0">
                <a:solidFill>
                  <a:srgbClr val="538235"/>
                </a:solidFill>
                <a:latin typeface="Tahoma"/>
                <a:cs typeface="Tahoma"/>
              </a:rPr>
              <a:t>8. </a:t>
            </a:r>
            <a:r>
              <a:rPr sz="1200" b="1" spc="-20" dirty="0">
                <a:solidFill>
                  <a:srgbClr val="538235"/>
                </a:solidFill>
                <a:latin typeface="Tahoma"/>
                <a:cs typeface="Tahoma"/>
              </a:rPr>
              <a:t>State</a:t>
            </a:r>
            <a:r>
              <a:rPr sz="1200" b="1" spc="320" dirty="0">
                <a:solidFill>
                  <a:srgbClr val="538235"/>
                </a:solidFill>
                <a:latin typeface="Tahoma"/>
                <a:cs typeface="Tahoma"/>
              </a:rPr>
              <a:t> </a:t>
            </a:r>
            <a:r>
              <a:rPr sz="1200" b="1" spc="-5" dirty="0">
                <a:solidFill>
                  <a:srgbClr val="538235"/>
                </a:solidFill>
                <a:latin typeface="Tahoma"/>
                <a:cs typeface="Tahoma"/>
              </a:rPr>
              <a:t>Chinese</a:t>
            </a:r>
            <a:r>
              <a:rPr sz="1200" b="1" spc="320" dirty="0">
                <a:solidFill>
                  <a:srgbClr val="538235"/>
                </a:solidFill>
                <a:latin typeface="Tahoma"/>
                <a:cs typeface="Tahoma"/>
              </a:rPr>
              <a:t> </a:t>
            </a:r>
            <a:r>
              <a:rPr sz="1200" b="1" spc="-5" dirty="0">
                <a:solidFill>
                  <a:srgbClr val="538235"/>
                </a:solidFill>
                <a:latin typeface="Tahoma"/>
                <a:cs typeface="Tahoma"/>
              </a:rPr>
              <a:t>Remainder</a:t>
            </a:r>
            <a:r>
              <a:rPr sz="1200" b="1" spc="330" dirty="0">
                <a:solidFill>
                  <a:srgbClr val="538235"/>
                </a:solidFill>
                <a:latin typeface="Tahoma"/>
                <a:cs typeface="Tahoma"/>
              </a:rPr>
              <a:t> </a:t>
            </a:r>
            <a:r>
              <a:rPr sz="1200" b="1" spc="-5" dirty="0">
                <a:solidFill>
                  <a:srgbClr val="538235"/>
                </a:solidFill>
                <a:latin typeface="Tahoma"/>
                <a:cs typeface="Tahoma"/>
              </a:rPr>
              <a:t>Theorem</a:t>
            </a:r>
            <a:r>
              <a:rPr sz="1200" b="1" spc="325" dirty="0">
                <a:solidFill>
                  <a:srgbClr val="538235"/>
                </a:solidFill>
                <a:latin typeface="Tahoma"/>
                <a:cs typeface="Tahoma"/>
              </a:rPr>
              <a:t> </a:t>
            </a:r>
            <a:r>
              <a:rPr sz="1200" b="1" spc="-5" dirty="0">
                <a:solidFill>
                  <a:srgbClr val="538235"/>
                </a:solidFill>
                <a:latin typeface="Tahoma"/>
                <a:cs typeface="Tahoma"/>
              </a:rPr>
              <a:t>and</a:t>
            </a:r>
            <a:r>
              <a:rPr sz="1200" b="1" spc="340" dirty="0">
                <a:solidFill>
                  <a:srgbClr val="538235"/>
                </a:solidFill>
                <a:latin typeface="Tahoma"/>
                <a:cs typeface="Tahoma"/>
              </a:rPr>
              <a:t> </a:t>
            </a:r>
            <a:r>
              <a:rPr sz="1200" b="1" spc="-5" dirty="0">
                <a:solidFill>
                  <a:srgbClr val="538235"/>
                </a:solidFill>
                <a:latin typeface="Tahoma"/>
                <a:cs typeface="Tahoma"/>
              </a:rPr>
              <a:t>find</a:t>
            </a:r>
            <a:r>
              <a:rPr sz="1200" b="1" spc="340" dirty="0">
                <a:solidFill>
                  <a:srgbClr val="538235"/>
                </a:solidFill>
                <a:latin typeface="Tahoma"/>
                <a:cs typeface="Tahoma"/>
              </a:rPr>
              <a:t> </a:t>
            </a:r>
            <a:r>
              <a:rPr sz="1200" b="1" dirty="0">
                <a:solidFill>
                  <a:srgbClr val="538235"/>
                </a:solidFill>
                <a:latin typeface="Tahoma"/>
                <a:cs typeface="Tahoma"/>
              </a:rPr>
              <a:t>X</a:t>
            </a:r>
            <a:r>
              <a:rPr sz="1200" b="1" spc="330" dirty="0">
                <a:solidFill>
                  <a:srgbClr val="538235"/>
                </a:solidFill>
                <a:latin typeface="Tahoma"/>
                <a:cs typeface="Tahoma"/>
              </a:rPr>
              <a:t> </a:t>
            </a:r>
            <a:r>
              <a:rPr sz="1200" b="1" spc="-5" dirty="0">
                <a:solidFill>
                  <a:srgbClr val="538235"/>
                </a:solidFill>
                <a:latin typeface="Tahoma"/>
                <a:cs typeface="Tahoma"/>
              </a:rPr>
              <a:t>for</a:t>
            </a:r>
            <a:r>
              <a:rPr sz="1200" b="1" spc="300" dirty="0">
                <a:solidFill>
                  <a:srgbClr val="538235"/>
                </a:solidFill>
                <a:latin typeface="Tahoma"/>
                <a:cs typeface="Tahoma"/>
              </a:rPr>
              <a:t> </a:t>
            </a:r>
            <a:r>
              <a:rPr sz="1200" b="1" dirty="0">
                <a:solidFill>
                  <a:srgbClr val="538235"/>
                </a:solidFill>
                <a:latin typeface="Tahoma"/>
                <a:cs typeface="Tahoma"/>
              </a:rPr>
              <a:t>the</a:t>
            </a:r>
            <a:r>
              <a:rPr sz="1200" b="1" spc="325" dirty="0">
                <a:solidFill>
                  <a:srgbClr val="538235"/>
                </a:solidFill>
                <a:latin typeface="Tahoma"/>
                <a:cs typeface="Tahoma"/>
              </a:rPr>
              <a:t> </a:t>
            </a:r>
            <a:r>
              <a:rPr sz="1200" b="1" spc="-5" dirty="0">
                <a:solidFill>
                  <a:srgbClr val="538235"/>
                </a:solidFill>
                <a:latin typeface="Tahoma"/>
                <a:cs typeface="Tahoma"/>
              </a:rPr>
              <a:t>given</a:t>
            </a:r>
            <a:r>
              <a:rPr sz="1200" b="1" spc="330" dirty="0">
                <a:solidFill>
                  <a:srgbClr val="538235"/>
                </a:solidFill>
                <a:latin typeface="Tahoma"/>
                <a:cs typeface="Tahoma"/>
              </a:rPr>
              <a:t> </a:t>
            </a:r>
            <a:r>
              <a:rPr sz="1200" b="1" spc="-10" dirty="0">
                <a:solidFill>
                  <a:srgbClr val="538235"/>
                </a:solidFill>
                <a:latin typeface="Tahoma"/>
                <a:cs typeface="Tahoma"/>
              </a:rPr>
              <a:t>set</a:t>
            </a:r>
            <a:r>
              <a:rPr sz="1200" b="1" spc="335" dirty="0">
                <a:solidFill>
                  <a:srgbClr val="538235"/>
                </a:solidFill>
                <a:latin typeface="Tahoma"/>
                <a:cs typeface="Tahoma"/>
              </a:rPr>
              <a:t> </a:t>
            </a:r>
            <a:r>
              <a:rPr sz="1200" b="1" spc="-5" dirty="0">
                <a:solidFill>
                  <a:srgbClr val="538235"/>
                </a:solidFill>
                <a:latin typeface="Tahoma"/>
                <a:cs typeface="Tahoma"/>
              </a:rPr>
              <a:t>of</a:t>
            </a:r>
            <a:r>
              <a:rPr sz="1200" b="1" spc="325" dirty="0">
                <a:solidFill>
                  <a:srgbClr val="538235"/>
                </a:solidFill>
                <a:latin typeface="Tahoma"/>
                <a:cs typeface="Tahoma"/>
              </a:rPr>
              <a:t> </a:t>
            </a:r>
            <a:r>
              <a:rPr lang="en-IN" sz="1200" b="1" spc="325" dirty="0">
                <a:solidFill>
                  <a:srgbClr val="538235"/>
                </a:solidFill>
                <a:latin typeface="Tahoma"/>
                <a:cs typeface="Tahoma"/>
              </a:rPr>
              <a:t> </a:t>
            </a:r>
          </a:p>
          <a:p>
            <a:pPr marL="182880" marR="5080" indent="-170815" algn="just">
              <a:spcBef>
                <a:spcPts val="100"/>
              </a:spcBef>
            </a:pPr>
            <a:r>
              <a:rPr lang="en-IN" sz="1200" b="1" spc="325" dirty="0">
                <a:solidFill>
                  <a:srgbClr val="538235"/>
                </a:solidFill>
                <a:latin typeface="Tahoma"/>
                <a:cs typeface="Tahoma"/>
              </a:rPr>
              <a:t>  </a:t>
            </a:r>
            <a:r>
              <a:rPr sz="1200" b="1" spc="-5" dirty="0">
                <a:solidFill>
                  <a:srgbClr val="538235"/>
                </a:solidFill>
                <a:latin typeface="Tahoma"/>
                <a:cs typeface="Tahoma"/>
              </a:rPr>
              <a:t>congruent </a:t>
            </a:r>
            <a:r>
              <a:rPr sz="1200" b="1" spc="-360" dirty="0">
                <a:solidFill>
                  <a:srgbClr val="538235"/>
                </a:solidFill>
                <a:latin typeface="Tahoma"/>
                <a:cs typeface="Tahoma"/>
              </a:rPr>
              <a:t> </a:t>
            </a:r>
            <a:r>
              <a:rPr sz="1200" b="1" spc="-5" dirty="0">
                <a:solidFill>
                  <a:srgbClr val="538235"/>
                </a:solidFill>
                <a:latin typeface="Tahoma"/>
                <a:cs typeface="Tahoma"/>
              </a:rPr>
              <a:t>equations</a:t>
            </a:r>
            <a:r>
              <a:rPr sz="1200" b="1" spc="20" dirty="0">
                <a:solidFill>
                  <a:srgbClr val="538235"/>
                </a:solidFill>
                <a:latin typeface="Tahoma"/>
                <a:cs typeface="Tahoma"/>
              </a:rPr>
              <a:t> </a:t>
            </a:r>
            <a:r>
              <a:rPr sz="1200" b="1" spc="-5" dirty="0">
                <a:solidFill>
                  <a:srgbClr val="538235"/>
                </a:solidFill>
                <a:latin typeface="Tahoma"/>
                <a:cs typeface="Tahoma"/>
              </a:rPr>
              <a:t>using</a:t>
            </a:r>
            <a:r>
              <a:rPr sz="1200" b="1" spc="20" dirty="0">
                <a:solidFill>
                  <a:srgbClr val="538235"/>
                </a:solidFill>
                <a:latin typeface="Tahoma"/>
                <a:cs typeface="Tahoma"/>
              </a:rPr>
              <a:t> </a:t>
            </a:r>
            <a:r>
              <a:rPr sz="1200" b="1" spc="-10" dirty="0">
                <a:solidFill>
                  <a:srgbClr val="538235"/>
                </a:solidFill>
                <a:latin typeface="Tahoma"/>
                <a:cs typeface="Tahoma"/>
              </a:rPr>
              <a:t>CRT</a:t>
            </a:r>
            <a:endParaRPr sz="1200" b="1" dirty="0">
              <a:latin typeface="Tahoma"/>
              <a:cs typeface="Tahoma"/>
            </a:endParaRPr>
          </a:p>
          <a:p>
            <a:pPr algn="just"/>
            <a:endParaRPr sz="1250" b="1" dirty="0">
              <a:latin typeface="Tahoma"/>
              <a:cs typeface="Tahoma"/>
            </a:endParaRPr>
          </a:p>
          <a:p>
            <a:pPr marL="12700" algn="just"/>
            <a:r>
              <a:rPr lang="en-IN" sz="1200" b="1" dirty="0">
                <a:solidFill>
                  <a:srgbClr val="538235"/>
                </a:solidFill>
                <a:latin typeface="Tahoma"/>
                <a:cs typeface="Tahoma"/>
              </a:rPr>
              <a:t>	</a:t>
            </a:r>
            <a:r>
              <a:rPr sz="1200" b="1" dirty="0">
                <a:solidFill>
                  <a:srgbClr val="538235"/>
                </a:solidFill>
                <a:latin typeface="Tahoma"/>
                <a:cs typeface="Tahoma"/>
              </a:rPr>
              <a:t>X</a:t>
            </a:r>
            <a:r>
              <a:rPr sz="1200" b="1" spc="-25" dirty="0">
                <a:solidFill>
                  <a:srgbClr val="538235"/>
                </a:solidFill>
                <a:latin typeface="Tahoma"/>
                <a:cs typeface="Tahoma"/>
              </a:rPr>
              <a:t> </a:t>
            </a:r>
            <a:r>
              <a:rPr sz="1200" b="1" dirty="0">
                <a:solidFill>
                  <a:srgbClr val="538235"/>
                </a:solidFill>
                <a:latin typeface="Tahoma"/>
                <a:cs typeface="Tahoma"/>
              </a:rPr>
              <a:t>≡</a:t>
            </a:r>
            <a:r>
              <a:rPr sz="1200" b="1" spc="-25" dirty="0">
                <a:solidFill>
                  <a:srgbClr val="538235"/>
                </a:solidFill>
                <a:latin typeface="Tahoma"/>
                <a:cs typeface="Tahoma"/>
              </a:rPr>
              <a:t> </a:t>
            </a:r>
            <a:r>
              <a:rPr sz="1200" b="1" dirty="0">
                <a:solidFill>
                  <a:srgbClr val="538235"/>
                </a:solidFill>
                <a:latin typeface="Tahoma"/>
                <a:cs typeface="Tahoma"/>
              </a:rPr>
              <a:t>1</a:t>
            </a:r>
            <a:r>
              <a:rPr sz="1200" b="1" spc="-25" dirty="0">
                <a:solidFill>
                  <a:srgbClr val="538235"/>
                </a:solidFill>
                <a:latin typeface="Tahoma"/>
                <a:cs typeface="Tahoma"/>
              </a:rPr>
              <a:t> </a:t>
            </a:r>
            <a:r>
              <a:rPr sz="1200" b="1" dirty="0">
                <a:solidFill>
                  <a:srgbClr val="538235"/>
                </a:solidFill>
                <a:latin typeface="Tahoma"/>
                <a:cs typeface="Tahoma"/>
              </a:rPr>
              <a:t>(mod</a:t>
            </a:r>
            <a:r>
              <a:rPr sz="1200" b="1" spc="-35" dirty="0">
                <a:solidFill>
                  <a:srgbClr val="538235"/>
                </a:solidFill>
                <a:latin typeface="Tahoma"/>
                <a:cs typeface="Tahoma"/>
              </a:rPr>
              <a:t> </a:t>
            </a:r>
            <a:r>
              <a:rPr sz="1200" b="1" spc="-5" dirty="0">
                <a:solidFill>
                  <a:srgbClr val="538235"/>
                </a:solidFill>
                <a:latin typeface="Tahoma"/>
                <a:cs typeface="Tahoma"/>
              </a:rPr>
              <a:t>5)</a:t>
            </a:r>
            <a:endParaRPr sz="1200" b="1" dirty="0">
              <a:latin typeface="Tahoma"/>
              <a:cs typeface="Tahoma"/>
            </a:endParaRPr>
          </a:p>
          <a:p>
            <a:pPr algn="just">
              <a:spcBef>
                <a:spcPts val="5"/>
              </a:spcBef>
            </a:pPr>
            <a:r>
              <a:rPr lang="en-IN" sz="1250" b="1" dirty="0">
                <a:latin typeface="Tahoma"/>
                <a:cs typeface="Tahoma"/>
              </a:rPr>
              <a:t>	</a:t>
            </a:r>
            <a:endParaRPr sz="1250" b="1" dirty="0">
              <a:latin typeface="Tahoma"/>
              <a:cs typeface="Tahoma"/>
            </a:endParaRPr>
          </a:p>
          <a:p>
            <a:pPr marL="12700" algn="just"/>
            <a:r>
              <a:rPr lang="en-IN" sz="1200" b="1" dirty="0">
                <a:solidFill>
                  <a:srgbClr val="538235"/>
                </a:solidFill>
                <a:latin typeface="Tahoma"/>
                <a:cs typeface="Tahoma"/>
              </a:rPr>
              <a:t>	</a:t>
            </a:r>
            <a:r>
              <a:rPr sz="1200" b="1" dirty="0">
                <a:solidFill>
                  <a:srgbClr val="538235"/>
                </a:solidFill>
                <a:latin typeface="Tahoma"/>
                <a:cs typeface="Tahoma"/>
              </a:rPr>
              <a:t>X</a:t>
            </a:r>
            <a:r>
              <a:rPr sz="1200" b="1" spc="-25" dirty="0">
                <a:solidFill>
                  <a:srgbClr val="538235"/>
                </a:solidFill>
                <a:latin typeface="Tahoma"/>
                <a:cs typeface="Tahoma"/>
              </a:rPr>
              <a:t> </a:t>
            </a:r>
            <a:r>
              <a:rPr sz="1200" b="1" dirty="0">
                <a:solidFill>
                  <a:srgbClr val="538235"/>
                </a:solidFill>
                <a:latin typeface="Tahoma"/>
                <a:cs typeface="Tahoma"/>
              </a:rPr>
              <a:t>≡</a:t>
            </a:r>
            <a:r>
              <a:rPr sz="1200" b="1" spc="-25" dirty="0">
                <a:solidFill>
                  <a:srgbClr val="538235"/>
                </a:solidFill>
                <a:latin typeface="Tahoma"/>
                <a:cs typeface="Tahoma"/>
              </a:rPr>
              <a:t> </a:t>
            </a:r>
            <a:r>
              <a:rPr sz="1200" b="1" dirty="0">
                <a:solidFill>
                  <a:srgbClr val="538235"/>
                </a:solidFill>
                <a:latin typeface="Tahoma"/>
                <a:cs typeface="Tahoma"/>
              </a:rPr>
              <a:t>2</a:t>
            </a:r>
            <a:r>
              <a:rPr sz="1200" b="1" spc="-25" dirty="0">
                <a:solidFill>
                  <a:srgbClr val="538235"/>
                </a:solidFill>
                <a:latin typeface="Tahoma"/>
                <a:cs typeface="Tahoma"/>
              </a:rPr>
              <a:t> </a:t>
            </a:r>
            <a:r>
              <a:rPr sz="1200" b="1" dirty="0">
                <a:solidFill>
                  <a:srgbClr val="538235"/>
                </a:solidFill>
                <a:latin typeface="Tahoma"/>
                <a:cs typeface="Tahoma"/>
              </a:rPr>
              <a:t>(mod</a:t>
            </a:r>
            <a:r>
              <a:rPr sz="1200" b="1" spc="-35" dirty="0">
                <a:solidFill>
                  <a:srgbClr val="538235"/>
                </a:solidFill>
                <a:latin typeface="Tahoma"/>
                <a:cs typeface="Tahoma"/>
              </a:rPr>
              <a:t> </a:t>
            </a:r>
            <a:r>
              <a:rPr sz="1200" b="1" spc="-5" dirty="0">
                <a:solidFill>
                  <a:srgbClr val="538235"/>
                </a:solidFill>
                <a:latin typeface="Tahoma"/>
                <a:cs typeface="Tahoma"/>
              </a:rPr>
              <a:t>7)</a:t>
            </a:r>
            <a:endParaRPr sz="1200" b="1" dirty="0">
              <a:latin typeface="Tahoma"/>
              <a:cs typeface="Tahoma"/>
            </a:endParaRPr>
          </a:p>
          <a:p>
            <a:pPr algn="just">
              <a:spcBef>
                <a:spcPts val="30"/>
              </a:spcBef>
            </a:pPr>
            <a:r>
              <a:rPr lang="en-IN" sz="1250" b="1" dirty="0">
                <a:latin typeface="Tahoma"/>
                <a:cs typeface="Tahoma"/>
              </a:rPr>
              <a:t>	</a:t>
            </a:r>
            <a:endParaRPr sz="1250" b="1" dirty="0">
              <a:latin typeface="Tahoma"/>
              <a:cs typeface="Tahoma"/>
            </a:endParaRPr>
          </a:p>
          <a:p>
            <a:pPr marL="12700" algn="just"/>
            <a:r>
              <a:rPr lang="en-IN" sz="1200" b="1" dirty="0">
                <a:solidFill>
                  <a:srgbClr val="538235"/>
                </a:solidFill>
                <a:latin typeface="Tahoma"/>
                <a:cs typeface="Tahoma"/>
              </a:rPr>
              <a:t>	</a:t>
            </a:r>
            <a:r>
              <a:rPr sz="1200" b="1" dirty="0">
                <a:solidFill>
                  <a:srgbClr val="538235"/>
                </a:solidFill>
                <a:latin typeface="Tahoma"/>
                <a:cs typeface="Tahoma"/>
              </a:rPr>
              <a:t>X</a:t>
            </a:r>
            <a:r>
              <a:rPr sz="1200" b="1" spc="-25" dirty="0">
                <a:solidFill>
                  <a:srgbClr val="538235"/>
                </a:solidFill>
                <a:latin typeface="Tahoma"/>
                <a:cs typeface="Tahoma"/>
              </a:rPr>
              <a:t> </a:t>
            </a:r>
            <a:r>
              <a:rPr sz="1200" b="1" dirty="0">
                <a:solidFill>
                  <a:srgbClr val="538235"/>
                </a:solidFill>
                <a:latin typeface="Tahoma"/>
                <a:cs typeface="Tahoma"/>
              </a:rPr>
              <a:t>≡</a:t>
            </a:r>
            <a:r>
              <a:rPr sz="1200" b="1" spc="-25" dirty="0">
                <a:solidFill>
                  <a:srgbClr val="538235"/>
                </a:solidFill>
                <a:latin typeface="Tahoma"/>
                <a:cs typeface="Tahoma"/>
              </a:rPr>
              <a:t> </a:t>
            </a:r>
            <a:r>
              <a:rPr sz="1200" b="1" dirty="0">
                <a:solidFill>
                  <a:srgbClr val="538235"/>
                </a:solidFill>
                <a:latin typeface="Tahoma"/>
                <a:cs typeface="Tahoma"/>
              </a:rPr>
              <a:t>3</a:t>
            </a:r>
            <a:r>
              <a:rPr sz="1200" b="1" spc="-25" dirty="0">
                <a:solidFill>
                  <a:srgbClr val="538235"/>
                </a:solidFill>
                <a:latin typeface="Tahoma"/>
                <a:cs typeface="Tahoma"/>
              </a:rPr>
              <a:t> </a:t>
            </a:r>
            <a:r>
              <a:rPr sz="1200" b="1" dirty="0">
                <a:solidFill>
                  <a:srgbClr val="538235"/>
                </a:solidFill>
                <a:latin typeface="Tahoma"/>
                <a:cs typeface="Tahoma"/>
              </a:rPr>
              <a:t>(mod</a:t>
            </a:r>
            <a:r>
              <a:rPr sz="1200" b="1" spc="-35" dirty="0">
                <a:solidFill>
                  <a:srgbClr val="538235"/>
                </a:solidFill>
                <a:latin typeface="Tahoma"/>
                <a:cs typeface="Tahoma"/>
              </a:rPr>
              <a:t> </a:t>
            </a:r>
            <a:r>
              <a:rPr sz="1200" b="1" spc="-5" dirty="0">
                <a:solidFill>
                  <a:srgbClr val="538235"/>
                </a:solidFill>
                <a:latin typeface="Tahoma"/>
                <a:cs typeface="Tahoma"/>
              </a:rPr>
              <a:t>9)</a:t>
            </a:r>
            <a:endParaRPr sz="1200" b="1" dirty="0">
              <a:latin typeface="Tahoma"/>
              <a:cs typeface="Tahoma"/>
            </a:endParaRPr>
          </a:p>
          <a:p>
            <a:pPr algn="just">
              <a:spcBef>
                <a:spcPts val="5"/>
              </a:spcBef>
            </a:pPr>
            <a:endParaRPr sz="1250" b="1" dirty="0">
              <a:latin typeface="Tahoma"/>
              <a:cs typeface="Tahoma"/>
            </a:endParaRPr>
          </a:p>
          <a:p>
            <a:pPr marL="12700" algn="just"/>
            <a:r>
              <a:rPr lang="en-IN" sz="1200" b="1" dirty="0">
                <a:solidFill>
                  <a:srgbClr val="538235"/>
                </a:solidFill>
                <a:latin typeface="Tahoma"/>
                <a:cs typeface="Tahoma"/>
              </a:rPr>
              <a:t>	</a:t>
            </a:r>
            <a:r>
              <a:rPr sz="1200" b="1" dirty="0">
                <a:solidFill>
                  <a:srgbClr val="538235"/>
                </a:solidFill>
                <a:latin typeface="Tahoma"/>
                <a:cs typeface="Tahoma"/>
              </a:rPr>
              <a:t>X</a:t>
            </a:r>
            <a:r>
              <a:rPr sz="1200" b="1" spc="-15" dirty="0">
                <a:solidFill>
                  <a:srgbClr val="538235"/>
                </a:solidFill>
                <a:latin typeface="Tahoma"/>
                <a:cs typeface="Tahoma"/>
              </a:rPr>
              <a:t> </a:t>
            </a:r>
            <a:r>
              <a:rPr sz="1200" b="1" dirty="0">
                <a:solidFill>
                  <a:srgbClr val="538235"/>
                </a:solidFill>
                <a:latin typeface="Tahoma"/>
                <a:cs typeface="Tahoma"/>
              </a:rPr>
              <a:t>≡</a:t>
            </a:r>
            <a:r>
              <a:rPr sz="1200" b="1" spc="-20" dirty="0">
                <a:solidFill>
                  <a:srgbClr val="538235"/>
                </a:solidFill>
                <a:latin typeface="Tahoma"/>
                <a:cs typeface="Tahoma"/>
              </a:rPr>
              <a:t> </a:t>
            </a:r>
            <a:r>
              <a:rPr sz="1200" b="1" dirty="0">
                <a:solidFill>
                  <a:srgbClr val="538235"/>
                </a:solidFill>
                <a:latin typeface="Tahoma"/>
                <a:cs typeface="Tahoma"/>
              </a:rPr>
              <a:t>4</a:t>
            </a:r>
            <a:r>
              <a:rPr sz="1200" b="1" spc="-15" dirty="0">
                <a:solidFill>
                  <a:srgbClr val="538235"/>
                </a:solidFill>
                <a:latin typeface="Tahoma"/>
                <a:cs typeface="Tahoma"/>
              </a:rPr>
              <a:t> </a:t>
            </a:r>
            <a:r>
              <a:rPr sz="1200" b="1" dirty="0">
                <a:solidFill>
                  <a:srgbClr val="538235"/>
                </a:solidFill>
                <a:latin typeface="Tahoma"/>
                <a:cs typeface="Tahoma"/>
              </a:rPr>
              <a:t>(mod</a:t>
            </a:r>
            <a:r>
              <a:rPr sz="1200" b="1" spc="-35" dirty="0">
                <a:solidFill>
                  <a:srgbClr val="538235"/>
                </a:solidFill>
                <a:latin typeface="Tahoma"/>
                <a:cs typeface="Tahoma"/>
              </a:rPr>
              <a:t> </a:t>
            </a:r>
            <a:r>
              <a:rPr sz="1200" b="1" spc="-10" dirty="0">
                <a:solidFill>
                  <a:srgbClr val="538235"/>
                </a:solidFill>
                <a:latin typeface="Tahoma"/>
                <a:cs typeface="Tahoma"/>
              </a:rPr>
              <a:t>11)</a:t>
            </a:r>
            <a:endParaRPr sz="1200" b="1" dirty="0">
              <a:latin typeface="Tahoma"/>
              <a:cs typeface="Tahoma"/>
            </a:endParaRPr>
          </a:p>
          <a:p>
            <a:pPr algn="just"/>
            <a:endParaRPr sz="1250" b="1" dirty="0">
              <a:latin typeface="Tahoma"/>
              <a:cs typeface="Tahoma"/>
            </a:endParaRPr>
          </a:p>
          <a:p>
            <a:pPr marL="12700" algn="just"/>
            <a:r>
              <a:rPr lang="en-IN" sz="1200" b="1" spc="-10" dirty="0">
                <a:solidFill>
                  <a:srgbClr val="538235"/>
                </a:solidFill>
                <a:latin typeface="Tahoma"/>
                <a:cs typeface="Tahoma"/>
              </a:rPr>
              <a:t>9. </a:t>
            </a:r>
            <a:r>
              <a:rPr sz="1200" b="1" spc="-10" dirty="0">
                <a:solidFill>
                  <a:srgbClr val="538235"/>
                </a:solidFill>
                <a:latin typeface="Tahoma"/>
                <a:cs typeface="Tahoma"/>
              </a:rPr>
              <a:t>Perform</a:t>
            </a:r>
            <a:r>
              <a:rPr sz="1200" b="1" spc="10" dirty="0">
                <a:solidFill>
                  <a:srgbClr val="538235"/>
                </a:solidFill>
                <a:latin typeface="Tahoma"/>
                <a:cs typeface="Tahoma"/>
              </a:rPr>
              <a:t> </a:t>
            </a:r>
            <a:r>
              <a:rPr sz="1200" b="1" spc="-5" dirty="0">
                <a:solidFill>
                  <a:srgbClr val="538235"/>
                </a:solidFill>
                <a:latin typeface="Tahoma"/>
                <a:cs typeface="Tahoma"/>
              </a:rPr>
              <a:t>encryption</a:t>
            </a:r>
            <a:r>
              <a:rPr sz="1200" b="1" spc="45" dirty="0">
                <a:solidFill>
                  <a:srgbClr val="538235"/>
                </a:solidFill>
                <a:latin typeface="Tahoma"/>
                <a:cs typeface="Tahoma"/>
              </a:rPr>
              <a:t> </a:t>
            </a:r>
            <a:r>
              <a:rPr sz="1200" b="1" spc="-5" dirty="0">
                <a:solidFill>
                  <a:srgbClr val="538235"/>
                </a:solidFill>
                <a:latin typeface="Tahoma"/>
                <a:cs typeface="Tahoma"/>
              </a:rPr>
              <a:t>and decryption</a:t>
            </a:r>
            <a:r>
              <a:rPr sz="1200" b="1" spc="10" dirty="0">
                <a:solidFill>
                  <a:srgbClr val="538235"/>
                </a:solidFill>
                <a:latin typeface="Tahoma"/>
                <a:cs typeface="Tahoma"/>
              </a:rPr>
              <a:t> </a:t>
            </a:r>
            <a:r>
              <a:rPr sz="1200" b="1" spc="-5" dirty="0">
                <a:solidFill>
                  <a:srgbClr val="538235"/>
                </a:solidFill>
                <a:latin typeface="Tahoma"/>
                <a:cs typeface="Tahoma"/>
              </a:rPr>
              <a:t>using</a:t>
            </a:r>
            <a:r>
              <a:rPr sz="1200" b="1" spc="25" dirty="0">
                <a:solidFill>
                  <a:srgbClr val="538235"/>
                </a:solidFill>
                <a:latin typeface="Tahoma"/>
                <a:cs typeface="Tahoma"/>
              </a:rPr>
              <a:t> </a:t>
            </a:r>
            <a:r>
              <a:rPr sz="1200" b="1" dirty="0">
                <a:solidFill>
                  <a:srgbClr val="538235"/>
                </a:solidFill>
                <a:latin typeface="Tahoma"/>
                <a:cs typeface="Tahoma"/>
              </a:rPr>
              <a:t>RSA</a:t>
            </a:r>
            <a:r>
              <a:rPr sz="1200" b="1" spc="10" dirty="0">
                <a:solidFill>
                  <a:srgbClr val="538235"/>
                </a:solidFill>
                <a:latin typeface="Tahoma"/>
                <a:cs typeface="Tahoma"/>
              </a:rPr>
              <a:t> </a:t>
            </a:r>
            <a:r>
              <a:rPr sz="1200" b="1" spc="-5" dirty="0">
                <a:solidFill>
                  <a:srgbClr val="538235"/>
                </a:solidFill>
                <a:latin typeface="Tahoma"/>
                <a:cs typeface="Tahoma"/>
              </a:rPr>
              <a:t>algorithm.</a:t>
            </a:r>
            <a:r>
              <a:rPr sz="1200" b="1" spc="15" dirty="0">
                <a:solidFill>
                  <a:srgbClr val="538235"/>
                </a:solidFill>
                <a:latin typeface="Tahoma"/>
                <a:cs typeface="Tahoma"/>
              </a:rPr>
              <a:t> </a:t>
            </a:r>
            <a:r>
              <a:rPr sz="1200" b="1" spc="-10" dirty="0">
                <a:solidFill>
                  <a:srgbClr val="538235"/>
                </a:solidFill>
                <a:latin typeface="Tahoma"/>
                <a:cs typeface="Tahoma"/>
              </a:rPr>
              <a:t>Given:</a:t>
            </a:r>
            <a:r>
              <a:rPr sz="1200" b="1" spc="45" dirty="0">
                <a:solidFill>
                  <a:srgbClr val="538235"/>
                </a:solidFill>
                <a:latin typeface="Tahoma"/>
                <a:cs typeface="Tahoma"/>
              </a:rPr>
              <a:t> </a:t>
            </a:r>
            <a:r>
              <a:rPr sz="1200" b="1" spc="-5" dirty="0">
                <a:solidFill>
                  <a:srgbClr val="538235"/>
                </a:solidFill>
                <a:latin typeface="Tahoma"/>
                <a:cs typeface="Tahoma"/>
              </a:rPr>
              <a:t>p=5;</a:t>
            </a:r>
            <a:r>
              <a:rPr sz="1200" b="1" dirty="0">
                <a:solidFill>
                  <a:srgbClr val="538235"/>
                </a:solidFill>
                <a:latin typeface="Tahoma"/>
                <a:cs typeface="Tahoma"/>
              </a:rPr>
              <a:t> </a:t>
            </a:r>
            <a:r>
              <a:rPr sz="1200" b="1" spc="-5" dirty="0">
                <a:solidFill>
                  <a:srgbClr val="538235"/>
                </a:solidFill>
                <a:latin typeface="Tahoma"/>
                <a:cs typeface="Tahoma"/>
              </a:rPr>
              <a:t>q=11;</a:t>
            </a:r>
            <a:endParaRPr sz="1200" b="1" dirty="0">
              <a:latin typeface="Tahoma"/>
              <a:cs typeface="Tahoma"/>
            </a:endParaRPr>
          </a:p>
          <a:p>
            <a:pPr marL="12700" algn="just"/>
            <a:r>
              <a:rPr lang="en-IN" sz="1200" b="1" spc="-10" dirty="0">
                <a:solidFill>
                  <a:srgbClr val="538235"/>
                </a:solidFill>
                <a:latin typeface="Tahoma"/>
                <a:cs typeface="Tahoma"/>
              </a:rPr>
              <a:t>    </a:t>
            </a:r>
            <a:r>
              <a:rPr sz="1200" b="1" spc="-10" dirty="0">
                <a:solidFill>
                  <a:srgbClr val="538235"/>
                </a:solidFill>
                <a:latin typeface="Tahoma"/>
                <a:cs typeface="Tahoma"/>
              </a:rPr>
              <a:t>e=3;</a:t>
            </a:r>
            <a:r>
              <a:rPr sz="1200" b="1" spc="5" dirty="0">
                <a:solidFill>
                  <a:srgbClr val="538235"/>
                </a:solidFill>
                <a:latin typeface="Tahoma"/>
                <a:cs typeface="Tahoma"/>
              </a:rPr>
              <a:t> </a:t>
            </a:r>
            <a:r>
              <a:rPr sz="1200" b="1" spc="-5" dirty="0">
                <a:solidFill>
                  <a:srgbClr val="538235"/>
                </a:solidFill>
                <a:latin typeface="Tahoma"/>
                <a:cs typeface="Tahoma"/>
              </a:rPr>
              <a:t>M=9.</a:t>
            </a:r>
            <a:r>
              <a:rPr lang="en-IN" sz="1200" b="1" spc="-5" dirty="0">
                <a:solidFill>
                  <a:srgbClr val="538235"/>
                </a:solidFill>
                <a:latin typeface="Tahoma"/>
                <a:cs typeface="Tahoma"/>
              </a:rPr>
              <a:t> </a:t>
            </a:r>
            <a:r>
              <a:rPr sz="1200" b="1" spc="-5" dirty="0">
                <a:solidFill>
                  <a:srgbClr val="538235"/>
                </a:solidFill>
                <a:latin typeface="Tahoma"/>
                <a:cs typeface="Tahoma"/>
              </a:rPr>
              <a:t>Explain</a:t>
            </a:r>
            <a:r>
              <a:rPr sz="1200" b="1" spc="35" dirty="0">
                <a:solidFill>
                  <a:srgbClr val="538235"/>
                </a:solidFill>
                <a:latin typeface="Tahoma"/>
                <a:cs typeface="Tahoma"/>
              </a:rPr>
              <a:t> </a:t>
            </a:r>
            <a:r>
              <a:rPr sz="1200" b="1" dirty="0">
                <a:solidFill>
                  <a:srgbClr val="538235"/>
                </a:solidFill>
                <a:latin typeface="Tahoma"/>
                <a:cs typeface="Tahoma"/>
              </a:rPr>
              <a:t>the </a:t>
            </a:r>
            <a:r>
              <a:rPr sz="1200" b="1" spc="-5" dirty="0">
                <a:solidFill>
                  <a:srgbClr val="538235"/>
                </a:solidFill>
                <a:latin typeface="Tahoma"/>
                <a:cs typeface="Tahoma"/>
              </a:rPr>
              <a:t>strength</a:t>
            </a:r>
            <a:r>
              <a:rPr sz="1200" b="1" spc="10" dirty="0">
                <a:solidFill>
                  <a:srgbClr val="538235"/>
                </a:solidFill>
                <a:latin typeface="Tahoma"/>
                <a:cs typeface="Tahoma"/>
              </a:rPr>
              <a:t> </a:t>
            </a:r>
            <a:r>
              <a:rPr sz="1200" b="1" spc="-5" dirty="0">
                <a:solidFill>
                  <a:srgbClr val="538235"/>
                </a:solidFill>
                <a:latin typeface="Tahoma"/>
                <a:cs typeface="Tahoma"/>
              </a:rPr>
              <a:t>of</a:t>
            </a:r>
            <a:r>
              <a:rPr sz="1200" b="1" spc="5" dirty="0">
                <a:solidFill>
                  <a:srgbClr val="538235"/>
                </a:solidFill>
                <a:latin typeface="Tahoma"/>
                <a:cs typeface="Tahoma"/>
              </a:rPr>
              <a:t> </a:t>
            </a:r>
            <a:r>
              <a:rPr sz="1200" b="1" dirty="0">
                <a:solidFill>
                  <a:srgbClr val="538235"/>
                </a:solidFill>
                <a:latin typeface="Tahoma"/>
                <a:cs typeface="Tahoma"/>
              </a:rPr>
              <a:t>RSA.</a:t>
            </a:r>
            <a:endParaRPr sz="1200" b="1" dirty="0">
              <a:latin typeface="Tahoma"/>
              <a:cs typeface="Tahom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76"/>
          <p:cNvSpPr txBox="1">
            <a:spLocks noGrp="1"/>
          </p:cNvSpPr>
          <p:nvPr>
            <p:ph type="title"/>
          </p:nvPr>
        </p:nvSpPr>
        <p:spPr>
          <a:xfrm>
            <a:off x="1828800" y="228600"/>
            <a:ext cx="3962400" cy="875881"/>
          </a:xfrm>
          <a:prstGeom prst="rect">
            <a:avLst/>
          </a:prstGeom>
          <a:noFill/>
          <a:ln>
            <a:noFill/>
          </a:ln>
        </p:spPr>
        <p:txBody>
          <a:bodyPr spcFirstLastPara="1" wrap="square" lIns="0" tIns="13950" rIns="0" bIns="0" anchor="t" anchorCtr="0">
            <a:spAutoFit/>
          </a:bodyPr>
          <a:lstStyle/>
          <a:p>
            <a:pPr marL="13970" lvl="0" indent="0" algn="l" rtl="0">
              <a:spcBef>
                <a:spcPts val="0"/>
              </a:spcBef>
              <a:spcAft>
                <a:spcPts val="0"/>
              </a:spcAft>
              <a:buNone/>
            </a:pPr>
            <a:r>
              <a:rPr lang="en-US" sz="2800" b="1" dirty="0">
                <a:solidFill>
                  <a:srgbClr val="538235"/>
                </a:solidFill>
                <a:latin typeface="Tahoma"/>
                <a:ea typeface="Tahoma"/>
                <a:cs typeface="Tahoma"/>
                <a:sym typeface="Tahoma"/>
              </a:rPr>
              <a:t>GATE QUESTIONS</a:t>
            </a:r>
            <a:r>
              <a:rPr lang="en-US" sz="2800" dirty="0">
                <a:solidFill>
                  <a:srgbClr val="538235"/>
                </a:solidFill>
                <a:latin typeface="Tahoma"/>
                <a:ea typeface="Tahoma"/>
                <a:cs typeface="Tahoma"/>
                <a:sym typeface="Tahoma"/>
              </a:rPr>
              <a:t/>
            </a:r>
            <a:br>
              <a:rPr lang="en-US" sz="2800" dirty="0">
                <a:solidFill>
                  <a:srgbClr val="538235"/>
                </a:solidFill>
                <a:latin typeface="Tahoma"/>
                <a:ea typeface="Tahoma"/>
                <a:cs typeface="Tahoma"/>
                <a:sym typeface="Tahoma"/>
              </a:rPr>
            </a:br>
            <a:r>
              <a:rPr lang="en-US" dirty="0"/>
              <a:t> </a:t>
            </a:r>
            <a:endParaRPr dirty="0"/>
          </a:p>
        </p:txBody>
      </p:sp>
      <p:sp>
        <p:nvSpPr>
          <p:cNvPr id="27" name="TextBox 26">
            <a:extLst>
              <a:ext uri="{FF2B5EF4-FFF2-40B4-BE49-F238E27FC236}">
                <a16:creationId xmlns:a16="http://schemas.microsoft.com/office/drawing/2014/main" id="{97770C36-F874-009A-D4CA-859B0607E4EC}"/>
              </a:ext>
            </a:extLst>
          </p:cNvPr>
          <p:cNvSpPr txBox="1"/>
          <p:nvPr/>
        </p:nvSpPr>
        <p:spPr>
          <a:xfrm>
            <a:off x="381000" y="914400"/>
            <a:ext cx="6172200" cy="8905002"/>
          </a:xfrm>
          <a:prstGeom prst="rect">
            <a:avLst/>
          </a:prstGeom>
          <a:noFill/>
        </p:spPr>
        <p:txBody>
          <a:bodyPr wrap="square">
            <a:spAutoFit/>
          </a:bodyPr>
          <a:lstStyle/>
          <a:p>
            <a:pPr algn="just" rtl="0">
              <a:spcAft>
                <a:spcPts val="800"/>
              </a:spcAft>
              <a:buNone/>
            </a:pPr>
            <a:r>
              <a:rPr lang="en-US" sz="1200" b="1" spc="10" dirty="0">
                <a:solidFill>
                  <a:srgbClr val="538235"/>
                </a:solidFill>
                <a:latin typeface="Tahoma"/>
                <a:cs typeface="Tahoma"/>
              </a:rPr>
              <a:t>1. RSA Cryptosystem – GATE CSE 2019</a:t>
            </a:r>
          </a:p>
          <a:p>
            <a:pPr rtl="0">
              <a:spcAft>
                <a:spcPts val="800"/>
              </a:spcAft>
              <a:buNone/>
            </a:pPr>
            <a:r>
              <a:rPr lang="en-US" sz="1200" b="1" spc="10" dirty="0">
                <a:solidFill>
                  <a:srgbClr val="538235"/>
                </a:solidFill>
                <a:latin typeface="Tahoma"/>
                <a:cs typeface="Tahoma"/>
              </a:rPr>
              <a:t>Question:</a:t>
            </a:r>
            <a:r>
              <a:rPr lang="en-US" sz="1200" spc="10" dirty="0">
                <a:solidFill>
                  <a:srgbClr val="538235"/>
                </a:solidFill>
                <a:latin typeface="Tahoma"/>
                <a:cs typeface="Tahoma"/>
              </a:rPr>
              <a:t/>
            </a:r>
            <a:br>
              <a:rPr lang="en-US" sz="1200" spc="10" dirty="0">
                <a:solidFill>
                  <a:srgbClr val="538235"/>
                </a:solidFill>
                <a:latin typeface="Tahoma"/>
                <a:cs typeface="Tahoma"/>
              </a:rPr>
            </a:br>
            <a:r>
              <a:rPr lang="en-US" sz="1200" spc="10" dirty="0">
                <a:solidFill>
                  <a:srgbClr val="538235"/>
                </a:solidFill>
                <a:latin typeface="Tahoma"/>
                <a:cs typeface="Tahoma"/>
              </a:rPr>
              <a:t>In an RSA cryptosystem, the value of the public modulus parameter n is 3007. If it is also known that (n)=2880, where ϕ denotes Euler's Totient Function, then the prime factor of n which is greater than 50 is ______.</a:t>
            </a:r>
          </a:p>
          <a:p>
            <a:pPr algn="just" rtl="0">
              <a:spcAft>
                <a:spcPts val="800"/>
              </a:spcAft>
              <a:buNone/>
            </a:pPr>
            <a:r>
              <a:rPr lang="en-US" sz="1200" spc="10" dirty="0">
                <a:solidFill>
                  <a:srgbClr val="538235"/>
                </a:solidFill>
                <a:latin typeface="Tahoma"/>
                <a:cs typeface="Tahoma"/>
              </a:rPr>
              <a:t>Answer: 97</a:t>
            </a:r>
          </a:p>
          <a:p>
            <a:pPr rtl="0">
              <a:spcAft>
                <a:spcPts val="800"/>
              </a:spcAft>
              <a:buNone/>
            </a:pPr>
            <a:r>
              <a:rPr lang="en-US" sz="1200" b="1" spc="10" dirty="0">
                <a:solidFill>
                  <a:srgbClr val="538235"/>
                </a:solidFill>
                <a:latin typeface="Tahoma"/>
                <a:cs typeface="Tahoma"/>
              </a:rPr>
              <a:t>Explanation:</a:t>
            </a:r>
            <a:r>
              <a:rPr lang="en-US" sz="1200" spc="10" dirty="0">
                <a:solidFill>
                  <a:srgbClr val="538235"/>
                </a:solidFill>
                <a:latin typeface="Tahoma"/>
                <a:cs typeface="Tahoma"/>
              </a:rPr>
              <a:t/>
            </a:r>
            <a:br>
              <a:rPr lang="en-US" sz="1200" spc="10" dirty="0">
                <a:solidFill>
                  <a:srgbClr val="538235"/>
                </a:solidFill>
                <a:latin typeface="Tahoma"/>
                <a:cs typeface="Tahoma"/>
              </a:rPr>
            </a:br>
            <a:r>
              <a:rPr lang="en-US" sz="1200" spc="10" dirty="0">
                <a:solidFill>
                  <a:srgbClr val="538235"/>
                </a:solidFill>
                <a:latin typeface="Tahoma"/>
                <a:cs typeface="Tahoma"/>
              </a:rPr>
              <a:t>Given n=3007 and ϕ(n)=2880. Since n=</a:t>
            </a:r>
            <a:r>
              <a:rPr lang="en-US" sz="1200" spc="10" dirty="0" err="1">
                <a:solidFill>
                  <a:srgbClr val="538235"/>
                </a:solidFill>
                <a:latin typeface="Tahoma"/>
                <a:cs typeface="Tahoma"/>
              </a:rPr>
              <a:t>p×q</a:t>
            </a:r>
            <a:r>
              <a:rPr lang="en-US" sz="1200" spc="10" dirty="0">
                <a:solidFill>
                  <a:srgbClr val="538235"/>
                </a:solidFill>
                <a:latin typeface="Tahoma"/>
                <a:cs typeface="Tahoma"/>
              </a:rPr>
              <a:t> and ϕ(n)=(p−1)(q−1), we can factor n to find its prime factors. Testing for divisibility, we find 3007=31×97. Among these, the prime factor greater than 50 is 97.</a:t>
            </a:r>
          </a:p>
          <a:p>
            <a:pPr algn="just">
              <a:buNone/>
            </a:pPr>
            <a:endParaRPr lang="en-US" dirty="0"/>
          </a:p>
          <a:p>
            <a:pPr algn="just"/>
            <a:r>
              <a:rPr lang="en-US" sz="1200" b="1" spc="10" dirty="0">
                <a:solidFill>
                  <a:srgbClr val="538235"/>
                </a:solidFill>
                <a:latin typeface="Tahoma"/>
                <a:cs typeface="Tahoma"/>
              </a:rPr>
              <a:t>2. RSA Cryptosystem – GATE CSE 2017</a:t>
            </a:r>
          </a:p>
          <a:p>
            <a:r>
              <a:rPr lang="en-US" sz="1200" b="1" spc="10" dirty="0">
                <a:solidFill>
                  <a:srgbClr val="538235"/>
                </a:solidFill>
                <a:latin typeface="Tahoma"/>
                <a:cs typeface="Tahoma"/>
              </a:rPr>
              <a:t>Question:</a:t>
            </a:r>
            <a:r>
              <a:rPr lang="en-US" sz="1200" spc="10" dirty="0">
                <a:solidFill>
                  <a:srgbClr val="538235"/>
                </a:solidFill>
                <a:latin typeface="Tahoma"/>
                <a:cs typeface="Tahoma"/>
              </a:rPr>
              <a:t/>
            </a:r>
            <a:br>
              <a:rPr lang="en-US" sz="1200" spc="10" dirty="0">
                <a:solidFill>
                  <a:srgbClr val="538235"/>
                </a:solidFill>
                <a:latin typeface="Tahoma"/>
                <a:cs typeface="Tahoma"/>
              </a:rPr>
            </a:br>
            <a:r>
              <a:rPr lang="en-US" sz="1200" spc="10" dirty="0">
                <a:solidFill>
                  <a:srgbClr val="538235"/>
                </a:solidFill>
                <a:latin typeface="Tahoma"/>
                <a:cs typeface="Tahoma"/>
              </a:rPr>
              <a:t>In an RSA cryptosystem, a participant A uses two prime numbers p=13 and q=17 to generate her public and private keys. If the public key of A is 35, then the private key of A is ______.</a:t>
            </a:r>
          </a:p>
          <a:p>
            <a:pPr algn="just"/>
            <a:r>
              <a:rPr lang="en-US" sz="1200" spc="10" dirty="0">
                <a:solidFill>
                  <a:srgbClr val="538235"/>
                </a:solidFill>
                <a:latin typeface="Tahoma"/>
                <a:cs typeface="Tahoma"/>
              </a:rPr>
              <a:t>Answer: 11</a:t>
            </a:r>
          </a:p>
          <a:p>
            <a:r>
              <a:rPr lang="en-US" sz="1200" b="1" spc="10" dirty="0">
                <a:solidFill>
                  <a:srgbClr val="538235"/>
                </a:solidFill>
                <a:latin typeface="Tahoma"/>
                <a:cs typeface="Tahoma"/>
              </a:rPr>
              <a:t>Explanation:</a:t>
            </a:r>
            <a:r>
              <a:rPr lang="en-US" sz="1200" spc="10" dirty="0">
                <a:solidFill>
                  <a:srgbClr val="538235"/>
                </a:solidFill>
                <a:latin typeface="Tahoma"/>
                <a:cs typeface="Tahoma"/>
              </a:rPr>
              <a:t/>
            </a:r>
            <a:br>
              <a:rPr lang="en-US" sz="1200" spc="10" dirty="0">
                <a:solidFill>
                  <a:srgbClr val="538235"/>
                </a:solidFill>
                <a:latin typeface="Tahoma"/>
                <a:cs typeface="Tahoma"/>
              </a:rPr>
            </a:br>
            <a:r>
              <a:rPr lang="en-US" sz="1200" spc="10" dirty="0">
                <a:solidFill>
                  <a:srgbClr val="538235"/>
                </a:solidFill>
                <a:latin typeface="Tahoma"/>
                <a:cs typeface="Tahoma"/>
              </a:rPr>
              <a:t>Compute n=</a:t>
            </a:r>
            <a:r>
              <a:rPr lang="en-US" sz="1200" spc="10" dirty="0" err="1">
                <a:solidFill>
                  <a:srgbClr val="538235"/>
                </a:solidFill>
                <a:latin typeface="Tahoma"/>
                <a:cs typeface="Tahoma"/>
              </a:rPr>
              <a:t>p×q</a:t>
            </a:r>
            <a:r>
              <a:rPr lang="en-US" sz="1200" spc="10" dirty="0">
                <a:solidFill>
                  <a:srgbClr val="538235"/>
                </a:solidFill>
                <a:latin typeface="Tahoma"/>
                <a:cs typeface="Tahoma"/>
              </a:rPr>
              <a:t>=13×17=221 and ϕ(n)=(p−1)(q−1)=12×16=192. The private key d is the modular multiplicative inverse of e=35 modulo ϕ(n)=192. Solving 35×d≡1mod  192, we find d=11.</a:t>
            </a:r>
          </a:p>
          <a:p>
            <a:pPr algn="just"/>
            <a:endParaRPr lang="en-US" sz="1200" b="1" spc="10" dirty="0">
              <a:solidFill>
                <a:srgbClr val="538235"/>
              </a:solidFill>
              <a:latin typeface="Tahoma"/>
              <a:cs typeface="Tahoma"/>
            </a:endParaRPr>
          </a:p>
          <a:p>
            <a:pPr algn="just"/>
            <a:r>
              <a:rPr lang="en-US" sz="1200" b="1" spc="10" dirty="0">
                <a:solidFill>
                  <a:srgbClr val="538235"/>
                </a:solidFill>
                <a:latin typeface="Tahoma"/>
                <a:cs typeface="Tahoma"/>
              </a:rPr>
              <a:t>3. Diffie-Hellman Key Exchange – GATE CSE 2005</a:t>
            </a:r>
          </a:p>
          <a:p>
            <a:r>
              <a:rPr lang="en-US" sz="1200" b="1" spc="10" dirty="0">
                <a:solidFill>
                  <a:srgbClr val="538235"/>
                </a:solidFill>
                <a:latin typeface="Tahoma"/>
                <a:cs typeface="Tahoma"/>
              </a:rPr>
              <a:t>Question:</a:t>
            </a:r>
            <a:r>
              <a:rPr lang="en-US" sz="1200" spc="10" dirty="0">
                <a:solidFill>
                  <a:srgbClr val="538235"/>
                </a:solidFill>
                <a:latin typeface="Tahoma"/>
                <a:cs typeface="Tahoma"/>
              </a:rPr>
              <a:t/>
            </a:r>
            <a:br>
              <a:rPr lang="en-US" sz="1200" spc="10" dirty="0">
                <a:solidFill>
                  <a:srgbClr val="538235"/>
                </a:solidFill>
                <a:latin typeface="Tahoma"/>
                <a:cs typeface="Tahoma"/>
              </a:rPr>
            </a:br>
            <a:r>
              <a:rPr lang="en-US" sz="1200" spc="10" dirty="0">
                <a:solidFill>
                  <a:srgbClr val="538235"/>
                </a:solidFill>
                <a:latin typeface="Tahoma"/>
                <a:cs typeface="Tahoma"/>
              </a:rPr>
              <a:t>Suppose that two parties A and B wish to set up a common secret key (D-H key) between themselves using the Diffie-Hellman key exchange technique. They agree on 7 as the modulus and 3 as the primitive root. Party A chooses 2 and party B chooses 5 as their respective secrets. Their D-H key is:</a:t>
            </a:r>
          </a:p>
          <a:p>
            <a:pPr algn="just"/>
            <a:r>
              <a:rPr lang="en-US" sz="1200" spc="10" dirty="0">
                <a:solidFill>
                  <a:srgbClr val="538235"/>
                </a:solidFill>
                <a:latin typeface="Tahoma"/>
                <a:cs typeface="Tahoma"/>
              </a:rPr>
              <a:t>Options:</a:t>
            </a:r>
          </a:p>
          <a:p>
            <a:pPr algn="just" fontAlgn="base"/>
            <a:r>
              <a:rPr lang="en-US" sz="1200" spc="10" dirty="0">
                <a:solidFill>
                  <a:srgbClr val="538235"/>
                </a:solidFill>
                <a:latin typeface="Tahoma"/>
                <a:cs typeface="Tahoma"/>
              </a:rPr>
              <a:t>A. 3</a:t>
            </a:r>
          </a:p>
          <a:p>
            <a:pPr algn="just" fontAlgn="base"/>
            <a:r>
              <a:rPr lang="en-US" sz="1200" spc="10" dirty="0">
                <a:solidFill>
                  <a:srgbClr val="538235"/>
                </a:solidFill>
                <a:latin typeface="Tahoma"/>
                <a:cs typeface="Tahoma"/>
              </a:rPr>
              <a:t>B. 4</a:t>
            </a:r>
          </a:p>
          <a:p>
            <a:pPr algn="just" fontAlgn="base"/>
            <a:r>
              <a:rPr lang="en-US" sz="1200" spc="10" dirty="0">
                <a:solidFill>
                  <a:srgbClr val="538235"/>
                </a:solidFill>
                <a:latin typeface="Tahoma"/>
                <a:cs typeface="Tahoma"/>
              </a:rPr>
              <a:t>C. 5</a:t>
            </a:r>
          </a:p>
          <a:p>
            <a:pPr algn="just" fontAlgn="base"/>
            <a:r>
              <a:rPr lang="en-US" sz="1200" spc="10" dirty="0">
                <a:solidFill>
                  <a:srgbClr val="538235"/>
                </a:solidFill>
                <a:latin typeface="Tahoma"/>
                <a:cs typeface="Tahoma"/>
              </a:rPr>
              <a:t>D. 6</a:t>
            </a:r>
          </a:p>
          <a:p>
            <a:pPr algn="just"/>
            <a:r>
              <a:rPr lang="en-US" sz="1200" spc="10" dirty="0">
                <a:solidFill>
                  <a:srgbClr val="538235"/>
                </a:solidFill>
                <a:latin typeface="Tahoma"/>
                <a:cs typeface="Tahoma"/>
              </a:rPr>
              <a:t>Answer: B. 4</a:t>
            </a:r>
          </a:p>
          <a:p>
            <a:r>
              <a:rPr lang="en-US" sz="1200" b="1" spc="10" dirty="0">
                <a:solidFill>
                  <a:srgbClr val="538235"/>
                </a:solidFill>
                <a:latin typeface="Tahoma"/>
                <a:cs typeface="Tahoma"/>
              </a:rPr>
              <a:t>Explanation:</a:t>
            </a:r>
            <a:r>
              <a:rPr lang="en-US" sz="1200" spc="10" dirty="0">
                <a:solidFill>
                  <a:srgbClr val="538235"/>
                </a:solidFill>
                <a:latin typeface="Tahoma"/>
                <a:cs typeface="Tahoma"/>
              </a:rPr>
              <a:t/>
            </a:r>
            <a:br>
              <a:rPr lang="en-US" sz="1200" spc="10" dirty="0">
                <a:solidFill>
                  <a:srgbClr val="538235"/>
                </a:solidFill>
                <a:latin typeface="Tahoma"/>
                <a:cs typeface="Tahoma"/>
              </a:rPr>
            </a:br>
            <a:r>
              <a:rPr lang="en-US" sz="1200" spc="10" dirty="0">
                <a:solidFill>
                  <a:srgbClr val="538235"/>
                </a:solidFill>
                <a:latin typeface="Tahoma"/>
                <a:cs typeface="Tahoma"/>
              </a:rPr>
              <a:t>Public parameters: modulus p=, base g=3. Private keys: A chooses a=2, B chooses b=5. A computes A=ga mod  p=32 mod  7=2, B computes B=</a:t>
            </a:r>
            <a:r>
              <a:rPr lang="en-US" sz="1200" spc="10" dirty="0" err="1">
                <a:solidFill>
                  <a:srgbClr val="538235"/>
                </a:solidFill>
                <a:latin typeface="Tahoma"/>
                <a:cs typeface="Tahoma"/>
              </a:rPr>
              <a:t>gbmod</a:t>
            </a:r>
            <a:r>
              <a:rPr lang="en-US" sz="1200" spc="10" dirty="0">
                <a:solidFill>
                  <a:srgbClr val="538235"/>
                </a:solidFill>
                <a:latin typeface="Tahoma"/>
                <a:cs typeface="Tahoma"/>
              </a:rPr>
              <a:t>  p=35mod  7=5 . Shared secret: A computes s=</a:t>
            </a:r>
            <a:r>
              <a:rPr lang="en-US" sz="1200" spc="10" dirty="0" err="1">
                <a:solidFill>
                  <a:srgbClr val="538235"/>
                </a:solidFill>
                <a:latin typeface="Tahoma"/>
                <a:cs typeface="Tahoma"/>
              </a:rPr>
              <a:t>Bamod</a:t>
            </a:r>
            <a:r>
              <a:rPr lang="en-US" sz="1200" spc="10" dirty="0">
                <a:solidFill>
                  <a:srgbClr val="538235"/>
                </a:solidFill>
                <a:latin typeface="Tahoma"/>
                <a:cs typeface="Tahoma"/>
              </a:rPr>
              <a:t>  p=52mod  7=4, B computes s=</a:t>
            </a:r>
            <a:r>
              <a:rPr lang="en-US" sz="1200" spc="10" dirty="0" err="1">
                <a:solidFill>
                  <a:srgbClr val="538235"/>
                </a:solidFill>
                <a:latin typeface="Tahoma"/>
                <a:cs typeface="Tahoma"/>
              </a:rPr>
              <a:t>Abmod</a:t>
            </a:r>
            <a:r>
              <a:rPr lang="en-US" sz="1200" spc="10" dirty="0">
                <a:solidFill>
                  <a:srgbClr val="538235"/>
                </a:solidFill>
                <a:latin typeface="Tahoma"/>
                <a:cs typeface="Tahoma"/>
              </a:rPr>
              <a:t>  p=25mod  7=4. So, the shared key is 4.</a:t>
            </a:r>
          </a:p>
          <a:p>
            <a:pPr algn="just"/>
            <a:r>
              <a:rPr lang="en-US" sz="1200" dirty="0"/>
              <a:t/>
            </a:r>
            <a:br>
              <a:rPr lang="en-US" sz="1200" dirty="0"/>
            </a:br>
            <a:endParaRPr lang="en-US" sz="1200" spc="10" dirty="0">
              <a:solidFill>
                <a:srgbClr val="538235"/>
              </a:solidFill>
              <a:latin typeface="Tahoma"/>
              <a:cs typeface="Tahoma"/>
            </a:endParaRPr>
          </a:p>
          <a:p>
            <a:r>
              <a:rPr lang="en-US" sz="1200" spc="10" dirty="0">
                <a:solidFill>
                  <a:srgbClr val="538235"/>
                </a:solidFill>
                <a:latin typeface="Tahoma"/>
                <a:cs typeface="Tahoma"/>
              </a:rPr>
              <a:t/>
            </a:r>
            <a:br>
              <a:rPr lang="en-US" sz="1200" spc="10" dirty="0">
                <a:solidFill>
                  <a:srgbClr val="538235"/>
                </a:solidFill>
                <a:latin typeface="Tahoma"/>
                <a:cs typeface="Tahoma"/>
              </a:rPr>
            </a:br>
            <a:r>
              <a:rPr lang="en-US" dirty="0"/>
              <a:t/>
            </a:r>
            <a:br>
              <a:rPr lang="en-US" dirty="0"/>
            </a:br>
            <a:endParaRPr lang="en-IN"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60">
          <a:extLst>
            <a:ext uri="{FF2B5EF4-FFF2-40B4-BE49-F238E27FC236}">
              <a16:creationId xmlns:a16="http://schemas.microsoft.com/office/drawing/2014/main" id="{5B8073D9-E710-FDA5-3DF5-1CE9597D4FAC}"/>
            </a:ext>
          </a:extLst>
        </p:cNvPr>
        <p:cNvGrpSpPr/>
        <p:nvPr/>
      </p:nvGrpSpPr>
      <p:grpSpPr>
        <a:xfrm>
          <a:off x="0" y="0"/>
          <a:ext cx="0" cy="0"/>
          <a:chOff x="0" y="0"/>
          <a:chExt cx="0" cy="0"/>
        </a:xfrm>
      </p:grpSpPr>
      <p:sp>
        <p:nvSpPr>
          <p:cNvPr id="27" name="TextBox 26">
            <a:extLst>
              <a:ext uri="{FF2B5EF4-FFF2-40B4-BE49-F238E27FC236}">
                <a16:creationId xmlns:a16="http://schemas.microsoft.com/office/drawing/2014/main" id="{00799F59-51AF-03C3-849D-D86054BB429C}"/>
              </a:ext>
            </a:extLst>
          </p:cNvPr>
          <p:cNvSpPr txBox="1"/>
          <p:nvPr/>
        </p:nvSpPr>
        <p:spPr>
          <a:xfrm>
            <a:off x="342900" y="304800"/>
            <a:ext cx="6172200" cy="10618291"/>
          </a:xfrm>
          <a:prstGeom prst="rect">
            <a:avLst/>
          </a:prstGeom>
          <a:noFill/>
        </p:spPr>
        <p:txBody>
          <a:bodyPr wrap="square">
            <a:spAutoFit/>
          </a:bodyPr>
          <a:lstStyle/>
          <a:p>
            <a:r>
              <a:rPr lang="en-IN" sz="1200" b="1" spc="10" dirty="0">
                <a:solidFill>
                  <a:srgbClr val="538235"/>
                </a:solidFill>
                <a:latin typeface="Tahoma"/>
                <a:cs typeface="Tahoma"/>
              </a:rPr>
              <a:t>4. Euler's Totient Function – GATE CSE 2005</a:t>
            </a:r>
          </a:p>
          <a:p>
            <a:r>
              <a:rPr lang="en-IN" sz="1200" b="1" spc="10" dirty="0">
                <a:solidFill>
                  <a:srgbClr val="538235"/>
                </a:solidFill>
                <a:latin typeface="Tahoma"/>
                <a:cs typeface="Tahoma"/>
              </a:rPr>
              <a:t>Question:</a:t>
            </a:r>
            <a:br>
              <a:rPr lang="en-IN" sz="1200" b="1" spc="10" dirty="0">
                <a:solidFill>
                  <a:srgbClr val="538235"/>
                </a:solidFill>
                <a:latin typeface="Tahoma"/>
                <a:cs typeface="Tahoma"/>
              </a:rPr>
            </a:br>
            <a:r>
              <a:rPr lang="en-IN" sz="1200" spc="10" dirty="0">
                <a:solidFill>
                  <a:srgbClr val="538235"/>
                </a:solidFill>
                <a:latin typeface="Tahoma"/>
                <a:cs typeface="Tahoma"/>
              </a:rPr>
              <a:t>If </a:t>
            </a:r>
            <a:r>
              <a:rPr lang="el-GR" sz="1200" spc="10" dirty="0">
                <a:solidFill>
                  <a:srgbClr val="538235"/>
                </a:solidFill>
                <a:latin typeface="Tahoma"/>
                <a:cs typeface="Tahoma"/>
              </a:rPr>
              <a:t>ϕ </a:t>
            </a:r>
            <a:r>
              <a:rPr lang="en-IN" sz="1200" spc="10" dirty="0">
                <a:solidFill>
                  <a:srgbClr val="538235"/>
                </a:solidFill>
                <a:latin typeface="Tahoma"/>
                <a:cs typeface="Tahoma"/>
              </a:rPr>
              <a:t>is Euler's Totient function, then </a:t>
            </a:r>
            <a:r>
              <a:rPr lang="el-GR" sz="1200" spc="10" dirty="0">
                <a:solidFill>
                  <a:srgbClr val="538235"/>
                </a:solidFill>
                <a:latin typeface="Tahoma"/>
                <a:cs typeface="Tahoma"/>
              </a:rPr>
              <a:t>ϕ(92)= ______.</a:t>
            </a:r>
            <a:r>
              <a:rPr lang="en-IN" sz="1200" spc="10" dirty="0">
                <a:solidFill>
                  <a:srgbClr val="538235"/>
                </a:solidFill>
                <a:latin typeface="Tahoma"/>
                <a:cs typeface="Tahoma"/>
              </a:rPr>
              <a:t> </a:t>
            </a:r>
          </a:p>
          <a:p>
            <a:r>
              <a:rPr lang="en-IN" sz="1200" spc="10" dirty="0">
                <a:solidFill>
                  <a:srgbClr val="538235"/>
                </a:solidFill>
                <a:latin typeface="Tahoma"/>
                <a:cs typeface="Tahoma"/>
              </a:rPr>
              <a:t>Answer: 44</a:t>
            </a:r>
          </a:p>
          <a:p>
            <a:r>
              <a:rPr lang="en-IN" sz="1200" b="1" spc="10" dirty="0">
                <a:solidFill>
                  <a:srgbClr val="538235"/>
                </a:solidFill>
                <a:latin typeface="Tahoma"/>
                <a:cs typeface="Tahoma"/>
              </a:rPr>
              <a:t>Explanation:</a:t>
            </a:r>
            <a:r>
              <a:rPr lang="en-IN" sz="1200" spc="10" dirty="0">
                <a:solidFill>
                  <a:srgbClr val="538235"/>
                </a:solidFill>
                <a:latin typeface="Tahoma"/>
                <a:cs typeface="Tahoma"/>
              </a:rPr>
              <a:t/>
            </a:r>
            <a:br>
              <a:rPr lang="en-IN" sz="1200" spc="10" dirty="0">
                <a:solidFill>
                  <a:srgbClr val="538235"/>
                </a:solidFill>
                <a:latin typeface="Tahoma"/>
                <a:cs typeface="Tahoma"/>
              </a:rPr>
            </a:br>
            <a:r>
              <a:rPr lang="en-IN" sz="1200" spc="10" dirty="0">
                <a:solidFill>
                  <a:srgbClr val="538235"/>
                </a:solidFill>
                <a:latin typeface="Tahoma"/>
                <a:cs typeface="Tahoma"/>
              </a:rPr>
              <a:t>The prime factorization of 92 is 22×23. Euler's Totient function </a:t>
            </a:r>
            <a:r>
              <a:rPr lang="el-GR" sz="1200" spc="10" dirty="0">
                <a:solidFill>
                  <a:srgbClr val="538235"/>
                </a:solidFill>
                <a:latin typeface="Tahoma"/>
                <a:cs typeface="Tahoma"/>
              </a:rPr>
              <a:t>ϕ(</a:t>
            </a:r>
            <a:r>
              <a:rPr lang="en-IN" sz="1200" spc="10" dirty="0">
                <a:solidFill>
                  <a:srgbClr val="538235"/>
                </a:solidFill>
                <a:latin typeface="Tahoma"/>
                <a:cs typeface="Tahoma"/>
              </a:rPr>
              <a:t>n) for n=</a:t>
            </a:r>
            <a:r>
              <a:rPr lang="en-IN" sz="1200" spc="10" dirty="0" err="1">
                <a:solidFill>
                  <a:srgbClr val="538235"/>
                </a:solidFill>
                <a:latin typeface="Tahoma"/>
                <a:cs typeface="Tahoma"/>
              </a:rPr>
              <a:t>pa×qb</a:t>
            </a:r>
            <a:r>
              <a:rPr lang="en-IN" sz="1200" spc="10" dirty="0">
                <a:solidFill>
                  <a:srgbClr val="538235"/>
                </a:solidFill>
                <a:latin typeface="Tahoma"/>
                <a:cs typeface="Tahoma"/>
              </a:rPr>
              <a:t> is </a:t>
            </a:r>
            <a:r>
              <a:rPr lang="el-GR" sz="1200" spc="10" dirty="0">
                <a:solidFill>
                  <a:srgbClr val="538235"/>
                </a:solidFill>
                <a:latin typeface="Tahoma"/>
                <a:cs typeface="Tahoma"/>
              </a:rPr>
              <a:t>ϕ(</a:t>
            </a:r>
            <a:r>
              <a:rPr lang="en-IN" sz="1200" spc="10" dirty="0">
                <a:solidFill>
                  <a:srgbClr val="538235"/>
                </a:solidFill>
                <a:latin typeface="Tahoma"/>
                <a:cs typeface="Tahoma"/>
              </a:rPr>
              <a:t>n)=n×(1−(1/p))×(1−(1/q)). Thus, </a:t>
            </a:r>
            <a:r>
              <a:rPr lang="el-GR" sz="1200" spc="10" dirty="0">
                <a:solidFill>
                  <a:srgbClr val="538235"/>
                </a:solidFill>
                <a:latin typeface="Tahoma"/>
                <a:cs typeface="Tahoma"/>
              </a:rPr>
              <a:t>ϕ(92)=92×(1−(1/2))×(1−(1/23))=92×(1/2)×(22/23)=44.</a:t>
            </a:r>
          </a:p>
          <a:p>
            <a:pPr algn="just"/>
            <a:endParaRPr lang="en-US" sz="1200" b="1" spc="10" dirty="0">
              <a:solidFill>
                <a:srgbClr val="538235"/>
              </a:solidFill>
              <a:latin typeface="Tahoma"/>
              <a:cs typeface="Tahoma"/>
            </a:endParaRPr>
          </a:p>
          <a:p>
            <a:r>
              <a:rPr lang="en-US" sz="1200" b="1" spc="10" dirty="0">
                <a:solidFill>
                  <a:srgbClr val="538235"/>
                </a:solidFill>
                <a:latin typeface="Tahoma"/>
                <a:cs typeface="Tahoma"/>
              </a:rPr>
              <a:t>5. Chinese Remainder Theorem – GATE CSE 2007</a:t>
            </a:r>
          </a:p>
          <a:p>
            <a:r>
              <a:rPr lang="en-US" sz="1200" b="1" spc="10" dirty="0">
                <a:solidFill>
                  <a:srgbClr val="538235"/>
                </a:solidFill>
                <a:latin typeface="Tahoma"/>
                <a:cs typeface="Tahoma"/>
              </a:rPr>
              <a:t>Question:</a:t>
            </a:r>
            <a:r>
              <a:rPr lang="en-US" sz="1200" spc="10" dirty="0">
                <a:solidFill>
                  <a:srgbClr val="538235"/>
                </a:solidFill>
                <a:latin typeface="Tahoma"/>
                <a:cs typeface="Tahoma"/>
              </a:rPr>
              <a:t/>
            </a:r>
            <a:br>
              <a:rPr lang="en-US" sz="1200" spc="10" dirty="0">
                <a:solidFill>
                  <a:srgbClr val="538235"/>
                </a:solidFill>
                <a:latin typeface="Tahoma"/>
                <a:cs typeface="Tahoma"/>
              </a:rPr>
            </a:br>
            <a:r>
              <a:rPr lang="en-US" sz="1200" spc="10" dirty="0">
                <a:solidFill>
                  <a:srgbClr val="538235"/>
                </a:solidFill>
                <a:latin typeface="Tahoma"/>
                <a:cs typeface="Tahoma"/>
              </a:rPr>
              <a:t>Find the smallest positive integer x such that:</a:t>
            </a:r>
            <a:br>
              <a:rPr lang="en-US" sz="1200" spc="10" dirty="0">
                <a:solidFill>
                  <a:srgbClr val="538235"/>
                </a:solidFill>
                <a:latin typeface="Tahoma"/>
                <a:cs typeface="Tahoma"/>
              </a:rPr>
            </a:br>
            <a:r>
              <a:rPr lang="en-US" sz="1200" spc="10" dirty="0">
                <a:solidFill>
                  <a:srgbClr val="538235"/>
                </a:solidFill>
                <a:latin typeface="Tahoma"/>
                <a:cs typeface="Tahoma"/>
              </a:rPr>
              <a:t>x≡3mod  5</a:t>
            </a:r>
            <a:br>
              <a:rPr lang="en-US" sz="1200" spc="10" dirty="0">
                <a:solidFill>
                  <a:srgbClr val="538235"/>
                </a:solidFill>
                <a:latin typeface="Tahoma"/>
                <a:cs typeface="Tahoma"/>
              </a:rPr>
            </a:br>
            <a:r>
              <a:rPr lang="en-US" sz="1200" spc="10" dirty="0">
                <a:solidFill>
                  <a:srgbClr val="538235"/>
                </a:solidFill>
                <a:latin typeface="Tahoma"/>
                <a:cs typeface="Tahoma"/>
              </a:rPr>
              <a:t>x≡4mod  7</a:t>
            </a:r>
          </a:p>
          <a:p>
            <a:r>
              <a:rPr lang="en-US" sz="1200" spc="10" dirty="0">
                <a:solidFill>
                  <a:srgbClr val="538235"/>
                </a:solidFill>
                <a:latin typeface="Tahoma"/>
                <a:cs typeface="Tahoma"/>
              </a:rPr>
              <a:t>Answer: 24</a:t>
            </a:r>
          </a:p>
          <a:p>
            <a:r>
              <a:rPr lang="en-US" sz="1200" b="1" spc="10" dirty="0">
                <a:solidFill>
                  <a:srgbClr val="538235"/>
                </a:solidFill>
                <a:latin typeface="Tahoma"/>
                <a:cs typeface="Tahoma"/>
              </a:rPr>
              <a:t>Explanation:</a:t>
            </a:r>
            <a:r>
              <a:rPr lang="en-US" sz="1200" spc="10" dirty="0">
                <a:solidFill>
                  <a:srgbClr val="538235"/>
                </a:solidFill>
                <a:latin typeface="Tahoma"/>
                <a:cs typeface="Tahoma"/>
              </a:rPr>
              <a:t/>
            </a:r>
            <a:br>
              <a:rPr lang="en-US" sz="1200" spc="10" dirty="0">
                <a:solidFill>
                  <a:srgbClr val="538235"/>
                </a:solidFill>
                <a:latin typeface="Tahoma"/>
                <a:cs typeface="Tahoma"/>
              </a:rPr>
            </a:br>
            <a:r>
              <a:rPr lang="en-US" sz="1200" spc="10" dirty="0">
                <a:solidFill>
                  <a:srgbClr val="538235"/>
                </a:solidFill>
                <a:latin typeface="Tahoma"/>
                <a:cs typeface="Tahoma"/>
              </a:rPr>
              <a:t>Using the Chinese Remainder Theorem, we can find a unique solution modulo 5×7=35. Solving the congruences, we find x=24 satisfies both conditions.</a:t>
            </a:r>
          </a:p>
          <a:p>
            <a:endParaRPr lang="en-US" sz="1200" spc="10" dirty="0">
              <a:solidFill>
                <a:srgbClr val="538235"/>
              </a:solidFill>
              <a:latin typeface="Tahoma"/>
              <a:cs typeface="Tahoma"/>
            </a:endParaRPr>
          </a:p>
          <a:p>
            <a:r>
              <a:rPr lang="en-US" sz="1200" b="1" spc="10" dirty="0">
                <a:solidFill>
                  <a:srgbClr val="538235"/>
                </a:solidFill>
                <a:latin typeface="Tahoma"/>
                <a:cs typeface="Tahoma"/>
              </a:rPr>
              <a:t>6.Primality Testing – GATE CSE 2013</a:t>
            </a:r>
          </a:p>
          <a:p>
            <a:r>
              <a:rPr lang="en-US" sz="1200" b="1" spc="10" dirty="0">
                <a:solidFill>
                  <a:srgbClr val="538235"/>
                </a:solidFill>
                <a:latin typeface="Tahoma"/>
                <a:cs typeface="Tahoma"/>
              </a:rPr>
              <a:t>Question:</a:t>
            </a:r>
            <a:r>
              <a:rPr lang="en-US" sz="1200" spc="10" dirty="0">
                <a:solidFill>
                  <a:srgbClr val="538235"/>
                </a:solidFill>
                <a:latin typeface="Tahoma"/>
                <a:cs typeface="Tahoma"/>
              </a:rPr>
              <a:t/>
            </a:r>
            <a:br>
              <a:rPr lang="en-US" sz="1200" spc="10" dirty="0">
                <a:solidFill>
                  <a:srgbClr val="538235"/>
                </a:solidFill>
                <a:latin typeface="Tahoma"/>
                <a:cs typeface="Tahoma"/>
              </a:rPr>
            </a:br>
            <a:r>
              <a:rPr lang="en-US" sz="1200" spc="10" dirty="0">
                <a:solidFill>
                  <a:srgbClr val="538235"/>
                </a:solidFill>
                <a:latin typeface="Tahoma"/>
                <a:cs typeface="Tahoma"/>
              </a:rPr>
              <a:t>Which of the following numbers is a prime?</a:t>
            </a:r>
          </a:p>
          <a:p>
            <a:r>
              <a:rPr lang="en-US" sz="1200" spc="10" dirty="0">
                <a:solidFill>
                  <a:srgbClr val="538235"/>
                </a:solidFill>
                <a:latin typeface="Tahoma"/>
                <a:cs typeface="Tahoma"/>
              </a:rPr>
              <a:t>Options:</a:t>
            </a:r>
          </a:p>
          <a:p>
            <a:pPr fontAlgn="base"/>
            <a:r>
              <a:rPr lang="en-US" sz="1200" spc="10" dirty="0">
                <a:solidFill>
                  <a:srgbClr val="538235"/>
                </a:solidFill>
                <a:latin typeface="Tahoma"/>
                <a:cs typeface="Tahoma"/>
              </a:rPr>
              <a:t>A. 91</a:t>
            </a:r>
          </a:p>
          <a:p>
            <a:pPr fontAlgn="base"/>
            <a:r>
              <a:rPr lang="en-US" sz="1200" spc="10" dirty="0">
                <a:solidFill>
                  <a:srgbClr val="538235"/>
                </a:solidFill>
                <a:latin typeface="Tahoma"/>
                <a:cs typeface="Tahoma"/>
              </a:rPr>
              <a:t>B. 97</a:t>
            </a:r>
          </a:p>
          <a:p>
            <a:pPr fontAlgn="base"/>
            <a:r>
              <a:rPr lang="en-US" sz="1200" spc="10" dirty="0">
                <a:solidFill>
                  <a:srgbClr val="538235"/>
                </a:solidFill>
                <a:latin typeface="Tahoma"/>
                <a:cs typeface="Tahoma"/>
              </a:rPr>
              <a:t>C. 111</a:t>
            </a:r>
          </a:p>
          <a:p>
            <a:pPr fontAlgn="base"/>
            <a:r>
              <a:rPr lang="en-US" sz="1200" spc="10" dirty="0">
                <a:solidFill>
                  <a:srgbClr val="538235"/>
                </a:solidFill>
                <a:latin typeface="Tahoma"/>
                <a:cs typeface="Tahoma"/>
              </a:rPr>
              <a:t>D. 143</a:t>
            </a:r>
          </a:p>
          <a:p>
            <a:r>
              <a:rPr lang="en-US" sz="1200" spc="10" dirty="0">
                <a:solidFill>
                  <a:srgbClr val="538235"/>
                </a:solidFill>
                <a:latin typeface="Tahoma"/>
                <a:cs typeface="Tahoma"/>
              </a:rPr>
              <a:t>Answer: B. 97</a:t>
            </a:r>
          </a:p>
          <a:p>
            <a:r>
              <a:rPr lang="en-US" sz="1200" b="1" spc="10" dirty="0">
                <a:solidFill>
                  <a:srgbClr val="538235"/>
                </a:solidFill>
                <a:latin typeface="Tahoma"/>
                <a:cs typeface="Tahoma"/>
              </a:rPr>
              <a:t>Explanation:</a:t>
            </a:r>
            <a:r>
              <a:rPr lang="en-US" sz="1200" spc="10" dirty="0">
                <a:solidFill>
                  <a:srgbClr val="538235"/>
                </a:solidFill>
                <a:latin typeface="Tahoma"/>
                <a:cs typeface="Tahoma"/>
              </a:rPr>
              <a:t/>
            </a:r>
            <a:br>
              <a:rPr lang="en-US" sz="1200" spc="10" dirty="0">
                <a:solidFill>
                  <a:srgbClr val="538235"/>
                </a:solidFill>
                <a:latin typeface="Tahoma"/>
                <a:cs typeface="Tahoma"/>
              </a:rPr>
            </a:br>
            <a:r>
              <a:rPr lang="en-US" sz="1200" spc="10" dirty="0">
                <a:solidFill>
                  <a:srgbClr val="538235"/>
                </a:solidFill>
                <a:latin typeface="Tahoma"/>
                <a:cs typeface="Tahoma"/>
              </a:rPr>
              <a:t>Among the options, 97 is a prime number. The others can be factored:</a:t>
            </a:r>
          </a:p>
          <a:p>
            <a:pPr fontAlgn="base"/>
            <a:r>
              <a:rPr lang="en-US" sz="1200" spc="10" dirty="0">
                <a:solidFill>
                  <a:srgbClr val="538235"/>
                </a:solidFill>
                <a:latin typeface="Tahoma"/>
                <a:cs typeface="Tahoma"/>
              </a:rPr>
              <a:t>91 = 7 × 13</a:t>
            </a:r>
          </a:p>
          <a:p>
            <a:pPr fontAlgn="base"/>
            <a:r>
              <a:rPr lang="en-US" sz="1200" spc="10" dirty="0">
                <a:solidFill>
                  <a:srgbClr val="538235"/>
                </a:solidFill>
                <a:latin typeface="Tahoma"/>
                <a:cs typeface="Tahoma"/>
              </a:rPr>
              <a:t>111 = 3 × 37</a:t>
            </a:r>
          </a:p>
          <a:p>
            <a:pPr fontAlgn="base"/>
            <a:r>
              <a:rPr lang="en-US" sz="1200" spc="10" dirty="0">
                <a:solidFill>
                  <a:srgbClr val="538235"/>
                </a:solidFill>
                <a:latin typeface="Tahoma"/>
                <a:cs typeface="Tahoma"/>
              </a:rPr>
              <a:t>143 = 11 × 13</a:t>
            </a:r>
          </a:p>
          <a:p>
            <a:pPr fontAlgn="base"/>
            <a:endParaRPr lang="en-US" sz="1200" b="1" spc="10" dirty="0">
              <a:solidFill>
                <a:srgbClr val="538235"/>
              </a:solidFill>
              <a:latin typeface="Tahoma"/>
              <a:cs typeface="Tahoma"/>
            </a:endParaRPr>
          </a:p>
          <a:p>
            <a:r>
              <a:rPr lang="en-US" sz="1200" b="1" spc="10" dirty="0">
                <a:solidFill>
                  <a:srgbClr val="538235"/>
                </a:solidFill>
                <a:latin typeface="Tahoma"/>
                <a:cs typeface="Tahoma"/>
              </a:rPr>
              <a:t>7. Fermat’s Theorem – GATE CSE 2019</a:t>
            </a:r>
          </a:p>
          <a:p>
            <a:r>
              <a:rPr lang="en-US" sz="1200" spc="10" dirty="0">
                <a:solidFill>
                  <a:srgbClr val="538235"/>
                </a:solidFill>
                <a:latin typeface="Tahoma"/>
                <a:cs typeface="Tahoma"/>
              </a:rPr>
              <a:t>The value of 351 mod 5 is_________.</a:t>
            </a:r>
          </a:p>
          <a:p>
            <a:r>
              <a:rPr lang="en-US" sz="1200" b="1" spc="10" dirty="0">
                <a:solidFill>
                  <a:srgbClr val="538235"/>
                </a:solidFill>
                <a:latin typeface="Tahoma"/>
                <a:cs typeface="Tahoma"/>
              </a:rPr>
              <a:t>Answer</a:t>
            </a:r>
          </a:p>
          <a:p>
            <a:r>
              <a:rPr lang="en-US" sz="1200" spc="10" dirty="0">
                <a:solidFill>
                  <a:srgbClr val="538235"/>
                </a:solidFill>
                <a:latin typeface="Tahoma"/>
                <a:cs typeface="Tahoma"/>
              </a:rPr>
              <a:t>Correct answer is 2</a:t>
            </a:r>
          </a:p>
          <a:p>
            <a:r>
              <a:rPr lang="en-US" sz="1200" b="1" spc="10" dirty="0">
                <a:solidFill>
                  <a:srgbClr val="538235"/>
                </a:solidFill>
                <a:latin typeface="Tahoma"/>
                <a:cs typeface="Tahoma"/>
              </a:rPr>
              <a:t>10. Primality Testing – GATE CSE 2013</a:t>
            </a:r>
          </a:p>
          <a:p>
            <a:r>
              <a:rPr lang="en-US" sz="1200" spc="10" dirty="0">
                <a:solidFill>
                  <a:srgbClr val="538235"/>
                </a:solidFill>
                <a:latin typeface="Tahoma"/>
                <a:cs typeface="Tahoma"/>
              </a:rPr>
              <a:t>Which of the following is a probabilistic primality test?</a:t>
            </a:r>
          </a:p>
          <a:p>
            <a:r>
              <a:rPr lang="en-US" sz="1200" spc="10" dirty="0">
                <a:solidFill>
                  <a:srgbClr val="538235"/>
                </a:solidFill>
                <a:latin typeface="Tahoma"/>
                <a:cs typeface="Tahoma"/>
              </a:rPr>
              <a:t>A. Trial Division</a:t>
            </a:r>
          </a:p>
          <a:p>
            <a:r>
              <a:rPr lang="en-US" sz="1200" spc="10" dirty="0">
                <a:solidFill>
                  <a:srgbClr val="538235"/>
                </a:solidFill>
                <a:latin typeface="Tahoma"/>
                <a:cs typeface="Tahoma"/>
              </a:rPr>
              <a:t>B. AKS Primality Test</a:t>
            </a:r>
          </a:p>
          <a:p>
            <a:r>
              <a:rPr lang="en-US" sz="1200" spc="10" dirty="0">
                <a:solidFill>
                  <a:srgbClr val="538235"/>
                </a:solidFill>
                <a:latin typeface="Tahoma"/>
                <a:cs typeface="Tahoma"/>
              </a:rPr>
              <a:t>C. Fermat Primality Test</a:t>
            </a:r>
          </a:p>
          <a:p>
            <a:r>
              <a:rPr lang="en-US" sz="1200" spc="10" dirty="0">
                <a:solidFill>
                  <a:srgbClr val="538235"/>
                </a:solidFill>
                <a:latin typeface="Tahoma"/>
                <a:cs typeface="Tahoma"/>
              </a:rPr>
              <a:t>D. Sieve of Eratosthenes</a:t>
            </a:r>
          </a:p>
          <a:p>
            <a:r>
              <a:rPr lang="en-US" sz="1200" spc="10" dirty="0">
                <a:solidFill>
                  <a:srgbClr val="538235"/>
                </a:solidFill>
                <a:latin typeface="Tahoma"/>
                <a:cs typeface="Tahoma"/>
              </a:rPr>
              <a:t>Answer: C. Fermat Primality Test</a:t>
            </a:r>
          </a:p>
          <a:p>
            <a:r>
              <a:rPr lang="en-US" sz="1200" b="1" spc="10" dirty="0">
                <a:solidFill>
                  <a:srgbClr val="538235"/>
                </a:solidFill>
                <a:latin typeface="Tahoma"/>
                <a:cs typeface="Tahoma"/>
              </a:rPr>
              <a:t>Explanation: </a:t>
            </a:r>
            <a:r>
              <a:rPr lang="en-US" sz="1200" spc="10" dirty="0">
                <a:solidFill>
                  <a:srgbClr val="538235"/>
                </a:solidFill>
                <a:latin typeface="Tahoma"/>
                <a:cs typeface="Tahoma"/>
              </a:rPr>
              <a:t>The Fermat Primality Test is a probabilistic method that can identify composite numbers but may falsely identify some composites (Carmichael numbers) as primes.</a:t>
            </a:r>
          </a:p>
          <a:p>
            <a:r>
              <a:rPr lang="en-US" sz="1200" dirty="0"/>
              <a:t/>
            </a:r>
            <a:br>
              <a:rPr lang="en-US" sz="1200" dirty="0"/>
            </a:br>
            <a:endParaRPr lang="en-US" sz="1200" spc="10" dirty="0">
              <a:solidFill>
                <a:srgbClr val="538235"/>
              </a:solidFill>
              <a:latin typeface="Tahoma"/>
              <a:cs typeface="Tahoma"/>
            </a:endParaRPr>
          </a:p>
          <a:p>
            <a:endParaRPr lang="en-US" sz="1200" spc="10" dirty="0">
              <a:solidFill>
                <a:srgbClr val="538235"/>
              </a:solidFill>
              <a:latin typeface="Tahoma"/>
              <a:cs typeface="Tahoma"/>
            </a:endParaRPr>
          </a:p>
          <a:p>
            <a:r>
              <a:rPr lang="en-US" sz="1200" dirty="0"/>
              <a:t/>
            </a:r>
            <a:br>
              <a:rPr lang="en-US" sz="1200" dirty="0"/>
            </a:br>
            <a:endParaRPr lang="en-US" sz="1200" spc="10" dirty="0">
              <a:solidFill>
                <a:srgbClr val="538235"/>
              </a:solidFill>
              <a:latin typeface="Tahoma"/>
              <a:cs typeface="Tahoma"/>
            </a:endParaRPr>
          </a:p>
          <a:p>
            <a:r>
              <a:rPr lang="en-US" sz="1200" spc="10" dirty="0">
                <a:solidFill>
                  <a:srgbClr val="538235"/>
                </a:solidFill>
                <a:latin typeface="Tahoma"/>
                <a:cs typeface="Tahoma"/>
              </a:rPr>
              <a:t/>
            </a:r>
            <a:br>
              <a:rPr lang="en-US" sz="1200" spc="10" dirty="0">
                <a:solidFill>
                  <a:srgbClr val="538235"/>
                </a:solidFill>
                <a:latin typeface="Tahoma"/>
                <a:cs typeface="Tahoma"/>
              </a:rPr>
            </a:br>
            <a:r>
              <a:rPr lang="en-US" dirty="0"/>
              <a:t/>
            </a:r>
            <a:br>
              <a:rPr lang="en-US" dirty="0"/>
            </a:br>
            <a:endParaRPr lang="en-IN" dirty="0"/>
          </a:p>
        </p:txBody>
      </p:sp>
    </p:spTree>
    <p:extLst>
      <p:ext uri="{BB962C8B-B14F-4D97-AF65-F5344CB8AC3E}">
        <p14:creationId xmlns:p14="http://schemas.microsoft.com/office/powerpoint/2010/main" val="13750720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429003" y="383476"/>
            <a:ext cx="3998595" cy="273050"/>
          </a:xfrm>
          <a:prstGeom prst="rect">
            <a:avLst/>
          </a:prstGeom>
        </p:spPr>
        <p:txBody>
          <a:bodyPr vert="horz" wrap="square" lIns="0" tIns="15240" rIns="0" bIns="0" rtlCol="0">
            <a:spAutoFit/>
          </a:bodyPr>
          <a:lstStyle/>
          <a:p>
            <a:pPr marL="12700">
              <a:lnSpc>
                <a:spcPct val="100000"/>
              </a:lnSpc>
              <a:spcBef>
                <a:spcPts val="120"/>
              </a:spcBef>
            </a:pPr>
            <a:r>
              <a:rPr sz="1600" b="1" spc="10" dirty="0">
                <a:solidFill>
                  <a:srgbClr val="528235"/>
                </a:solidFill>
                <a:latin typeface="Tahoma"/>
                <a:cs typeface="Tahoma"/>
              </a:rPr>
              <a:t>Supportive</a:t>
            </a:r>
            <a:r>
              <a:rPr sz="1600" b="1" spc="-110" dirty="0">
                <a:solidFill>
                  <a:srgbClr val="528235"/>
                </a:solidFill>
                <a:latin typeface="Tahoma"/>
                <a:cs typeface="Tahoma"/>
              </a:rPr>
              <a:t> </a:t>
            </a:r>
            <a:r>
              <a:rPr sz="1600" b="1" dirty="0">
                <a:solidFill>
                  <a:srgbClr val="528235"/>
                </a:solidFill>
                <a:latin typeface="Tahoma"/>
                <a:cs typeface="Tahoma"/>
              </a:rPr>
              <a:t>online</a:t>
            </a:r>
            <a:r>
              <a:rPr sz="1600" b="1" spc="-50" dirty="0">
                <a:solidFill>
                  <a:srgbClr val="528235"/>
                </a:solidFill>
                <a:latin typeface="Tahoma"/>
                <a:cs typeface="Tahoma"/>
              </a:rPr>
              <a:t> </a:t>
            </a:r>
            <a:r>
              <a:rPr sz="1600" b="1" dirty="0">
                <a:solidFill>
                  <a:srgbClr val="528235"/>
                </a:solidFill>
                <a:latin typeface="Tahoma"/>
                <a:cs typeface="Tahoma"/>
              </a:rPr>
              <a:t>Certification</a:t>
            </a:r>
            <a:r>
              <a:rPr sz="1600" b="1" spc="-65" dirty="0">
                <a:solidFill>
                  <a:srgbClr val="528235"/>
                </a:solidFill>
                <a:latin typeface="Tahoma"/>
                <a:cs typeface="Tahoma"/>
              </a:rPr>
              <a:t> </a:t>
            </a:r>
            <a:r>
              <a:rPr sz="1600" b="1" spc="10" dirty="0">
                <a:solidFill>
                  <a:srgbClr val="528235"/>
                </a:solidFill>
                <a:latin typeface="Tahoma"/>
                <a:cs typeface="Tahoma"/>
              </a:rPr>
              <a:t>courses</a:t>
            </a:r>
            <a:endParaRPr sz="1600">
              <a:latin typeface="Tahoma"/>
              <a:cs typeface="Tahoma"/>
            </a:endParaRPr>
          </a:p>
        </p:txBody>
      </p:sp>
      <p:sp>
        <p:nvSpPr>
          <p:cNvPr id="3" name="object 3"/>
          <p:cNvSpPr txBox="1"/>
          <p:nvPr/>
        </p:nvSpPr>
        <p:spPr>
          <a:xfrm>
            <a:off x="685800" y="943110"/>
            <a:ext cx="5943600" cy="4395755"/>
          </a:xfrm>
          <a:prstGeom prst="rect">
            <a:avLst/>
          </a:prstGeom>
        </p:spPr>
        <p:txBody>
          <a:bodyPr vert="horz" wrap="square" lIns="0" tIns="96520" rIns="0" bIns="0" rtlCol="0">
            <a:spAutoFit/>
          </a:bodyPr>
          <a:lstStyle/>
          <a:p>
            <a:pPr marL="12700">
              <a:lnSpc>
                <a:spcPct val="100000"/>
              </a:lnSpc>
              <a:spcBef>
                <a:spcPts val="760"/>
              </a:spcBef>
            </a:pPr>
            <a:r>
              <a:rPr sz="1200" b="1" spc="-15" dirty="0">
                <a:solidFill>
                  <a:srgbClr val="528235"/>
                </a:solidFill>
                <a:latin typeface="Tahoma"/>
                <a:cs typeface="Tahoma"/>
              </a:rPr>
              <a:t>NPT</a:t>
            </a:r>
            <a:r>
              <a:rPr lang="en-IN" sz="1200" b="1" spc="-15" dirty="0">
                <a:solidFill>
                  <a:srgbClr val="528235"/>
                </a:solidFill>
                <a:latin typeface="Tahoma"/>
                <a:cs typeface="Tahoma"/>
              </a:rPr>
              <a:t>EL</a:t>
            </a:r>
            <a:endParaRPr lang="en-US" sz="1200" dirty="0">
              <a:latin typeface="Tahoma"/>
              <a:cs typeface="Tahoma"/>
            </a:endParaRPr>
          </a:p>
          <a:p>
            <a:pPr marL="222250" marR="858519" indent="-171450">
              <a:lnSpc>
                <a:spcPct val="145900"/>
              </a:lnSpc>
              <a:spcBef>
                <a:spcPts val="5"/>
              </a:spcBef>
              <a:buFont typeface="Wingdings" panose="05000000000000000000" pitchFamily="2" charset="2"/>
              <a:buChar char="§"/>
            </a:pPr>
            <a:r>
              <a:rPr lang="en-IN" sz="1200" spc="-5" dirty="0">
                <a:solidFill>
                  <a:srgbClr val="528235"/>
                </a:solidFill>
                <a:latin typeface="Tahoma"/>
                <a:cs typeface="Tahoma"/>
              </a:rPr>
              <a:t>Cyber </a:t>
            </a:r>
            <a:r>
              <a:rPr lang="en-IN" sz="1200" dirty="0">
                <a:solidFill>
                  <a:srgbClr val="528235"/>
                </a:solidFill>
                <a:latin typeface="Tahoma"/>
                <a:cs typeface="Tahoma"/>
              </a:rPr>
              <a:t>Security and Privacy</a:t>
            </a:r>
            <a:r>
              <a:rPr lang="en-US" sz="1200" dirty="0">
                <a:solidFill>
                  <a:srgbClr val="528235"/>
                </a:solidFill>
                <a:latin typeface="Tahoma"/>
                <a:cs typeface="Tahoma"/>
              </a:rPr>
              <a:t> </a:t>
            </a:r>
            <a:r>
              <a:rPr lang="en-US" sz="1200" spc="-360" dirty="0">
                <a:solidFill>
                  <a:srgbClr val="528235"/>
                </a:solidFill>
                <a:latin typeface="Tahoma"/>
                <a:cs typeface="Tahoma"/>
              </a:rPr>
              <a:t> </a:t>
            </a:r>
            <a:endParaRPr lang="en-US" sz="1200" spc="5" dirty="0">
              <a:solidFill>
                <a:srgbClr val="528235"/>
              </a:solidFill>
              <a:latin typeface="Tahoma"/>
              <a:cs typeface="Tahoma"/>
            </a:endParaRPr>
          </a:p>
          <a:p>
            <a:pPr marL="222250" marR="858519" indent="-171450">
              <a:lnSpc>
                <a:spcPct val="145900"/>
              </a:lnSpc>
              <a:spcBef>
                <a:spcPts val="5"/>
              </a:spcBef>
              <a:buFont typeface="Wingdings" panose="05000000000000000000" pitchFamily="2" charset="2"/>
              <a:buChar char="§"/>
            </a:pPr>
            <a:r>
              <a:rPr lang="en-US" sz="1200" spc="-5" dirty="0">
                <a:solidFill>
                  <a:srgbClr val="528235"/>
                </a:solidFill>
                <a:latin typeface="Tahoma"/>
                <a:cs typeface="Tahoma"/>
              </a:rPr>
              <a:t>Ethical Hacking</a:t>
            </a:r>
          </a:p>
          <a:p>
            <a:pPr marL="222250" indent="-171450">
              <a:lnSpc>
                <a:spcPct val="100000"/>
              </a:lnSpc>
              <a:spcBef>
                <a:spcPts val="600"/>
              </a:spcBef>
              <a:buFont typeface="Wingdings" panose="05000000000000000000" pitchFamily="2" charset="2"/>
              <a:buChar char="§"/>
            </a:pPr>
            <a:r>
              <a:rPr sz="1200" dirty="0">
                <a:solidFill>
                  <a:srgbClr val="528235"/>
                </a:solidFill>
                <a:latin typeface="Tahoma"/>
                <a:cs typeface="Tahoma"/>
              </a:rPr>
              <a:t>C</a:t>
            </a:r>
            <a:r>
              <a:rPr sz="1200" spc="5" dirty="0">
                <a:solidFill>
                  <a:srgbClr val="528235"/>
                </a:solidFill>
                <a:latin typeface="Tahoma"/>
                <a:cs typeface="Tahoma"/>
              </a:rPr>
              <a:t>o</a:t>
            </a:r>
            <a:r>
              <a:rPr sz="1200" spc="10" dirty="0">
                <a:solidFill>
                  <a:srgbClr val="528235"/>
                </a:solidFill>
                <a:latin typeface="Tahoma"/>
                <a:cs typeface="Tahoma"/>
              </a:rPr>
              <a:t>m</a:t>
            </a:r>
            <a:r>
              <a:rPr sz="1200" dirty="0">
                <a:solidFill>
                  <a:srgbClr val="528235"/>
                </a:solidFill>
                <a:latin typeface="Tahoma"/>
                <a:cs typeface="Tahoma"/>
              </a:rPr>
              <a:t>p</a:t>
            </a:r>
            <a:r>
              <a:rPr sz="1200" spc="-15" dirty="0">
                <a:solidFill>
                  <a:srgbClr val="528235"/>
                </a:solidFill>
                <a:latin typeface="Tahoma"/>
                <a:cs typeface="Tahoma"/>
              </a:rPr>
              <a:t>u</a:t>
            </a:r>
            <a:r>
              <a:rPr sz="1200" spc="15" dirty="0">
                <a:solidFill>
                  <a:srgbClr val="528235"/>
                </a:solidFill>
                <a:latin typeface="Tahoma"/>
                <a:cs typeface="Tahoma"/>
              </a:rPr>
              <a:t>t</a:t>
            </a:r>
            <a:r>
              <a:rPr sz="1200" spc="25" dirty="0">
                <a:solidFill>
                  <a:srgbClr val="528235"/>
                </a:solidFill>
                <a:latin typeface="Tahoma"/>
                <a:cs typeface="Tahoma"/>
              </a:rPr>
              <a:t>a</a:t>
            </a:r>
            <a:r>
              <a:rPr sz="1200" spc="15" dirty="0">
                <a:solidFill>
                  <a:srgbClr val="528235"/>
                </a:solidFill>
                <a:latin typeface="Tahoma"/>
                <a:cs typeface="Tahoma"/>
              </a:rPr>
              <a:t>t</a:t>
            </a:r>
            <a:r>
              <a:rPr sz="1200" spc="20" dirty="0">
                <a:solidFill>
                  <a:srgbClr val="528235"/>
                </a:solidFill>
                <a:latin typeface="Tahoma"/>
                <a:cs typeface="Tahoma"/>
              </a:rPr>
              <a:t>i</a:t>
            </a:r>
            <a:r>
              <a:rPr sz="1200" spc="5" dirty="0">
                <a:solidFill>
                  <a:srgbClr val="528235"/>
                </a:solidFill>
                <a:latin typeface="Tahoma"/>
                <a:cs typeface="Tahoma"/>
              </a:rPr>
              <a:t>o</a:t>
            </a:r>
            <a:r>
              <a:rPr sz="1200" spc="-10" dirty="0">
                <a:solidFill>
                  <a:srgbClr val="528235"/>
                </a:solidFill>
                <a:latin typeface="Tahoma"/>
                <a:cs typeface="Tahoma"/>
              </a:rPr>
              <a:t>n</a:t>
            </a:r>
            <a:r>
              <a:rPr sz="1200" spc="25" dirty="0">
                <a:solidFill>
                  <a:srgbClr val="528235"/>
                </a:solidFill>
                <a:latin typeface="Tahoma"/>
                <a:cs typeface="Tahoma"/>
              </a:rPr>
              <a:t>a</a:t>
            </a:r>
            <a:r>
              <a:rPr sz="1200" dirty="0">
                <a:solidFill>
                  <a:srgbClr val="528235"/>
                </a:solidFill>
                <a:latin typeface="Tahoma"/>
                <a:cs typeface="Tahoma"/>
              </a:rPr>
              <a:t>l</a:t>
            </a:r>
            <a:r>
              <a:rPr sz="1200" spc="-95" dirty="0">
                <a:solidFill>
                  <a:srgbClr val="528235"/>
                </a:solidFill>
                <a:latin typeface="Tahoma"/>
                <a:cs typeface="Tahoma"/>
              </a:rPr>
              <a:t> </a:t>
            </a:r>
            <a:r>
              <a:rPr sz="1200" spc="-10" dirty="0">
                <a:solidFill>
                  <a:srgbClr val="528235"/>
                </a:solidFill>
                <a:latin typeface="Tahoma"/>
                <a:cs typeface="Tahoma"/>
              </a:rPr>
              <a:t>nu</a:t>
            </a:r>
            <a:r>
              <a:rPr sz="1200" spc="10" dirty="0">
                <a:solidFill>
                  <a:srgbClr val="528235"/>
                </a:solidFill>
                <a:latin typeface="Tahoma"/>
                <a:cs typeface="Tahoma"/>
              </a:rPr>
              <a:t>m</a:t>
            </a:r>
            <a:r>
              <a:rPr sz="1200" dirty="0">
                <a:solidFill>
                  <a:srgbClr val="528235"/>
                </a:solidFill>
                <a:latin typeface="Tahoma"/>
                <a:cs typeface="Tahoma"/>
              </a:rPr>
              <a:t>b</a:t>
            </a:r>
            <a:r>
              <a:rPr sz="1200" spc="20" dirty="0">
                <a:solidFill>
                  <a:srgbClr val="528235"/>
                </a:solidFill>
                <a:latin typeface="Tahoma"/>
                <a:cs typeface="Tahoma"/>
              </a:rPr>
              <a:t>e</a:t>
            </a:r>
            <a:r>
              <a:rPr sz="1200" dirty="0">
                <a:solidFill>
                  <a:srgbClr val="528235"/>
                </a:solidFill>
                <a:latin typeface="Tahoma"/>
                <a:cs typeface="Tahoma"/>
              </a:rPr>
              <a:t>r</a:t>
            </a:r>
            <a:r>
              <a:rPr sz="1200" spc="-25" dirty="0">
                <a:solidFill>
                  <a:srgbClr val="528235"/>
                </a:solidFill>
                <a:latin typeface="Tahoma"/>
                <a:cs typeface="Tahoma"/>
              </a:rPr>
              <a:t> </a:t>
            </a:r>
            <a:r>
              <a:rPr sz="1200" spc="15" dirty="0">
                <a:solidFill>
                  <a:srgbClr val="528235"/>
                </a:solidFill>
                <a:latin typeface="Tahoma"/>
                <a:cs typeface="Tahoma"/>
              </a:rPr>
              <a:t>t</a:t>
            </a:r>
            <a:r>
              <a:rPr sz="1200" spc="-10" dirty="0">
                <a:solidFill>
                  <a:srgbClr val="528235"/>
                </a:solidFill>
                <a:latin typeface="Tahoma"/>
                <a:cs typeface="Tahoma"/>
              </a:rPr>
              <a:t>h</a:t>
            </a:r>
            <a:r>
              <a:rPr sz="1200" spc="25" dirty="0">
                <a:solidFill>
                  <a:srgbClr val="528235"/>
                </a:solidFill>
                <a:latin typeface="Tahoma"/>
                <a:cs typeface="Tahoma"/>
              </a:rPr>
              <a:t>e</a:t>
            </a:r>
            <a:r>
              <a:rPr sz="1200" spc="5" dirty="0">
                <a:solidFill>
                  <a:srgbClr val="528235"/>
                </a:solidFill>
                <a:latin typeface="Tahoma"/>
                <a:cs typeface="Tahoma"/>
              </a:rPr>
              <a:t>o</a:t>
            </a:r>
            <a:r>
              <a:rPr sz="1200" spc="-15" dirty="0">
                <a:solidFill>
                  <a:srgbClr val="528235"/>
                </a:solidFill>
                <a:latin typeface="Tahoma"/>
                <a:cs typeface="Tahoma"/>
              </a:rPr>
              <a:t>r</a:t>
            </a:r>
            <a:r>
              <a:rPr sz="1200" dirty="0">
                <a:solidFill>
                  <a:srgbClr val="528235"/>
                </a:solidFill>
                <a:latin typeface="Tahoma"/>
                <a:cs typeface="Tahoma"/>
              </a:rPr>
              <a:t>y</a:t>
            </a:r>
            <a:r>
              <a:rPr sz="1200" spc="-65" dirty="0">
                <a:solidFill>
                  <a:srgbClr val="528235"/>
                </a:solidFill>
                <a:latin typeface="Tahoma"/>
                <a:cs typeface="Tahoma"/>
              </a:rPr>
              <a:t> </a:t>
            </a:r>
            <a:r>
              <a:rPr sz="1200" spc="25" dirty="0">
                <a:solidFill>
                  <a:srgbClr val="528235"/>
                </a:solidFill>
                <a:latin typeface="Tahoma"/>
                <a:cs typeface="Tahoma"/>
              </a:rPr>
              <a:t>a</a:t>
            </a:r>
            <a:r>
              <a:rPr sz="1200" spc="-10" dirty="0">
                <a:solidFill>
                  <a:srgbClr val="528235"/>
                </a:solidFill>
                <a:latin typeface="Tahoma"/>
                <a:cs typeface="Tahoma"/>
              </a:rPr>
              <a:t>n</a:t>
            </a:r>
            <a:r>
              <a:rPr sz="1200" dirty="0">
                <a:solidFill>
                  <a:srgbClr val="528235"/>
                </a:solidFill>
                <a:latin typeface="Tahoma"/>
                <a:cs typeface="Tahoma"/>
              </a:rPr>
              <a:t>d</a:t>
            </a:r>
            <a:r>
              <a:rPr sz="1200" spc="-20" dirty="0">
                <a:solidFill>
                  <a:srgbClr val="528235"/>
                </a:solidFill>
                <a:latin typeface="Tahoma"/>
                <a:cs typeface="Tahoma"/>
              </a:rPr>
              <a:t> </a:t>
            </a:r>
            <a:r>
              <a:rPr sz="1200" spc="-15" dirty="0">
                <a:solidFill>
                  <a:srgbClr val="528235"/>
                </a:solidFill>
                <a:latin typeface="Tahoma"/>
                <a:cs typeface="Tahoma"/>
              </a:rPr>
              <a:t>cr</a:t>
            </a:r>
            <a:r>
              <a:rPr sz="1200" spc="-5" dirty="0">
                <a:solidFill>
                  <a:srgbClr val="528235"/>
                </a:solidFill>
                <a:latin typeface="Tahoma"/>
                <a:cs typeface="Tahoma"/>
              </a:rPr>
              <a:t>yp</a:t>
            </a:r>
            <a:r>
              <a:rPr sz="1200" spc="15" dirty="0">
                <a:solidFill>
                  <a:srgbClr val="528235"/>
                </a:solidFill>
                <a:latin typeface="Tahoma"/>
                <a:cs typeface="Tahoma"/>
              </a:rPr>
              <a:t>t</a:t>
            </a:r>
            <a:r>
              <a:rPr sz="1200" spc="5" dirty="0">
                <a:solidFill>
                  <a:srgbClr val="528235"/>
                </a:solidFill>
                <a:latin typeface="Tahoma"/>
                <a:cs typeface="Tahoma"/>
              </a:rPr>
              <a:t>o</a:t>
            </a:r>
            <a:r>
              <a:rPr sz="1200" dirty="0">
                <a:solidFill>
                  <a:srgbClr val="528235"/>
                </a:solidFill>
                <a:latin typeface="Tahoma"/>
                <a:cs typeface="Tahoma"/>
              </a:rPr>
              <a:t>g</a:t>
            </a:r>
            <a:r>
              <a:rPr sz="1200" spc="-20" dirty="0">
                <a:solidFill>
                  <a:srgbClr val="528235"/>
                </a:solidFill>
                <a:latin typeface="Tahoma"/>
                <a:cs typeface="Tahoma"/>
              </a:rPr>
              <a:t>r</a:t>
            </a:r>
            <a:r>
              <a:rPr sz="1200" spc="25" dirty="0">
                <a:solidFill>
                  <a:srgbClr val="528235"/>
                </a:solidFill>
                <a:latin typeface="Tahoma"/>
                <a:cs typeface="Tahoma"/>
              </a:rPr>
              <a:t>a</a:t>
            </a:r>
            <a:r>
              <a:rPr sz="1200" dirty="0">
                <a:solidFill>
                  <a:srgbClr val="528235"/>
                </a:solidFill>
                <a:latin typeface="Tahoma"/>
                <a:cs typeface="Tahoma"/>
              </a:rPr>
              <a:t>p</a:t>
            </a:r>
            <a:r>
              <a:rPr sz="1200" spc="-15" dirty="0">
                <a:solidFill>
                  <a:srgbClr val="528235"/>
                </a:solidFill>
                <a:latin typeface="Tahoma"/>
                <a:cs typeface="Tahoma"/>
              </a:rPr>
              <a:t>h</a:t>
            </a:r>
            <a:r>
              <a:rPr sz="1200" dirty="0">
                <a:solidFill>
                  <a:srgbClr val="528235"/>
                </a:solidFill>
                <a:latin typeface="Tahoma"/>
                <a:cs typeface="Tahoma"/>
              </a:rPr>
              <a:t>y</a:t>
            </a:r>
            <a:endParaRPr sz="1200" dirty="0">
              <a:latin typeface="Tahoma"/>
              <a:cs typeface="Tahoma"/>
            </a:endParaRPr>
          </a:p>
          <a:p>
            <a:pPr>
              <a:lnSpc>
                <a:spcPct val="100000"/>
              </a:lnSpc>
            </a:pPr>
            <a:endParaRPr sz="1400" dirty="0">
              <a:latin typeface="Tahoma"/>
              <a:cs typeface="Tahoma"/>
            </a:endParaRPr>
          </a:p>
          <a:p>
            <a:pPr marL="20320">
              <a:lnSpc>
                <a:spcPct val="100000"/>
              </a:lnSpc>
              <a:spcBef>
                <a:spcPts val="1075"/>
              </a:spcBef>
            </a:pPr>
            <a:endParaRPr lang="en-IN" sz="1200" b="1" dirty="0">
              <a:solidFill>
                <a:srgbClr val="528235"/>
              </a:solidFill>
              <a:latin typeface="Tahoma"/>
              <a:cs typeface="Tahoma"/>
            </a:endParaRPr>
          </a:p>
          <a:p>
            <a:pPr marL="20320">
              <a:lnSpc>
                <a:spcPct val="100000"/>
              </a:lnSpc>
              <a:spcBef>
                <a:spcPts val="1075"/>
              </a:spcBef>
            </a:pPr>
            <a:r>
              <a:rPr lang="en-IN" sz="1200" b="1" dirty="0">
                <a:solidFill>
                  <a:srgbClr val="528235"/>
                </a:solidFill>
                <a:latin typeface="Tahoma"/>
                <a:cs typeface="Tahoma"/>
              </a:rPr>
              <a:t>COURSERA</a:t>
            </a:r>
            <a:endParaRPr lang="en-IN" sz="1200" dirty="0">
              <a:latin typeface="Tahoma"/>
              <a:cs typeface="Tahoma"/>
            </a:endParaRPr>
          </a:p>
          <a:p>
            <a:pPr marL="222250" marR="1797050" indent="-171450">
              <a:lnSpc>
                <a:spcPct val="145800"/>
              </a:lnSpc>
              <a:spcBef>
                <a:spcPts val="60"/>
              </a:spcBef>
              <a:buFont typeface="Wingdings" panose="05000000000000000000" pitchFamily="2" charset="2"/>
              <a:buChar char="§"/>
            </a:pPr>
            <a:r>
              <a:rPr lang="en-IN" sz="1200" spc="-5" dirty="0">
                <a:solidFill>
                  <a:srgbClr val="528235"/>
                </a:solidFill>
                <a:latin typeface="Tahoma"/>
                <a:cs typeface="Tahoma"/>
              </a:rPr>
              <a:t>Cryptography</a:t>
            </a:r>
          </a:p>
          <a:p>
            <a:pPr marL="222250" marR="1797050" indent="-171450">
              <a:lnSpc>
                <a:spcPct val="145800"/>
              </a:lnSpc>
              <a:spcBef>
                <a:spcPts val="60"/>
              </a:spcBef>
              <a:buFont typeface="Wingdings" panose="05000000000000000000" pitchFamily="2" charset="2"/>
              <a:buChar char="§"/>
            </a:pPr>
            <a:r>
              <a:rPr lang="en-IN" sz="1200" dirty="0">
                <a:solidFill>
                  <a:srgbClr val="528235"/>
                </a:solidFill>
                <a:latin typeface="Tahoma"/>
                <a:cs typeface="Tahoma"/>
              </a:rPr>
              <a:t>Ap</a:t>
            </a:r>
            <a:r>
              <a:rPr lang="en-IN" sz="1200" spc="-10" dirty="0">
                <a:solidFill>
                  <a:srgbClr val="528235"/>
                </a:solidFill>
                <a:latin typeface="Tahoma"/>
                <a:cs typeface="Tahoma"/>
              </a:rPr>
              <a:t>p</a:t>
            </a:r>
            <a:r>
              <a:rPr lang="en-IN" sz="1200" spc="20" dirty="0">
                <a:solidFill>
                  <a:srgbClr val="528235"/>
                </a:solidFill>
                <a:latin typeface="Tahoma"/>
                <a:cs typeface="Tahoma"/>
              </a:rPr>
              <a:t>li</a:t>
            </a:r>
            <a:r>
              <a:rPr lang="en-IN" sz="1200" spc="25" dirty="0">
                <a:solidFill>
                  <a:srgbClr val="528235"/>
                </a:solidFill>
                <a:latin typeface="Tahoma"/>
                <a:cs typeface="Tahoma"/>
              </a:rPr>
              <a:t>e</a:t>
            </a:r>
            <a:r>
              <a:rPr lang="en-IN" sz="1200" dirty="0">
                <a:solidFill>
                  <a:srgbClr val="528235"/>
                </a:solidFill>
                <a:latin typeface="Tahoma"/>
                <a:cs typeface="Tahoma"/>
              </a:rPr>
              <a:t>d</a:t>
            </a:r>
            <a:r>
              <a:rPr lang="en-IN" sz="1200" spc="-70" dirty="0">
                <a:solidFill>
                  <a:srgbClr val="528235"/>
                </a:solidFill>
                <a:latin typeface="Tahoma"/>
                <a:cs typeface="Tahoma"/>
              </a:rPr>
              <a:t> </a:t>
            </a:r>
            <a:r>
              <a:rPr lang="en-IN" sz="1200" dirty="0">
                <a:solidFill>
                  <a:srgbClr val="528235"/>
                </a:solidFill>
                <a:latin typeface="Tahoma"/>
                <a:cs typeface="Tahoma"/>
              </a:rPr>
              <a:t>C</a:t>
            </a:r>
            <a:r>
              <a:rPr lang="en-IN" sz="1200" spc="-15" dirty="0">
                <a:solidFill>
                  <a:srgbClr val="528235"/>
                </a:solidFill>
                <a:latin typeface="Tahoma"/>
                <a:cs typeface="Tahoma"/>
              </a:rPr>
              <a:t>r</a:t>
            </a:r>
            <a:r>
              <a:rPr lang="en-IN" sz="1200" spc="-5" dirty="0">
                <a:solidFill>
                  <a:srgbClr val="528235"/>
                </a:solidFill>
                <a:latin typeface="Tahoma"/>
                <a:cs typeface="Tahoma"/>
              </a:rPr>
              <a:t>yp</a:t>
            </a:r>
            <a:r>
              <a:rPr lang="en-IN" sz="1200" spc="15" dirty="0">
                <a:solidFill>
                  <a:srgbClr val="528235"/>
                </a:solidFill>
                <a:latin typeface="Tahoma"/>
                <a:cs typeface="Tahoma"/>
              </a:rPr>
              <a:t>t</a:t>
            </a:r>
            <a:r>
              <a:rPr lang="en-IN" sz="1200" spc="5" dirty="0">
                <a:solidFill>
                  <a:srgbClr val="528235"/>
                </a:solidFill>
                <a:latin typeface="Tahoma"/>
                <a:cs typeface="Tahoma"/>
              </a:rPr>
              <a:t>o</a:t>
            </a:r>
            <a:r>
              <a:rPr lang="en-IN" sz="1200" dirty="0">
                <a:solidFill>
                  <a:srgbClr val="528235"/>
                </a:solidFill>
                <a:latin typeface="Tahoma"/>
                <a:cs typeface="Tahoma"/>
              </a:rPr>
              <a:t>g</a:t>
            </a:r>
            <a:r>
              <a:rPr lang="en-IN" sz="1200" spc="-20" dirty="0">
                <a:solidFill>
                  <a:srgbClr val="528235"/>
                </a:solidFill>
                <a:latin typeface="Tahoma"/>
                <a:cs typeface="Tahoma"/>
              </a:rPr>
              <a:t>r</a:t>
            </a:r>
            <a:r>
              <a:rPr lang="en-IN" sz="1200" spc="25" dirty="0">
                <a:solidFill>
                  <a:srgbClr val="528235"/>
                </a:solidFill>
                <a:latin typeface="Tahoma"/>
                <a:cs typeface="Tahoma"/>
              </a:rPr>
              <a:t>a</a:t>
            </a:r>
            <a:r>
              <a:rPr lang="en-IN" sz="1200" dirty="0">
                <a:solidFill>
                  <a:srgbClr val="528235"/>
                </a:solidFill>
                <a:latin typeface="Tahoma"/>
                <a:cs typeface="Tahoma"/>
              </a:rPr>
              <a:t>p</a:t>
            </a:r>
            <a:r>
              <a:rPr lang="en-IN" sz="1200" spc="-15" dirty="0">
                <a:solidFill>
                  <a:srgbClr val="528235"/>
                </a:solidFill>
                <a:latin typeface="Tahoma"/>
                <a:cs typeface="Tahoma"/>
              </a:rPr>
              <a:t>h</a:t>
            </a:r>
            <a:r>
              <a:rPr lang="en-IN" sz="1200" dirty="0">
                <a:solidFill>
                  <a:srgbClr val="528235"/>
                </a:solidFill>
                <a:latin typeface="Tahoma"/>
                <a:cs typeface="Tahoma"/>
              </a:rPr>
              <a:t>y</a:t>
            </a:r>
            <a:endParaRPr lang="en-IN" sz="1200" dirty="0">
              <a:latin typeface="Tahoma"/>
              <a:cs typeface="Tahoma"/>
            </a:endParaRPr>
          </a:p>
          <a:p>
            <a:pPr marL="222250" marR="762635" indent="-171450">
              <a:lnSpc>
                <a:spcPct val="146000"/>
              </a:lnSpc>
              <a:spcBef>
                <a:spcPts val="5"/>
              </a:spcBef>
              <a:buFont typeface="Wingdings" panose="05000000000000000000" pitchFamily="2" charset="2"/>
              <a:buChar char="§"/>
            </a:pPr>
            <a:r>
              <a:rPr lang="en-IN" sz="1200" spc="-5" dirty="0">
                <a:solidFill>
                  <a:srgbClr val="528235"/>
                </a:solidFill>
                <a:latin typeface="Tahoma"/>
                <a:cs typeface="Tahoma"/>
              </a:rPr>
              <a:t>Number </a:t>
            </a:r>
            <a:r>
              <a:rPr lang="en-IN" sz="1200" dirty="0">
                <a:solidFill>
                  <a:srgbClr val="528235"/>
                </a:solidFill>
                <a:latin typeface="Tahoma"/>
                <a:cs typeface="Tahoma"/>
              </a:rPr>
              <a:t>theory </a:t>
            </a:r>
            <a:r>
              <a:rPr lang="en-IN" sz="1200" spc="5" dirty="0">
                <a:solidFill>
                  <a:srgbClr val="528235"/>
                </a:solidFill>
                <a:latin typeface="Tahoma"/>
                <a:cs typeface="Tahoma"/>
              </a:rPr>
              <a:t>and </a:t>
            </a:r>
            <a:r>
              <a:rPr lang="en-IN" sz="1200" spc="-5" dirty="0">
                <a:solidFill>
                  <a:srgbClr val="528235"/>
                </a:solidFill>
                <a:latin typeface="Tahoma"/>
                <a:cs typeface="Tahoma"/>
              </a:rPr>
              <a:t>cryptography Cryptography</a:t>
            </a:r>
            <a:r>
              <a:rPr lang="en-IN" sz="1200" spc="-25" dirty="0">
                <a:solidFill>
                  <a:srgbClr val="528235"/>
                </a:solidFill>
                <a:latin typeface="Tahoma"/>
                <a:cs typeface="Tahoma"/>
              </a:rPr>
              <a:t> </a:t>
            </a:r>
            <a:r>
              <a:rPr lang="en-IN" sz="1200" spc="5" dirty="0">
                <a:solidFill>
                  <a:srgbClr val="528235"/>
                </a:solidFill>
                <a:latin typeface="Tahoma"/>
                <a:cs typeface="Tahoma"/>
              </a:rPr>
              <a:t>and</a:t>
            </a:r>
            <a:r>
              <a:rPr lang="en-IN" sz="1200" spc="-50" dirty="0">
                <a:solidFill>
                  <a:srgbClr val="528235"/>
                </a:solidFill>
                <a:latin typeface="Tahoma"/>
                <a:cs typeface="Tahoma"/>
              </a:rPr>
              <a:t> </a:t>
            </a:r>
            <a:r>
              <a:rPr lang="en-IN" sz="1200" spc="5" dirty="0">
                <a:solidFill>
                  <a:srgbClr val="528235"/>
                </a:solidFill>
                <a:latin typeface="Tahoma"/>
                <a:cs typeface="Tahoma"/>
              </a:rPr>
              <a:t>Information </a:t>
            </a:r>
            <a:r>
              <a:rPr lang="en-IN" sz="1200" dirty="0">
                <a:solidFill>
                  <a:srgbClr val="528235"/>
                </a:solidFill>
                <a:latin typeface="Tahoma"/>
                <a:cs typeface="Tahoma"/>
              </a:rPr>
              <a:t>theory</a:t>
            </a:r>
            <a:endParaRPr lang="en-IN" sz="1200" dirty="0">
              <a:latin typeface="Tahoma"/>
              <a:cs typeface="Tahoma"/>
            </a:endParaRPr>
          </a:p>
          <a:p>
            <a:pPr marL="222250" marR="22225" indent="-171450">
              <a:lnSpc>
                <a:spcPts val="2100"/>
              </a:lnSpc>
              <a:spcBef>
                <a:spcPts val="120"/>
              </a:spcBef>
              <a:buFont typeface="Wingdings" panose="05000000000000000000" pitchFamily="2" charset="2"/>
              <a:buChar char="§"/>
            </a:pPr>
            <a:r>
              <a:rPr lang="en-IN" sz="1200" spc="5" dirty="0">
                <a:solidFill>
                  <a:srgbClr val="528235"/>
                </a:solidFill>
                <a:latin typeface="Tahoma"/>
                <a:cs typeface="Tahoma"/>
              </a:rPr>
              <a:t>Asymmetric</a:t>
            </a:r>
            <a:r>
              <a:rPr lang="en-IN" sz="1200" spc="-80" dirty="0">
                <a:solidFill>
                  <a:srgbClr val="528235"/>
                </a:solidFill>
                <a:latin typeface="Tahoma"/>
                <a:cs typeface="Tahoma"/>
              </a:rPr>
              <a:t> </a:t>
            </a:r>
            <a:r>
              <a:rPr lang="en-IN" sz="1200" spc="-5" dirty="0">
                <a:solidFill>
                  <a:srgbClr val="528235"/>
                </a:solidFill>
                <a:latin typeface="Tahoma"/>
                <a:cs typeface="Tahoma"/>
              </a:rPr>
              <a:t>cryptography</a:t>
            </a:r>
            <a:r>
              <a:rPr lang="en-IN" sz="1200" spc="-65" dirty="0">
                <a:solidFill>
                  <a:srgbClr val="528235"/>
                </a:solidFill>
                <a:latin typeface="Tahoma"/>
                <a:cs typeface="Tahoma"/>
              </a:rPr>
              <a:t> </a:t>
            </a:r>
            <a:r>
              <a:rPr lang="en-IN" sz="1200" spc="5" dirty="0">
                <a:solidFill>
                  <a:srgbClr val="528235"/>
                </a:solidFill>
                <a:latin typeface="Tahoma"/>
                <a:cs typeface="Tahoma"/>
              </a:rPr>
              <a:t>and</a:t>
            </a:r>
            <a:r>
              <a:rPr lang="en-IN" sz="1200" spc="-85" dirty="0">
                <a:solidFill>
                  <a:srgbClr val="528235"/>
                </a:solidFill>
                <a:latin typeface="Tahoma"/>
                <a:cs typeface="Tahoma"/>
              </a:rPr>
              <a:t> </a:t>
            </a:r>
            <a:r>
              <a:rPr lang="en-IN" sz="1200" spc="5" dirty="0">
                <a:solidFill>
                  <a:srgbClr val="528235"/>
                </a:solidFill>
                <a:latin typeface="Tahoma"/>
                <a:cs typeface="Tahoma"/>
              </a:rPr>
              <a:t>key</a:t>
            </a:r>
            <a:r>
              <a:rPr lang="en-IN" sz="1200" spc="-10" dirty="0">
                <a:solidFill>
                  <a:srgbClr val="528235"/>
                </a:solidFill>
                <a:latin typeface="Tahoma"/>
                <a:cs typeface="Tahoma"/>
              </a:rPr>
              <a:t> </a:t>
            </a:r>
            <a:r>
              <a:rPr lang="en-IN" sz="1200" spc="5" dirty="0">
                <a:solidFill>
                  <a:srgbClr val="528235"/>
                </a:solidFill>
                <a:latin typeface="Tahoma"/>
                <a:cs typeface="Tahoma"/>
              </a:rPr>
              <a:t>management </a:t>
            </a:r>
            <a:r>
              <a:rPr lang="en-IN" sz="1200" spc="-360" dirty="0">
                <a:solidFill>
                  <a:srgbClr val="528235"/>
                </a:solidFill>
                <a:latin typeface="Tahoma"/>
                <a:cs typeface="Tahoma"/>
              </a:rPr>
              <a:t> </a:t>
            </a:r>
            <a:r>
              <a:rPr lang="en-IN" sz="1200" spc="5" dirty="0">
                <a:solidFill>
                  <a:srgbClr val="528235"/>
                </a:solidFill>
                <a:latin typeface="Tahoma"/>
                <a:cs typeface="Tahoma"/>
              </a:rPr>
              <a:t>Symmetric</a:t>
            </a:r>
            <a:r>
              <a:rPr lang="en-IN" sz="1200" spc="-85" dirty="0">
                <a:solidFill>
                  <a:srgbClr val="528235"/>
                </a:solidFill>
                <a:latin typeface="Tahoma"/>
                <a:cs typeface="Tahoma"/>
              </a:rPr>
              <a:t> </a:t>
            </a:r>
            <a:r>
              <a:rPr lang="en-IN" sz="1200" spc="-5" dirty="0">
                <a:solidFill>
                  <a:srgbClr val="528235"/>
                </a:solidFill>
                <a:latin typeface="Tahoma"/>
                <a:cs typeface="Tahoma"/>
              </a:rPr>
              <a:t>Cryptography</a:t>
            </a:r>
            <a:endParaRPr lang="en-IN" sz="1200" dirty="0">
              <a:latin typeface="Tahoma"/>
              <a:cs typeface="Tahoma"/>
            </a:endParaRPr>
          </a:p>
          <a:p>
            <a:pPr>
              <a:lnSpc>
                <a:spcPct val="100000"/>
              </a:lnSpc>
            </a:pPr>
            <a:endParaRPr sz="1400" dirty="0">
              <a:latin typeface="Tahoma"/>
              <a:cs typeface="Tahoma"/>
            </a:endParaRPr>
          </a:p>
          <a:p>
            <a:pPr marL="20320">
              <a:lnSpc>
                <a:spcPct val="100000"/>
              </a:lnSpc>
              <a:spcBef>
                <a:spcPts val="895"/>
              </a:spcBef>
            </a:pPr>
            <a:r>
              <a:rPr sz="1200" b="1" spc="-5" dirty="0">
                <a:solidFill>
                  <a:srgbClr val="528235"/>
                </a:solidFill>
                <a:latin typeface="Tahoma"/>
                <a:cs typeface="Tahoma"/>
              </a:rPr>
              <a:t>UDEMY</a:t>
            </a:r>
            <a:endParaRPr sz="1200" dirty="0">
              <a:latin typeface="Tahoma"/>
              <a:cs typeface="Tahoma"/>
            </a:endParaRPr>
          </a:p>
          <a:p>
            <a:pPr marL="222250" marR="1293495" indent="-171450">
              <a:lnSpc>
                <a:spcPct val="145800"/>
              </a:lnSpc>
              <a:buFont typeface="Wingdings" panose="05000000000000000000" pitchFamily="2" charset="2"/>
              <a:buChar char="§"/>
            </a:pPr>
            <a:r>
              <a:rPr sz="1200" dirty="0">
                <a:solidFill>
                  <a:srgbClr val="528235"/>
                </a:solidFill>
                <a:latin typeface="Tahoma"/>
                <a:cs typeface="Tahoma"/>
              </a:rPr>
              <a:t>Introduction</a:t>
            </a:r>
            <a:r>
              <a:rPr sz="1200" spc="-80" dirty="0">
                <a:solidFill>
                  <a:srgbClr val="528235"/>
                </a:solidFill>
                <a:latin typeface="Tahoma"/>
                <a:cs typeface="Tahoma"/>
              </a:rPr>
              <a:t> </a:t>
            </a:r>
            <a:r>
              <a:rPr sz="1200" spc="5" dirty="0">
                <a:solidFill>
                  <a:srgbClr val="528235"/>
                </a:solidFill>
                <a:latin typeface="Tahoma"/>
                <a:cs typeface="Tahoma"/>
              </a:rPr>
              <a:t>to</a:t>
            </a:r>
            <a:r>
              <a:rPr sz="1200" spc="-75" dirty="0">
                <a:solidFill>
                  <a:srgbClr val="528235"/>
                </a:solidFill>
                <a:latin typeface="Tahoma"/>
                <a:cs typeface="Tahoma"/>
              </a:rPr>
              <a:t> </a:t>
            </a:r>
            <a:r>
              <a:rPr sz="1200" spc="-5" dirty="0">
                <a:solidFill>
                  <a:srgbClr val="528235"/>
                </a:solidFill>
                <a:latin typeface="Tahoma"/>
                <a:cs typeface="Tahoma"/>
              </a:rPr>
              <a:t>Cryptography </a:t>
            </a:r>
            <a:r>
              <a:rPr sz="1200" spc="-360" dirty="0">
                <a:solidFill>
                  <a:srgbClr val="528235"/>
                </a:solidFill>
                <a:latin typeface="Tahoma"/>
                <a:cs typeface="Tahoma"/>
              </a:rPr>
              <a:t> </a:t>
            </a:r>
            <a:r>
              <a:rPr sz="1200" spc="-5" dirty="0">
                <a:solidFill>
                  <a:srgbClr val="528235"/>
                </a:solidFill>
                <a:latin typeface="Tahoma"/>
                <a:cs typeface="Tahoma"/>
              </a:rPr>
              <a:t>Cryptography</a:t>
            </a:r>
            <a:r>
              <a:rPr sz="1200" spc="-15" dirty="0">
                <a:solidFill>
                  <a:srgbClr val="528235"/>
                </a:solidFill>
                <a:latin typeface="Tahoma"/>
                <a:cs typeface="Tahoma"/>
              </a:rPr>
              <a:t> </a:t>
            </a:r>
            <a:r>
              <a:rPr sz="1200" spc="10" dirty="0">
                <a:solidFill>
                  <a:srgbClr val="528235"/>
                </a:solidFill>
                <a:latin typeface="Tahoma"/>
                <a:cs typeface="Tahoma"/>
              </a:rPr>
              <a:t>with</a:t>
            </a:r>
            <a:r>
              <a:rPr sz="1200" spc="-85" dirty="0">
                <a:solidFill>
                  <a:srgbClr val="528235"/>
                </a:solidFill>
                <a:latin typeface="Tahoma"/>
                <a:cs typeface="Tahoma"/>
              </a:rPr>
              <a:t> </a:t>
            </a:r>
            <a:r>
              <a:rPr sz="1200" dirty="0">
                <a:solidFill>
                  <a:srgbClr val="528235"/>
                </a:solidFill>
                <a:latin typeface="Tahoma"/>
                <a:cs typeface="Tahoma"/>
              </a:rPr>
              <a:t>python</a:t>
            </a:r>
            <a:endParaRPr lang="en-IN" sz="1200" dirty="0">
              <a:solidFill>
                <a:srgbClr val="528235"/>
              </a:solidFill>
              <a:latin typeface="Tahoma"/>
              <a:cs typeface="Tahoma"/>
            </a:endParaRPr>
          </a:p>
          <a:p>
            <a:pPr marL="222250" marR="1293495" indent="-171450">
              <a:lnSpc>
                <a:spcPct val="145800"/>
              </a:lnSpc>
              <a:buFont typeface="Wingdings" panose="05000000000000000000" pitchFamily="2" charset="2"/>
              <a:buChar char="§"/>
            </a:pPr>
            <a:r>
              <a:rPr lang="en-IN" sz="1200" dirty="0">
                <a:solidFill>
                  <a:srgbClr val="528235"/>
                </a:solidFill>
                <a:latin typeface="Tahoma"/>
                <a:cs typeface="Tahoma"/>
              </a:rPr>
              <a:t>Applied Cryptography with Python</a:t>
            </a:r>
            <a:endParaRPr sz="1200" dirty="0">
              <a:latin typeface="Tahoma"/>
              <a:cs typeface="Tahoma"/>
            </a:endParaRPr>
          </a:p>
          <a:p>
            <a:pPr marL="222250" indent="-171450">
              <a:lnSpc>
                <a:spcPct val="100000"/>
              </a:lnSpc>
              <a:spcBef>
                <a:spcPts val="665"/>
              </a:spcBef>
              <a:buFont typeface="Wingdings" panose="05000000000000000000" pitchFamily="2" charset="2"/>
              <a:buChar char="§"/>
            </a:pPr>
            <a:r>
              <a:rPr sz="1200" spc="5" dirty="0">
                <a:solidFill>
                  <a:srgbClr val="528235"/>
                </a:solidFill>
                <a:latin typeface="Tahoma"/>
                <a:cs typeface="Tahoma"/>
              </a:rPr>
              <a:t>Complete</a:t>
            </a:r>
            <a:r>
              <a:rPr sz="1200" spc="-100" dirty="0">
                <a:solidFill>
                  <a:srgbClr val="528235"/>
                </a:solidFill>
                <a:latin typeface="Tahoma"/>
                <a:cs typeface="Tahoma"/>
              </a:rPr>
              <a:t> </a:t>
            </a:r>
            <a:r>
              <a:rPr sz="1200" spc="-5" dirty="0">
                <a:solidFill>
                  <a:srgbClr val="528235"/>
                </a:solidFill>
                <a:latin typeface="Tahoma"/>
                <a:cs typeface="Tahoma"/>
              </a:rPr>
              <a:t>Cryptography</a:t>
            </a:r>
            <a:r>
              <a:rPr sz="1200" spc="-65" dirty="0">
                <a:solidFill>
                  <a:srgbClr val="528235"/>
                </a:solidFill>
                <a:latin typeface="Tahoma"/>
                <a:cs typeface="Tahoma"/>
              </a:rPr>
              <a:t> </a:t>
            </a:r>
            <a:r>
              <a:rPr sz="1200" spc="10" dirty="0">
                <a:solidFill>
                  <a:srgbClr val="528235"/>
                </a:solidFill>
                <a:latin typeface="Tahoma"/>
                <a:cs typeface="Tahoma"/>
              </a:rPr>
              <a:t>master</a:t>
            </a:r>
            <a:r>
              <a:rPr sz="1200" spc="-80" dirty="0">
                <a:solidFill>
                  <a:srgbClr val="528235"/>
                </a:solidFill>
                <a:latin typeface="Tahoma"/>
                <a:cs typeface="Tahoma"/>
              </a:rPr>
              <a:t> </a:t>
            </a:r>
            <a:r>
              <a:rPr sz="1200" spc="5" dirty="0">
                <a:solidFill>
                  <a:srgbClr val="528235"/>
                </a:solidFill>
                <a:latin typeface="Tahoma"/>
                <a:cs typeface="Tahoma"/>
              </a:rPr>
              <a:t>class</a:t>
            </a:r>
            <a:endParaRPr sz="1200" dirty="0">
              <a:latin typeface="Tahoma"/>
              <a:cs typeface="Tahom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50570" y="1042543"/>
            <a:ext cx="5697830" cy="2091598"/>
          </a:xfrm>
          <a:prstGeom prst="rect">
            <a:avLst/>
          </a:prstGeom>
        </p:spPr>
        <p:txBody>
          <a:bodyPr vert="horz" wrap="square" lIns="0" tIns="11430" rIns="0" bIns="0" rtlCol="0">
            <a:spAutoFit/>
          </a:bodyPr>
          <a:lstStyle/>
          <a:p>
            <a:pPr marL="12700">
              <a:lnSpc>
                <a:spcPct val="100000"/>
              </a:lnSpc>
              <a:spcBef>
                <a:spcPts val="90"/>
              </a:spcBef>
            </a:pPr>
            <a:r>
              <a:rPr sz="1400" b="1" spc="-10" dirty="0">
                <a:solidFill>
                  <a:srgbClr val="538235"/>
                </a:solidFill>
                <a:latin typeface="Tahoma"/>
                <a:cs typeface="Tahoma"/>
              </a:rPr>
              <a:t>Real</a:t>
            </a:r>
            <a:r>
              <a:rPr sz="1400" b="1" spc="15" dirty="0">
                <a:solidFill>
                  <a:srgbClr val="538235"/>
                </a:solidFill>
                <a:latin typeface="Tahoma"/>
                <a:cs typeface="Tahoma"/>
              </a:rPr>
              <a:t> </a:t>
            </a:r>
            <a:r>
              <a:rPr sz="1400" b="1" spc="-5" dirty="0">
                <a:solidFill>
                  <a:srgbClr val="538235"/>
                </a:solidFill>
                <a:latin typeface="Tahoma"/>
                <a:cs typeface="Tahoma"/>
              </a:rPr>
              <a:t>Time Applications</a:t>
            </a:r>
            <a:r>
              <a:rPr lang="en-IN" sz="1400" b="1" spc="-5" dirty="0">
                <a:solidFill>
                  <a:srgbClr val="538235"/>
                </a:solidFill>
                <a:latin typeface="Tahoma"/>
                <a:cs typeface="Tahoma"/>
              </a:rPr>
              <a:t> in day to day life and industry</a:t>
            </a:r>
            <a:endParaRPr sz="1400" dirty="0">
              <a:latin typeface="Tahoma"/>
              <a:cs typeface="Tahoma"/>
            </a:endParaRPr>
          </a:p>
          <a:p>
            <a:pPr>
              <a:lnSpc>
                <a:spcPct val="100000"/>
              </a:lnSpc>
              <a:spcBef>
                <a:spcPts val="30"/>
              </a:spcBef>
            </a:pPr>
            <a:endParaRPr sz="2250" dirty="0">
              <a:latin typeface="Tahoma"/>
              <a:cs typeface="Tahoma"/>
            </a:endParaRPr>
          </a:p>
          <a:p>
            <a:pPr marL="182880" indent="-170815">
              <a:lnSpc>
                <a:spcPct val="100000"/>
              </a:lnSpc>
              <a:buFont typeface="Wingdings"/>
              <a:buChar char=""/>
              <a:tabLst>
                <a:tab pos="183515" algn="l"/>
              </a:tabLst>
            </a:pPr>
            <a:r>
              <a:rPr sz="1200" spc="-5" dirty="0">
                <a:solidFill>
                  <a:srgbClr val="538235"/>
                </a:solidFill>
                <a:latin typeface="Tahoma"/>
                <a:cs typeface="Tahoma"/>
              </a:rPr>
              <a:t>Secure</a:t>
            </a:r>
            <a:r>
              <a:rPr sz="1200" spc="-35" dirty="0">
                <a:solidFill>
                  <a:srgbClr val="538235"/>
                </a:solidFill>
                <a:latin typeface="Tahoma"/>
                <a:cs typeface="Tahoma"/>
              </a:rPr>
              <a:t> </a:t>
            </a:r>
            <a:r>
              <a:rPr sz="1200" spc="-5" dirty="0">
                <a:solidFill>
                  <a:srgbClr val="538235"/>
                </a:solidFill>
                <a:latin typeface="Tahoma"/>
                <a:cs typeface="Tahoma"/>
              </a:rPr>
              <a:t>Communication</a:t>
            </a:r>
            <a:endParaRPr sz="1200" dirty="0">
              <a:latin typeface="Tahoma"/>
              <a:cs typeface="Tahoma"/>
            </a:endParaRPr>
          </a:p>
          <a:p>
            <a:pPr marL="182880" indent="-170815">
              <a:lnSpc>
                <a:spcPct val="100000"/>
              </a:lnSpc>
              <a:spcBef>
                <a:spcPts val="675"/>
              </a:spcBef>
              <a:buFont typeface="Wingdings"/>
              <a:buChar char=""/>
              <a:tabLst>
                <a:tab pos="183515" algn="l"/>
              </a:tabLst>
            </a:pPr>
            <a:r>
              <a:rPr sz="1200" spc="-10" dirty="0">
                <a:solidFill>
                  <a:srgbClr val="538235"/>
                </a:solidFill>
                <a:latin typeface="Tahoma"/>
                <a:cs typeface="Tahoma"/>
              </a:rPr>
              <a:t>Diffie</a:t>
            </a:r>
            <a:r>
              <a:rPr sz="1200" spc="20" dirty="0">
                <a:solidFill>
                  <a:srgbClr val="538235"/>
                </a:solidFill>
                <a:latin typeface="Tahoma"/>
                <a:cs typeface="Tahoma"/>
              </a:rPr>
              <a:t> </a:t>
            </a:r>
            <a:r>
              <a:rPr sz="1200" spc="-10" dirty="0">
                <a:solidFill>
                  <a:srgbClr val="538235"/>
                </a:solidFill>
                <a:latin typeface="Tahoma"/>
                <a:cs typeface="Tahoma"/>
              </a:rPr>
              <a:t>Hellman</a:t>
            </a:r>
            <a:r>
              <a:rPr sz="1200" spc="30" dirty="0">
                <a:solidFill>
                  <a:srgbClr val="538235"/>
                </a:solidFill>
                <a:latin typeface="Tahoma"/>
                <a:cs typeface="Tahoma"/>
              </a:rPr>
              <a:t> </a:t>
            </a:r>
            <a:r>
              <a:rPr sz="1200" spc="-5" dirty="0">
                <a:solidFill>
                  <a:srgbClr val="538235"/>
                </a:solidFill>
                <a:latin typeface="Tahoma"/>
                <a:cs typeface="Tahoma"/>
              </a:rPr>
              <a:t>Algorithm</a:t>
            </a:r>
            <a:r>
              <a:rPr sz="1200" spc="30" dirty="0">
                <a:solidFill>
                  <a:srgbClr val="538235"/>
                </a:solidFill>
                <a:latin typeface="Tahoma"/>
                <a:cs typeface="Tahoma"/>
              </a:rPr>
              <a:t> </a:t>
            </a:r>
            <a:r>
              <a:rPr sz="1200" spc="-5" dirty="0">
                <a:solidFill>
                  <a:srgbClr val="538235"/>
                </a:solidFill>
                <a:latin typeface="Tahoma"/>
                <a:cs typeface="Tahoma"/>
              </a:rPr>
              <a:t>can</a:t>
            </a:r>
            <a:r>
              <a:rPr sz="1200" spc="10" dirty="0">
                <a:solidFill>
                  <a:srgbClr val="538235"/>
                </a:solidFill>
                <a:latin typeface="Tahoma"/>
                <a:cs typeface="Tahoma"/>
              </a:rPr>
              <a:t> </a:t>
            </a:r>
            <a:r>
              <a:rPr sz="1200" dirty="0">
                <a:solidFill>
                  <a:srgbClr val="538235"/>
                </a:solidFill>
                <a:latin typeface="Tahoma"/>
                <a:cs typeface="Tahoma"/>
              </a:rPr>
              <a:t>be</a:t>
            </a:r>
            <a:r>
              <a:rPr sz="1200" spc="-5" dirty="0">
                <a:solidFill>
                  <a:srgbClr val="538235"/>
                </a:solidFill>
                <a:latin typeface="Tahoma"/>
                <a:cs typeface="Tahoma"/>
              </a:rPr>
              <a:t> used</a:t>
            </a:r>
            <a:r>
              <a:rPr sz="1200" spc="10" dirty="0">
                <a:solidFill>
                  <a:srgbClr val="538235"/>
                </a:solidFill>
                <a:latin typeface="Tahoma"/>
                <a:cs typeface="Tahoma"/>
              </a:rPr>
              <a:t> </a:t>
            </a:r>
            <a:r>
              <a:rPr sz="1200" spc="-15" dirty="0">
                <a:solidFill>
                  <a:srgbClr val="538235"/>
                </a:solidFill>
                <a:latin typeface="Tahoma"/>
                <a:cs typeface="Tahoma"/>
              </a:rPr>
              <a:t>in</a:t>
            </a:r>
            <a:endParaRPr sz="1200" dirty="0">
              <a:latin typeface="Tahoma"/>
              <a:cs typeface="Tahoma"/>
            </a:endParaRPr>
          </a:p>
          <a:p>
            <a:pPr marL="527685" lvl="1" indent="-171450">
              <a:lnSpc>
                <a:spcPct val="100000"/>
              </a:lnSpc>
              <a:spcBef>
                <a:spcPts val="430"/>
              </a:spcBef>
              <a:buFont typeface="Wingdings"/>
              <a:buChar char=""/>
              <a:tabLst>
                <a:tab pos="528320" algn="l"/>
              </a:tabLst>
            </a:pPr>
            <a:r>
              <a:rPr sz="1200" spc="-20" dirty="0">
                <a:solidFill>
                  <a:srgbClr val="538235"/>
                </a:solidFill>
                <a:latin typeface="Tahoma"/>
                <a:cs typeface="Tahoma"/>
              </a:rPr>
              <a:t>Transport</a:t>
            </a:r>
            <a:r>
              <a:rPr sz="1200" spc="35" dirty="0">
                <a:solidFill>
                  <a:srgbClr val="538235"/>
                </a:solidFill>
                <a:latin typeface="Tahoma"/>
                <a:cs typeface="Tahoma"/>
              </a:rPr>
              <a:t> </a:t>
            </a:r>
            <a:r>
              <a:rPr sz="1200" spc="-5" dirty="0">
                <a:solidFill>
                  <a:srgbClr val="538235"/>
                </a:solidFill>
                <a:latin typeface="Tahoma"/>
                <a:cs typeface="Tahoma"/>
              </a:rPr>
              <a:t>Layer</a:t>
            </a:r>
            <a:r>
              <a:rPr sz="1200" spc="-20" dirty="0">
                <a:solidFill>
                  <a:srgbClr val="538235"/>
                </a:solidFill>
                <a:latin typeface="Tahoma"/>
                <a:cs typeface="Tahoma"/>
              </a:rPr>
              <a:t> </a:t>
            </a:r>
            <a:r>
              <a:rPr sz="1200" spc="-5" dirty="0">
                <a:solidFill>
                  <a:srgbClr val="538235"/>
                </a:solidFill>
                <a:latin typeface="Tahoma"/>
                <a:cs typeface="Tahoma"/>
              </a:rPr>
              <a:t>Security</a:t>
            </a:r>
            <a:r>
              <a:rPr sz="1200" spc="15" dirty="0">
                <a:solidFill>
                  <a:srgbClr val="538235"/>
                </a:solidFill>
                <a:latin typeface="Tahoma"/>
                <a:cs typeface="Tahoma"/>
              </a:rPr>
              <a:t> </a:t>
            </a:r>
            <a:r>
              <a:rPr sz="1200" spc="-5" dirty="0">
                <a:solidFill>
                  <a:srgbClr val="538235"/>
                </a:solidFill>
                <a:latin typeface="Tahoma"/>
                <a:cs typeface="Tahoma"/>
              </a:rPr>
              <a:t>(TLS)</a:t>
            </a:r>
            <a:r>
              <a:rPr sz="1200" spc="30" dirty="0">
                <a:solidFill>
                  <a:srgbClr val="538235"/>
                </a:solidFill>
                <a:latin typeface="Tahoma"/>
                <a:cs typeface="Tahoma"/>
              </a:rPr>
              <a:t> </a:t>
            </a:r>
            <a:r>
              <a:rPr sz="1200" dirty="0">
                <a:solidFill>
                  <a:srgbClr val="538235"/>
                </a:solidFill>
                <a:latin typeface="Tahoma"/>
                <a:cs typeface="Tahoma"/>
              </a:rPr>
              <a:t>/ </a:t>
            </a:r>
            <a:r>
              <a:rPr sz="1200" spc="-5" dirty="0">
                <a:solidFill>
                  <a:srgbClr val="538235"/>
                </a:solidFill>
                <a:latin typeface="Tahoma"/>
                <a:cs typeface="Tahoma"/>
              </a:rPr>
              <a:t>Secure</a:t>
            </a:r>
            <a:r>
              <a:rPr sz="1200" spc="5" dirty="0">
                <a:solidFill>
                  <a:srgbClr val="538235"/>
                </a:solidFill>
                <a:latin typeface="Tahoma"/>
                <a:cs typeface="Tahoma"/>
              </a:rPr>
              <a:t> </a:t>
            </a:r>
            <a:r>
              <a:rPr sz="1200" spc="-5" dirty="0">
                <a:solidFill>
                  <a:srgbClr val="538235"/>
                </a:solidFill>
                <a:latin typeface="Tahoma"/>
                <a:cs typeface="Tahoma"/>
              </a:rPr>
              <a:t>Sockets</a:t>
            </a:r>
            <a:r>
              <a:rPr sz="1200" spc="5" dirty="0">
                <a:solidFill>
                  <a:srgbClr val="538235"/>
                </a:solidFill>
                <a:latin typeface="Tahoma"/>
                <a:cs typeface="Tahoma"/>
              </a:rPr>
              <a:t> </a:t>
            </a:r>
            <a:r>
              <a:rPr sz="1200" spc="-5" dirty="0">
                <a:solidFill>
                  <a:srgbClr val="538235"/>
                </a:solidFill>
                <a:latin typeface="Tahoma"/>
                <a:cs typeface="Tahoma"/>
              </a:rPr>
              <a:t>Layer</a:t>
            </a:r>
            <a:r>
              <a:rPr sz="1200" spc="-20" dirty="0">
                <a:solidFill>
                  <a:srgbClr val="538235"/>
                </a:solidFill>
                <a:latin typeface="Tahoma"/>
                <a:cs typeface="Tahoma"/>
              </a:rPr>
              <a:t> </a:t>
            </a:r>
            <a:r>
              <a:rPr sz="1200" spc="-5" dirty="0">
                <a:solidFill>
                  <a:srgbClr val="538235"/>
                </a:solidFill>
                <a:latin typeface="Tahoma"/>
                <a:cs typeface="Tahoma"/>
              </a:rPr>
              <a:t>(SSL)</a:t>
            </a:r>
            <a:endParaRPr sz="1200" dirty="0">
              <a:latin typeface="Tahoma"/>
              <a:cs typeface="Tahoma"/>
            </a:endParaRPr>
          </a:p>
          <a:p>
            <a:pPr marL="527685" lvl="1" indent="-171450">
              <a:lnSpc>
                <a:spcPct val="100000"/>
              </a:lnSpc>
              <a:spcBef>
                <a:spcPts val="725"/>
              </a:spcBef>
              <a:buFont typeface="Wingdings"/>
              <a:buChar char=""/>
              <a:tabLst>
                <a:tab pos="528320" algn="l"/>
              </a:tabLst>
            </a:pPr>
            <a:r>
              <a:rPr sz="1200" spc="-5" dirty="0">
                <a:solidFill>
                  <a:srgbClr val="538235"/>
                </a:solidFill>
                <a:latin typeface="Tahoma"/>
                <a:cs typeface="Tahoma"/>
              </a:rPr>
              <a:t>Public</a:t>
            </a:r>
            <a:r>
              <a:rPr sz="1200" spc="-10" dirty="0">
                <a:solidFill>
                  <a:srgbClr val="538235"/>
                </a:solidFill>
                <a:latin typeface="Tahoma"/>
                <a:cs typeface="Tahoma"/>
              </a:rPr>
              <a:t> </a:t>
            </a:r>
            <a:r>
              <a:rPr sz="1200" spc="-15" dirty="0">
                <a:solidFill>
                  <a:srgbClr val="538235"/>
                </a:solidFill>
                <a:latin typeface="Tahoma"/>
                <a:cs typeface="Tahoma"/>
              </a:rPr>
              <a:t>Key</a:t>
            </a:r>
            <a:r>
              <a:rPr sz="1200" spc="-5" dirty="0">
                <a:solidFill>
                  <a:srgbClr val="538235"/>
                </a:solidFill>
                <a:latin typeface="Tahoma"/>
                <a:cs typeface="Tahoma"/>
              </a:rPr>
              <a:t> Infrastructure</a:t>
            </a:r>
            <a:r>
              <a:rPr sz="1200" spc="-10" dirty="0">
                <a:solidFill>
                  <a:srgbClr val="538235"/>
                </a:solidFill>
                <a:latin typeface="Tahoma"/>
                <a:cs typeface="Tahoma"/>
              </a:rPr>
              <a:t> </a:t>
            </a:r>
            <a:r>
              <a:rPr sz="1200" dirty="0">
                <a:solidFill>
                  <a:srgbClr val="538235"/>
                </a:solidFill>
                <a:latin typeface="Tahoma"/>
                <a:cs typeface="Tahoma"/>
              </a:rPr>
              <a:t>(PKI)</a:t>
            </a:r>
            <a:endParaRPr sz="1200" dirty="0">
              <a:latin typeface="Tahoma"/>
              <a:cs typeface="Tahoma"/>
            </a:endParaRPr>
          </a:p>
          <a:p>
            <a:pPr marL="527685" lvl="1" indent="-171450">
              <a:lnSpc>
                <a:spcPct val="100000"/>
              </a:lnSpc>
              <a:spcBef>
                <a:spcPts val="720"/>
              </a:spcBef>
              <a:buFont typeface="Wingdings"/>
              <a:buChar char=""/>
              <a:tabLst>
                <a:tab pos="528320" algn="l"/>
              </a:tabLst>
            </a:pPr>
            <a:r>
              <a:rPr sz="1200" spc="-5" dirty="0">
                <a:solidFill>
                  <a:srgbClr val="538235"/>
                </a:solidFill>
                <a:latin typeface="Tahoma"/>
                <a:cs typeface="Tahoma"/>
              </a:rPr>
              <a:t>Internet</a:t>
            </a:r>
            <a:r>
              <a:rPr sz="1200" spc="5" dirty="0">
                <a:solidFill>
                  <a:srgbClr val="538235"/>
                </a:solidFill>
                <a:latin typeface="Tahoma"/>
                <a:cs typeface="Tahoma"/>
              </a:rPr>
              <a:t> </a:t>
            </a:r>
            <a:r>
              <a:rPr sz="1200" spc="-15" dirty="0">
                <a:solidFill>
                  <a:srgbClr val="538235"/>
                </a:solidFill>
                <a:latin typeface="Tahoma"/>
                <a:cs typeface="Tahoma"/>
              </a:rPr>
              <a:t>Key</a:t>
            </a:r>
            <a:r>
              <a:rPr sz="1200" spc="-5" dirty="0">
                <a:solidFill>
                  <a:srgbClr val="538235"/>
                </a:solidFill>
                <a:latin typeface="Tahoma"/>
                <a:cs typeface="Tahoma"/>
              </a:rPr>
              <a:t> Exchange (IKE)</a:t>
            </a:r>
            <a:endParaRPr sz="1200" dirty="0">
              <a:latin typeface="Tahoma"/>
              <a:cs typeface="Tahoma"/>
            </a:endParaRPr>
          </a:p>
          <a:p>
            <a:pPr marL="527685" lvl="1" indent="-171450">
              <a:lnSpc>
                <a:spcPct val="100000"/>
              </a:lnSpc>
              <a:spcBef>
                <a:spcPts val="720"/>
              </a:spcBef>
              <a:buFont typeface="Wingdings"/>
              <a:buChar char=""/>
              <a:tabLst>
                <a:tab pos="528320" algn="l"/>
              </a:tabLst>
            </a:pPr>
            <a:r>
              <a:rPr sz="1200" spc="-5" dirty="0">
                <a:solidFill>
                  <a:srgbClr val="538235"/>
                </a:solidFill>
                <a:latin typeface="Tahoma"/>
                <a:cs typeface="Tahoma"/>
              </a:rPr>
              <a:t>Internet</a:t>
            </a:r>
            <a:r>
              <a:rPr sz="1200" dirty="0">
                <a:solidFill>
                  <a:srgbClr val="538235"/>
                </a:solidFill>
                <a:latin typeface="Tahoma"/>
                <a:cs typeface="Tahoma"/>
              </a:rPr>
              <a:t> Protocol</a:t>
            </a:r>
            <a:r>
              <a:rPr sz="1200" spc="-30" dirty="0">
                <a:solidFill>
                  <a:srgbClr val="538235"/>
                </a:solidFill>
                <a:latin typeface="Tahoma"/>
                <a:cs typeface="Tahoma"/>
              </a:rPr>
              <a:t> </a:t>
            </a:r>
            <a:r>
              <a:rPr sz="1200" spc="-5" dirty="0">
                <a:solidFill>
                  <a:srgbClr val="538235"/>
                </a:solidFill>
                <a:latin typeface="Tahoma"/>
                <a:cs typeface="Tahoma"/>
              </a:rPr>
              <a:t>Security</a:t>
            </a:r>
            <a:r>
              <a:rPr sz="1200" spc="-25" dirty="0">
                <a:solidFill>
                  <a:srgbClr val="538235"/>
                </a:solidFill>
                <a:latin typeface="Tahoma"/>
                <a:cs typeface="Tahoma"/>
              </a:rPr>
              <a:t> </a:t>
            </a:r>
            <a:r>
              <a:rPr sz="1200" spc="-5" dirty="0">
                <a:solidFill>
                  <a:srgbClr val="538235"/>
                </a:solidFill>
                <a:latin typeface="Tahoma"/>
                <a:cs typeface="Tahoma"/>
              </a:rPr>
              <a:t>(IPSec)</a:t>
            </a:r>
            <a:endParaRPr sz="1200" dirty="0">
              <a:latin typeface="Tahoma"/>
              <a:cs typeface="Tahom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655" y="187273"/>
            <a:ext cx="6003545" cy="276999"/>
          </a:xfrm>
        </p:spPr>
        <p:txBody>
          <a:bodyPr/>
          <a:lstStyle/>
          <a:p>
            <a:pPr algn="ctr"/>
            <a:r>
              <a:rPr lang="en-US" sz="1800" b="1" dirty="0">
                <a:latin typeface="Times New Roman" panose="02020603050405020304" pitchFamily="18" charset="0"/>
                <a:cs typeface="Times New Roman" panose="02020603050405020304" pitchFamily="18" charset="0"/>
              </a:rPr>
              <a:t>COMPLEX ENGINEERING PROBLEMS</a:t>
            </a:r>
          </a:p>
        </p:txBody>
      </p:sp>
      <p:sp>
        <p:nvSpPr>
          <p:cNvPr id="3" name="Text Placeholder 2"/>
          <p:cNvSpPr>
            <a:spLocks noGrp="1"/>
          </p:cNvSpPr>
          <p:nvPr>
            <p:ph type="body" idx="1"/>
          </p:nvPr>
        </p:nvSpPr>
        <p:spPr>
          <a:xfrm>
            <a:off x="304800" y="762000"/>
            <a:ext cx="6147435" cy="7325082"/>
          </a:xfrm>
        </p:spPr>
        <p:txBody>
          <a:bodyPr/>
          <a:lstStyle/>
          <a:p>
            <a:r>
              <a:rPr lang="en-US" sz="1400" b="1" dirty="0">
                <a:latin typeface="Times New Roman" panose="02020603050405020304" pitchFamily="18" charset="0"/>
                <a:cs typeface="Times New Roman" panose="02020603050405020304" pitchFamily="18" charset="0"/>
              </a:rPr>
              <a:t>Problem 1: </a:t>
            </a:r>
            <a:r>
              <a:rPr lang="en-IN" sz="1400" b="1" dirty="0">
                <a:latin typeface="Times New Roman" panose="02020603050405020304" pitchFamily="18" charset="0"/>
                <a:cs typeface="Times New Roman" panose="02020603050405020304" pitchFamily="18" charset="0"/>
              </a:rPr>
              <a:t>Secure Key Exchange for a Distributed Communication System</a:t>
            </a:r>
            <a:endParaRPr lang="en-US" sz="1400" b="1" dirty="0">
              <a:latin typeface="Times New Roman" panose="02020603050405020304" pitchFamily="18" charset="0"/>
              <a:cs typeface="Times New Roman" panose="02020603050405020304" pitchFamily="18" charset="0"/>
            </a:endParaRPr>
          </a:p>
          <a:p>
            <a:pPr algn="just"/>
            <a:r>
              <a:rPr lang="en-IN" sz="1400" dirty="0">
                <a:latin typeface="Times New Roman" panose="02020603050405020304" pitchFamily="18" charset="0"/>
                <a:cs typeface="Times New Roman" panose="02020603050405020304" pitchFamily="18" charset="0"/>
              </a:rPr>
              <a:t>Design a secure key-establishment mechanism for a distributed communication system in which two users need to establish a common secret key over an insecure public network without directly transmitting the secret key.</a:t>
            </a:r>
          </a:p>
          <a:p>
            <a:endParaRPr lang="en-IN" sz="1400" b="1"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Tasks:</a:t>
            </a: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Analyze mathematical requirements.</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Implement Diffie–Hellman</a:t>
            </a:r>
            <a:r>
              <a:rPr lang="en-US" sz="1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Analyze MITM and key management</a:t>
            </a:r>
            <a:r>
              <a:rPr lang="en-US" sz="1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Evaluate security, complexity &amp; scalability</a:t>
            </a:r>
            <a:r>
              <a:rPr lang="en-US" sz="1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Problem 2: </a:t>
            </a:r>
            <a:r>
              <a:rPr lang="en-IN" sz="1400" b="1" dirty="0">
                <a:latin typeface="Times New Roman" panose="02020603050405020304" pitchFamily="18" charset="0"/>
                <a:cs typeface="Times New Roman" panose="02020603050405020304" pitchFamily="18" charset="0"/>
              </a:rPr>
              <a:t>Design of a Secure RSA-Based Data Exchange System</a:t>
            </a:r>
            <a:endParaRPr lang="en-US" sz="1400" b="1" dirty="0">
              <a:latin typeface="Times New Roman" panose="02020603050405020304" pitchFamily="18" charset="0"/>
              <a:cs typeface="Times New Roman" panose="02020603050405020304" pitchFamily="18" charset="0"/>
            </a:endParaRPr>
          </a:p>
          <a:p>
            <a:pPr algn="just"/>
            <a:r>
              <a:rPr lang="en-IN" sz="1400" dirty="0">
                <a:latin typeface="Times New Roman" panose="02020603050405020304" pitchFamily="18" charset="0"/>
                <a:cs typeface="Times New Roman" panose="02020603050405020304" pitchFamily="18" charset="0"/>
              </a:rPr>
              <a:t>A financial application requires secure exchange of sensitive information between a client and server. Design an RSA-based asymmetric cryptographic solution that provides secure key generation, encryption/decryption and appropriate key management</a:t>
            </a:r>
            <a:r>
              <a:rPr lang="en-US" sz="1400" dirty="0">
                <a:latin typeface="Times New Roman" panose="02020603050405020304" pitchFamily="18" charset="0"/>
                <a:cs typeface="Times New Roman" panose="02020603050405020304" pitchFamily="18" charset="0"/>
              </a:rPr>
              <a:t>.</a:t>
            </a:r>
          </a:p>
          <a:p>
            <a:pPr algn="just"/>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Tasks:</a:t>
            </a: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Prime testing, factorization &amp; φ(n)</a:t>
            </a:r>
            <a:r>
              <a:rPr lang="en-US" sz="1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Generate RSA keys and encrypt/decrypt</a:t>
            </a:r>
            <a:r>
              <a:rPr lang="en-US" sz="1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Apply Fermat, Euler &amp; CRT</a:t>
            </a:r>
            <a:r>
              <a:rPr lang="en-US" sz="1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Design key-management strategy &amp; evaluate</a:t>
            </a:r>
            <a:r>
              <a:rPr lang="en-US" sz="1400" dirty="0">
                <a:latin typeface="Times New Roman" panose="02020603050405020304" pitchFamily="18" charset="0"/>
                <a:cs typeface="Times New Roman" panose="02020603050405020304" pitchFamily="18" charset="0"/>
              </a:rPr>
              <a:t>.</a:t>
            </a:r>
          </a:p>
          <a:p>
            <a:pPr>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Problem 3: </a:t>
            </a:r>
            <a:r>
              <a:rPr lang="en-IN" sz="1400" b="1" dirty="0">
                <a:latin typeface="Times New Roman" panose="02020603050405020304" pitchFamily="18" charset="0"/>
                <a:cs typeface="Times New Roman" panose="02020603050405020304" pitchFamily="18" charset="0"/>
              </a:rPr>
              <a:t>ECC-Based Secure Communication for Resource-Constrained Devices</a:t>
            </a:r>
            <a:endParaRPr lang="en-US" sz="1400" b="1"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Design a secure communication mechanism for an IoT/mobile environment where devices have limited computational power, memory and communication bandwidth. Evaluate whether </a:t>
            </a:r>
            <a:r>
              <a:rPr lang="en-IN" sz="1400" b="1" dirty="0">
                <a:latin typeface="Times New Roman" panose="02020603050405020304" pitchFamily="18" charset="0"/>
                <a:cs typeface="Times New Roman" panose="02020603050405020304" pitchFamily="18" charset="0"/>
              </a:rPr>
              <a:t>Elliptic Curve Cryptography (ECC)</a:t>
            </a:r>
            <a:r>
              <a:rPr lang="en-IN" sz="1400" dirty="0">
                <a:latin typeface="Times New Roman" panose="02020603050405020304" pitchFamily="18" charset="0"/>
                <a:cs typeface="Times New Roman" panose="02020603050405020304" pitchFamily="18" charset="0"/>
              </a:rPr>
              <a:t> is more suitable than RSA.</a:t>
            </a:r>
            <a:br>
              <a:rPr lang="en-IN" sz="140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Tasks:</a:t>
            </a:r>
            <a:endParaRPr lang="en-US" sz="14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Elliptic-curve arithmetic</a:t>
            </a:r>
            <a:r>
              <a:rPr lang="en-US" sz="1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Demonstrate ECC key generation</a:t>
            </a:r>
            <a:r>
              <a:rPr lang="en-US" sz="1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Compare RSA and ECC</a:t>
            </a:r>
            <a:r>
              <a:rPr lang="en-US" sz="14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Recommend solution based on engineering constraints</a:t>
            </a:r>
            <a:r>
              <a:rPr lang="en-US" sz="1400" dirty="0">
                <a:latin typeface="Times New Roman" panose="02020603050405020304" pitchFamily="18" charset="0"/>
                <a:cs typeface="Times New Roman" panose="02020603050405020304" pitchFamily="18" charset="0"/>
              </a:rPr>
              <a:t>. </a:t>
            </a:r>
          </a:p>
        </p:txBody>
      </p:sp>
      <p:sp>
        <p:nvSpPr>
          <p:cNvPr id="6" name="Slide Number Placeholder 5"/>
          <p:cNvSpPr>
            <a:spLocks noGrp="1"/>
          </p:cNvSpPr>
          <p:nvPr>
            <p:ph type="sldNum" sz="quarter" idx="7"/>
          </p:nvPr>
        </p:nvSpPr>
        <p:spPr/>
        <p:txBody>
          <a:bodyPr/>
          <a:lstStyle/>
          <a:p>
            <a:fld id="{B6F15528-21DE-4FAA-801E-634DDDAF4B2B}" type="slidenum">
              <a:rPr lang="en-IN" smtClean="0"/>
              <a:t>60</a:t>
            </a:fld>
            <a:endParaRPr lang="en-IN"/>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655" y="187273"/>
            <a:ext cx="6003545" cy="246221"/>
          </a:xfrm>
        </p:spPr>
        <p:txBody>
          <a:bodyPr/>
          <a:lstStyle/>
          <a:p>
            <a:pPr algn="ctr"/>
            <a:r>
              <a:rPr lang="en-US" sz="1600" b="1" dirty="0">
                <a:latin typeface="Times New Roman" panose="02020603050405020304" pitchFamily="18" charset="0"/>
                <a:cs typeface="Times New Roman" panose="02020603050405020304" pitchFamily="18" charset="0"/>
              </a:rPr>
              <a:t>SDG ACTIVITIES FOR THE COURSE</a:t>
            </a:r>
          </a:p>
        </p:txBody>
      </p:sp>
      <p:sp>
        <p:nvSpPr>
          <p:cNvPr id="3" name="Text Placeholder 2"/>
          <p:cNvSpPr>
            <a:spLocks noGrp="1"/>
          </p:cNvSpPr>
          <p:nvPr>
            <p:ph type="body" idx="1"/>
          </p:nvPr>
        </p:nvSpPr>
        <p:spPr>
          <a:xfrm>
            <a:off x="228600" y="533400"/>
            <a:ext cx="6629400" cy="8186857"/>
          </a:xfrm>
        </p:spPr>
        <p:txBody>
          <a:bodyPr/>
          <a:lstStyle/>
          <a:p>
            <a:pPr algn="l"/>
            <a:r>
              <a:rPr lang="en-US" sz="1400" b="1" dirty="0">
                <a:latin typeface="Times New Roman" panose="02020603050405020304" pitchFamily="18" charset="0"/>
                <a:cs typeface="Times New Roman" panose="02020603050405020304" pitchFamily="18" charset="0"/>
              </a:rPr>
              <a:t>Activity 1: </a:t>
            </a:r>
            <a:r>
              <a:rPr lang="en-IN" sz="1400" b="1" dirty="0">
                <a:latin typeface="Times New Roman" panose="02020603050405020304" pitchFamily="18" charset="0"/>
                <a:cs typeface="Times New Roman" panose="02020603050405020304" pitchFamily="18" charset="0"/>
              </a:rPr>
              <a:t>Interactive Cryptography Learning Activity</a:t>
            </a:r>
            <a:endParaRPr lang="en-US" sz="1400" b="1" dirty="0">
              <a:latin typeface="Times New Roman" panose="02020603050405020304" pitchFamily="18" charset="0"/>
              <a:cs typeface="Times New Roman" panose="02020603050405020304" pitchFamily="18" charset="0"/>
            </a:endParaRPr>
          </a:p>
          <a:p>
            <a:pPr algn="l"/>
            <a:r>
              <a:rPr lang="en-US" sz="1400" b="1" dirty="0">
                <a:latin typeface="Times New Roman" panose="02020603050405020304" pitchFamily="18" charset="0"/>
                <a:cs typeface="Times New Roman" panose="02020603050405020304" pitchFamily="18" charset="0"/>
              </a:rPr>
              <a:t>SDG:</a:t>
            </a:r>
            <a:r>
              <a:rPr lang="en-US" sz="1400" dirty="0">
                <a:latin typeface="Times New Roman" panose="02020603050405020304" pitchFamily="18" charset="0"/>
                <a:cs typeface="Times New Roman" panose="02020603050405020304" pitchFamily="18" charset="0"/>
              </a:rPr>
              <a:t> SDG 4-Quality Education</a:t>
            </a:r>
          </a:p>
          <a:p>
            <a:pPr algn="l"/>
            <a:r>
              <a:rPr lang="en-US" sz="1400" b="1" dirty="0">
                <a:latin typeface="Times New Roman" panose="02020603050405020304" pitchFamily="18" charset="0"/>
                <a:cs typeface="Times New Roman" panose="02020603050405020304" pitchFamily="18" charset="0"/>
              </a:rPr>
              <a:t>Course Topics Covered: </a:t>
            </a:r>
            <a:r>
              <a:rPr lang="en-IN" sz="1400" dirty="0">
                <a:latin typeface="Times New Roman" panose="02020603050405020304" pitchFamily="18" charset="0"/>
                <a:cs typeface="Times New Roman" panose="02020603050405020304" pitchFamily="18" charset="0"/>
              </a:rPr>
              <a:t>Primes, Primality Testing, Euler’s Totient Function, Fermat’s &amp; Euler’s Theorem, CRT</a:t>
            </a:r>
            <a:endParaRPr lang="en-US" sz="1400" b="1" dirty="0">
              <a:latin typeface="Times New Roman" panose="02020603050405020304" pitchFamily="18" charset="0"/>
              <a:cs typeface="Times New Roman" panose="02020603050405020304" pitchFamily="18" charset="0"/>
            </a:endParaRPr>
          </a:p>
          <a:p>
            <a:pPr algn="l"/>
            <a:r>
              <a:rPr lang="en-US" sz="1400" b="1" dirty="0">
                <a:latin typeface="Times New Roman" panose="02020603050405020304" pitchFamily="18" charset="0"/>
                <a:cs typeface="Times New Roman" panose="02020603050405020304" pitchFamily="18" charset="0"/>
              </a:rPr>
              <a:t>Activity: </a:t>
            </a:r>
            <a:r>
              <a:rPr lang="en-IN" sz="1400" dirty="0">
                <a:latin typeface="Times New Roman" panose="02020603050405020304" pitchFamily="18" charset="0"/>
                <a:cs typeface="Times New Roman" panose="02020603050405020304" pitchFamily="18" charset="0"/>
              </a:rPr>
              <a:t>Students work in small groups to solve progressively difficult number-theory problems using peer learning and AI-assisted verification. Each group prepares a simple learning resource explaining one mathematical concept and its cryptographic application.</a:t>
            </a:r>
            <a:endParaRPr lang="en-US" sz="1400" dirty="0">
              <a:latin typeface="Times New Roman" panose="02020603050405020304" pitchFamily="18" charset="0"/>
              <a:cs typeface="Times New Roman" panose="02020603050405020304" pitchFamily="18" charset="0"/>
            </a:endParaRPr>
          </a:p>
          <a:p>
            <a:pPr algn="l"/>
            <a:r>
              <a:rPr lang="en-US" sz="1400" b="1" dirty="0">
                <a:latin typeface="Times New Roman" panose="02020603050405020304" pitchFamily="18" charset="0"/>
                <a:cs typeface="Times New Roman" panose="02020603050405020304" pitchFamily="18" charset="0"/>
              </a:rPr>
              <a:t>Deliverables</a:t>
            </a:r>
          </a:p>
          <a:p>
            <a:pPr algn="l">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Problem-solving worksheet</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Student-created concept map/infographic</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AI-verified solutions</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Short group presentation</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Activity 2: </a:t>
            </a:r>
            <a:r>
              <a:rPr lang="en-IN" sz="1400" b="1" dirty="0">
                <a:latin typeface="Times New Roman" panose="02020603050405020304" pitchFamily="18" charset="0"/>
                <a:cs typeface="Times New Roman" panose="02020603050405020304" pitchFamily="18" charset="0"/>
              </a:rPr>
              <a:t>Secure Communication System Design</a:t>
            </a:r>
            <a:endParaRPr lang="en-US" sz="1400" b="1"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SDG:</a:t>
            </a:r>
            <a:r>
              <a:rPr lang="en-US" sz="140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SDG 9 – Industry, Innovation and Infrastructure</a:t>
            </a: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Course Topics Covered: </a:t>
            </a:r>
            <a:r>
              <a:rPr lang="en-IN" sz="1400" dirty="0">
                <a:latin typeface="Times New Roman" panose="02020603050405020304" pitchFamily="18" charset="0"/>
                <a:cs typeface="Times New Roman" panose="02020603050405020304" pitchFamily="18" charset="0"/>
              </a:rPr>
              <a:t>RSA, Key Distribution, Key Management, Diffie–Hellman, ECC</a:t>
            </a:r>
            <a:endParaRPr lang="en-US" sz="1400" b="1"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Activity: </a:t>
            </a:r>
            <a:r>
              <a:rPr lang="en-IN" sz="1400" dirty="0">
                <a:latin typeface="Times New Roman" panose="02020603050405020304" pitchFamily="18" charset="0"/>
                <a:cs typeface="Times New Roman" panose="02020603050405020304" pitchFamily="18" charset="0"/>
              </a:rPr>
              <a:t>Students design a secure communication model for an IoT/industrial application. They compare RSA, Diffie–Hellman and ECC and select an appropriate asymmetric cryptographic technique considering security, computational resources and scalability.</a:t>
            </a:r>
          </a:p>
          <a:p>
            <a:r>
              <a:rPr lang="en-US" sz="1400" b="1" dirty="0">
                <a:latin typeface="Times New Roman" panose="02020603050405020304" pitchFamily="18" charset="0"/>
                <a:cs typeface="Times New Roman" panose="02020603050405020304" pitchFamily="18" charset="0"/>
              </a:rPr>
              <a:t>Deliverables</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System architecture diagram</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Cryptographic algorithm flowchart</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RSA/Diffie–Hellman/ECC comparison</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Design justification and mini-report</a:t>
            </a:r>
          </a:p>
          <a:p>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Activity 3: </a:t>
            </a:r>
            <a:r>
              <a:rPr lang="en-IN" sz="1400" b="1" dirty="0">
                <a:latin typeface="Times New Roman" panose="02020603050405020304" pitchFamily="18" charset="0"/>
                <a:cs typeface="Times New Roman" panose="02020603050405020304" pitchFamily="18" charset="0"/>
              </a:rPr>
              <a:t>Secure Digital Services Case Study</a:t>
            </a:r>
            <a:endParaRPr lang="en-US" sz="1400" b="1"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SDG:</a:t>
            </a:r>
            <a:r>
              <a:rPr lang="en-US" sz="1400" dirty="0">
                <a:latin typeface="Times New Roman" panose="02020603050405020304" pitchFamily="18" charset="0"/>
                <a:cs typeface="Times New Roman" panose="02020603050405020304" pitchFamily="18" charset="0"/>
              </a:rPr>
              <a:t> </a:t>
            </a:r>
            <a:r>
              <a:rPr lang="en-IN" sz="1400" dirty="0">
                <a:latin typeface="Times New Roman" panose="02020603050405020304" pitchFamily="18" charset="0"/>
                <a:cs typeface="Times New Roman" panose="02020603050405020304" pitchFamily="18" charset="0"/>
              </a:rPr>
              <a:t>SDG 16 – Peace, Justice and Strong Institutions</a:t>
            </a:r>
            <a:endParaRPr lang="en-US" sz="1400"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Course Topics Covered: </a:t>
            </a:r>
            <a:r>
              <a:rPr lang="en-IN" sz="1400" dirty="0">
                <a:latin typeface="Times New Roman" panose="02020603050405020304" pitchFamily="18" charset="0"/>
                <a:cs typeface="Times New Roman" panose="02020603050405020304" pitchFamily="18" charset="0"/>
              </a:rPr>
              <a:t>RSA, Key Management, Diffie–Hellman, ECC, Cryptographic Security</a:t>
            </a:r>
            <a:endParaRPr lang="en-US" sz="1400" b="1" dirty="0">
              <a:latin typeface="Times New Roman" panose="02020603050405020304" pitchFamily="18" charset="0"/>
              <a:cs typeface="Times New Roman" panose="02020603050405020304" pitchFamily="18" charset="0"/>
            </a:endParaRPr>
          </a:p>
          <a:p>
            <a:r>
              <a:rPr lang="en-US" sz="1400" b="1" dirty="0">
                <a:latin typeface="Times New Roman" panose="02020603050405020304" pitchFamily="18" charset="0"/>
                <a:cs typeface="Times New Roman" panose="02020603050405020304" pitchFamily="18" charset="0"/>
              </a:rPr>
              <a:t>Activity: </a:t>
            </a:r>
            <a:r>
              <a:rPr lang="en-IN" sz="1400" dirty="0">
                <a:latin typeface="Times New Roman" panose="02020603050405020304" pitchFamily="18" charset="0"/>
                <a:cs typeface="Times New Roman" panose="02020603050405020304" pitchFamily="18" charset="0"/>
              </a:rPr>
              <a:t>Students </a:t>
            </a:r>
            <a:r>
              <a:rPr lang="en-IN" sz="1400" dirty="0" err="1">
                <a:latin typeface="Times New Roman" panose="02020603050405020304" pitchFamily="18" charset="0"/>
                <a:cs typeface="Times New Roman" panose="02020603050405020304" pitchFamily="18" charset="0"/>
              </a:rPr>
              <a:t>analyze</a:t>
            </a:r>
            <a:r>
              <a:rPr lang="en-IN" sz="1400" dirty="0">
                <a:latin typeface="Times New Roman" panose="02020603050405020304" pitchFamily="18" charset="0"/>
                <a:cs typeface="Times New Roman" panose="02020603050405020304" pitchFamily="18" charset="0"/>
              </a:rPr>
              <a:t> a scenario such as online banking, e-governance or secure digital communication and identify threats to confidentiality, authentication and key management. They propose an asymmetric cryptography-based security solution.</a:t>
            </a:r>
          </a:p>
          <a:p>
            <a:r>
              <a:rPr lang="en-US" sz="1400" b="1" dirty="0">
                <a:latin typeface="Times New Roman" panose="02020603050405020304" pitchFamily="18" charset="0"/>
                <a:cs typeface="Times New Roman" panose="02020603050405020304" pitchFamily="18" charset="0"/>
              </a:rPr>
              <a:t>Deliverables</a:t>
            </a:r>
          </a:p>
          <a:p>
            <a:pPr>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Threat and risk analysis</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Secure communication architecture</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Key-management plan</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Security recommendations</a:t>
            </a:r>
            <a:br>
              <a:rPr lang="en-IN" sz="1400" dirty="0">
                <a:latin typeface="Times New Roman" panose="02020603050405020304" pitchFamily="18" charset="0"/>
                <a:cs typeface="Times New Roman" panose="02020603050405020304" pitchFamily="18" charset="0"/>
              </a:rPr>
            </a:br>
            <a:r>
              <a:rPr lang="en-IN" sz="1400" dirty="0">
                <a:latin typeface="Times New Roman" panose="02020603050405020304" pitchFamily="18" charset="0"/>
                <a:cs typeface="Times New Roman" panose="02020603050405020304" pitchFamily="18" charset="0"/>
              </a:rPr>
              <a:t>• Group presentation</a:t>
            </a:r>
            <a:endParaRPr lang="en-US" sz="14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7"/>
          </p:nvPr>
        </p:nvSpPr>
        <p:spPr/>
        <p:txBody>
          <a:bodyPr/>
          <a:lstStyle/>
          <a:p>
            <a:fld id="{B6F15528-21DE-4FAA-801E-634DDDAF4B2B}" type="slidenum">
              <a:rPr lang="en-IN" smtClean="0"/>
              <a:t>61</a:t>
            </a:fld>
            <a:endParaRPr lang="en-IN"/>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600" y="381000"/>
            <a:ext cx="6248399" cy="8998617"/>
          </a:xfrm>
          <a:prstGeom prst="rect">
            <a:avLst/>
          </a:prstGeom>
        </p:spPr>
        <p:txBody>
          <a:bodyPr vert="horz" wrap="square" lIns="0" tIns="11430" rIns="0" bIns="0" rtlCol="0">
            <a:spAutoFit/>
          </a:bodyPr>
          <a:lstStyle/>
          <a:p>
            <a:pPr marL="12700" algn="ctr">
              <a:lnSpc>
                <a:spcPct val="100000"/>
              </a:lnSpc>
              <a:spcBef>
                <a:spcPts val="90"/>
              </a:spcBef>
            </a:pPr>
            <a:r>
              <a:rPr sz="2000" b="1" spc="-15" dirty="0">
                <a:solidFill>
                  <a:srgbClr val="538235"/>
                </a:solidFill>
                <a:latin typeface="Tahoma"/>
                <a:cs typeface="Tahoma"/>
              </a:rPr>
              <a:t>Contents</a:t>
            </a:r>
            <a:r>
              <a:rPr sz="2000" b="1" spc="60" dirty="0">
                <a:solidFill>
                  <a:srgbClr val="538235"/>
                </a:solidFill>
                <a:latin typeface="Tahoma"/>
                <a:cs typeface="Tahoma"/>
              </a:rPr>
              <a:t> </a:t>
            </a:r>
            <a:r>
              <a:rPr sz="2000" b="1" spc="-10" dirty="0">
                <a:solidFill>
                  <a:srgbClr val="538235"/>
                </a:solidFill>
                <a:latin typeface="Tahoma"/>
                <a:cs typeface="Tahoma"/>
              </a:rPr>
              <a:t>beyond</a:t>
            </a:r>
            <a:r>
              <a:rPr sz="2000" b="1" spc="40" dirty="0">
                <a:solidFill>
                  <a:srgbClr val="538235"/>
                </a:solidFill>
                <a:latin typeface="Tahoma"/>
                <a:cs typeface="Tahoma"/>
              </a:rPr>
              <a:t> </a:t>
            </a:r>
            <a:r>
              <a:rPr sz="2000" b="1" spc="-10" dirty="0">
                <a:solidFill>
                  <a:srgbClr val="538235"/>
                </a:solidFill>
                <a:latin typeface="Tahoma"/>
                <a:cs typeface="Tahoma"/>
              </a:rPr>
              <a:t>the</a:t>
            </a:r>
            <a:r>
              <a:rPr sz="2000" b="1" spc="25" dirty="0">
                <a:solidFill>
                  <a:srgbClr val="538235"/>
                </a:solidFill>
                <a:latin typeface="Tahoma"/>
                <a:cs typeface="Tahoma"/>
              </a:rPr>
              <a:t> </a:t>
            </a:r>
            <a:r>
              <a:rPr sz="2000" b="1" spc="-5" dirty="0">
                <a:solidFill>
                  <a:srgbClr val="538235"/>
                </a:solidFill>
                <a:latin typeface="Tahoma"/>
                <a:cs typeface="Tahoma"/>
              </a:rPr>
              <a:t>Syllabus</a:t>
            </a:r>
            <a:endParaRPr sz="2000" dirty="0">
              <a:latin typeface="Tahoma"/>
              <a:cs typeface="Tahoma"/>
            </a:endParaRPr>
          </a:p>
          <a:p>
            <a:pPr algn="just"/>
            <a:r>
              <a:rPr lang="en-US" sz="1200" b="1" dirty="0" err="1">
                <a:solidFill>
                  <a:srgbClr val="3C5F27"/>
                </a:solidFill>
                <a:latin typeface="Tahoma" panose="020B0604030504040204" pitchFamily="34" charset="0"/>
                <a:ea typeface="Tahoma" panose="020B0604030504040204" pitchFamily="34" charset="0"/>
                <a:cs typeface="Tahoma" panose="020B0604030504040204" pitchFamily="34" charset="0"/>
              </a:rPr>
              <a:t>ElGamal</a:t>
            </a:r>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 Encryption</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is a public-key cryptosystem. It uses asymmetric key encryption to communicate between two parties and encrypt the message. This cryptosystem is based on the difficulty of finding </a:t>
            </a:r>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discrete logarithms</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in a cyclic group that is even if we know g</a:t>
            </a:r>
            <a:r>
              <a:rPr lang="en-US" sz="1200" baseline="30000" dirty="0">
                <a:solidFill>
                  <a:srgbClr val="3C5F27"/>
                </a:solidFill>
                <a:latin typeface="Tahoma" panose="020B0604030504040204" pitchFamily="34" charset="0"/>
                <a:ea typeface="Tahoma" panose="020B0604030504040204" pitchFamily="34" charset="0"/>
                <a:cs typeface="Tahoma" panose="020B0604030504040204" pitchFamily="34" charset="0"/>
              </a:rPr>
              <a:t>a</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and </a:t>
            </a:r>
            <a:r>
              <a:rPr lang="en-US" sz="1200" dirty="0" err="1">
                <a:solidFill>
                  <a:srgbClr val="3C5F27"/>
                </a:solidFill>
                <a:latin typeface="Tahoma" panose="020B0604030504040204" pitchFamily="34" charset="0"/>
                <a:ea typeface="Tahoma" panose="020B0604030504040204" pitchFamily="34" charset="0"/>
                <a:cs typeface="Tahoma" panose="020B0604030504040204" pitchFamily="34" charset="0"/>
              </a:rPr>
              <a:t>g</a:t>
            </a:r>
            <a:r>
              <a:rPr lang="en-US" sz="1200" baseline="30000" dirty="0" err="1">
                <a:solidFill>
                  <a:srgbClr val="3C5F27"/>
                </a:solidFill>
                <a:latin typeface="Tahoma" panose="020B0604030504040204" pitchFamily="34" charset="0"/>
                <a:ea typeface="Tahoma" panose="020B0604030504040204" pitchFamily="34" charset="0"/>
                <a:cs typeface="Tahoma" panose="020B0604030504040204" pitchFamily="34" charset="0"/>
              </a:rPr>
              <a:t>k</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it is extremely difficult to compute g</a:t>
            </a:r>
            <a:r>
              <a:rPr lang="en-US" sz="1200" baseline="30000" dirty="0">
                <a:solidFill>
                  <a:srgbClr val="3C5F27"/>
                </a:solidFill>
                <a:latin typeface="Tahoma" panose="020B0604030504040204" pitchFamily="34" charset="0"/>
                <a:ea typeface="Tahoma" panose="020B0604030504040204" pitchFamily="34" charset="0"/>
                <a:cs typeface="Tahoma" panose="020B0604030504040204" pitchFamily="34" charset="0"/>
              </a:rPr>
              <a:t>ak</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a:t>
            </a:r>
          </a:p>
          <a:p>
            <a:pPr algn="just"/>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Elgamal Cryptographic Algorithm</a:t>
            </a:r>
          </a:p>
          <a:p>
            <a:pPr algn="just"/>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The </a:t>
            </a:r>
            <a:r>
              <a:rPr lang="en-US" sz="1200" dirty="0" err="1">
                <a:solidFill>
                  <a:srgbClr val="3C5F27"/>
                </a:solidFill>
                <a:latin typeface="Tahoma" panose="020B0604030504040204" pitchFamily="34" charset="0"/>
                <a:ea typeface="Tahoma" panose="020B0604030504040204" pitchFamily="34" charset="0"/>
                <a:cs typeface="Tahoma" panose="020B0604030504040204" pitchFamily="34" charset="0"/>
              </a:rPr>
              <a:t>ElGamal</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cryptographic algorithm is an asymmetric key encryption scheme based on the </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hlinkClick r:id="rId2">
                  <a:extLst>
                    <a:ext uri="{A12FA001-AC4F-418D-AE19-62706E023703}">
                      <ahyp:hlinkClr xmlns:ahyp="http://schemas.microsoft.com/office/drawing/2018/hyperlinkcolor" xmlns="" val="tx"/>
                    </a:ext>
                  </a:extLst>
                </a:hlinkClick>
              </a:rPr>
              <a:t>Diffie-Hellman key exchange</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It was invented by Taher </a:t>
            </a:r>
            <a:r>
              <a:rPr lang="en-US" sz="1200" dirty="0" err="1">
                <a:solidFill>
                  <a:srgbClr val="3C5F27"/>
                </a:solidFill>
                <a:latin typeface="Tahoma" panose="020B0604030504040204" pitchFamily="34" charset="0"/>
                <a:ea typeface="Tahoma" panose="020B0604030504040204" pitchFamily="34" charset="0"/>
                <a:cs typeface="Tahoma" panose="020B0604030504040204" pitchFamily="34" charset="0"/>
              </a:rPr>
              <a:t>ElGamal</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in 1985. The algorithm is widely used for secure data transmission and has digital signatures and encryption applications. </a:t>
            </a: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endPar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endParaRPr>
          </a:p>
          <a:p>
            <a:pPr algn="just"/>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Components of the </a:t>
            </a:r>
            <a:r>
              <a:rPr lang="en-US" sz="1200" b="1" dirty="0" err="1">
                <a:solidFill>
                  <a:srgbClr val="3C5F27"/>
                </a:solidFill>
                <a:latin typeface="Tahoma" panose="020B0604030504040204" pitchFamily="34" charset="0"/>
                <a:ea typeface="Tahoma" panose="020B0604030504040204" pitchFamily="34" charset="0"/>
                <a:cs typeface="Tahoma" panose="020B0604030504040204" pitchFamily="34" charset="0"/>
              </a:rPr>
              <a:t>ElGamal</a:t>
            </a:r>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 Algorithm</a:t>
            </a:r>
          </a:p>
          <a:p>
            <a:pPr algn="just"/>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Key Generation</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a:t>
            </a:r>
          </a:p>
          <a:p>
            <a:pPr lvl="1" algn="just"/>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Public Parameters</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Select a large prime number p and a generator g of the multiplicative group Z</a:t>
            </a:r>
            <a:r>
              <a:rPr lang="en-US" sz="1200" baseline="30000" dirty="0">
                <a:solidFill>
                  <a:srgbClr val="3C5F27"/>
                </a:solidFill>
                <a:latin typeface="Tahoma" panose="020B0604030504040204" pitchFamily="34" charset="0"/>
                <a:ea typeface="Tahoma" panose="020B0604030504040204" pitchFamily="34" charset="0"/>
                <a:cs typeface="Tahoma" panose="020B0604030504040204" pitchFamily="34" charset="0"/>
              </a:rPr>
              <a:t>*</a:t>
            </a:r>
            <a:r>
              <a:rPr lang="en-US" sz="1200" baseline="-25000" dirty="0">
                <a:solidFill>
                  <a:srgbClr val="3C5F27"/>
                </a:solidFill>
                <a:latin typeface="Tahoma" panose="020B0604030504040204" pitchFamily="34" charset="0"/>
                <a:ea typeface="Tahoma" panose="020B0604030504040204" pitchFamily="34" charset="0"/>
                <a:cs typeface="Tahoma" panose="020B0604030504040204" pitchFamily="34" charset="0"/>
              </a:rPr>
              <a:t>p</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a:t>
            </a:r>
          </a:p>
          <a:p>
            <a:pPr lvl="1" algn="just"/>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Private Key</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Select a private key x such that 1 ≤ x ≤p −2.</a:t>
            </a:r>
          </a:p>
          <a:p>
            <a:pPr lvl="1" algn="just"/>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Public Key</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Compute h=</a:t>
            </a:r>
            <a:r>
              <a:rPr lang="en-US" sz="1200" dirty="0" err="1">
                <a:solidFill>
                  <a:srgbClr val="3C5F27"/>
                </a:solidFill>
                <a:latin typeface="Tahoma" panose="020B0604030504040204" pitchFamily="34" charset="0"/>
                <a:ea typeface="Tahoma" panose="020B0604030504040204" pitchFamily="34" charset="0"/>
                <a:cs typeface="Tahoma" panose="020B0604030504040204" pitchFamily="34" charset="0"/>
              </a:rPr>
              <a:t>g</a:t>
            </a:r>
            <a:r>
              <a:rPr lang="en-US" sz="1200" baseline="30000" dirty="0" err="1">
                <a:solidFill>
                  <a:srgbClr val="3C5F27"/>
                </a:solidFill>
                <a:latin typeface="Tahoma" panose="020B0604030504040204" pitchFamily="34" charset="0"/>
                <a:ea typeface="Tahoma" panose="020B0604030504040204" pitchFamily="34" charset="0"/>
                <a:cs typeface="Tahoma" panose="020B0604030504040204" pitchFamily="34" charset="0"/>
              </a:rPr>
              <a:t>x</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mod  p. The public key is (</a:t>
            </a:r>
            <a:r>
              <a:rPr lang="en-US" sz="1200" dirty="0" err="1">
                <a:solidFill>
                  <a:srgbClr val="3C5F27"/>
                </a:solidFill>
                <a:latin typeface="Tahoma" panose="020B0604030504040204" pitchFamily="34" charset="0"/>
                <a:ea typeface="Tahoma" panose="020B0604030504040204" pitchFamily="34" charset="0"/>
                <a:cs typeface="Tahoma" panose="020B0604030504040204" pitchFamily="34" charset="0"/>
              </a:rPr>
              <a:t>p,g,h</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and the private key is x.</a:t>
            </a:r>
          </a:p>
          <a:p>
            <a:pPr algn="just"/>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Encryption</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a:t>
            </a:r>
          </a:p>
          <a:p>
            <a:pPr lvl="1" algn="just"/>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To encrypt a message M:</a:t>
            </a:r>
          </a:p>
          <a:p>
            <a:pPr lvl="2" algn="just"/>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Choose a random integer k such that 1 ≤ k ≤ p−2.</a:t>
            </a:r>
          </a:p>
          <a:p>
            <a:pPr lvl="2" algn="just"/>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Compute C</a:t>
            </a:r>
            <a:r>
              <a:rPr lang="en-US" sz="1200" baseline="-25000" dirty="0">
                <a:solidFill>
                  <a:srgbClr val="3C5F27"/>
                </a:solidFill>
                <a:latin typeface="Tahoma" panose="020B0604030504040204" pitchFamily="34" charset="0"/>
                <a:ea typeface="Tahoma" panose="020B0604030504040204" pitchFamily="34" charset="0"/>
                <a:cs typeface="Tahoma" panose="020B0604030504040204" pitchFamily="34" charset="0"/>
              </a:rPr>
              <a:t>1 </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a:t>
            </a:r>
            <a:r>
              <a:rPr lang="en-US" sz="1200" dirty="0" err="1">
                <a:solidFill>
                  <a:srgbClr val="3C5F27"/>
                </a:solidFill>
                <a:latin typeface="Tahoma" panose="020B0604030504040204" pitchFamily="34" charset="0"/>
                <a:ea typeface="Tahoma" panose="020B0604030504040204" pitchFamily="34" charset="0"/>
                <a:cs typeface="Tahoma" panose="020B0604030504040204" pitchFamily="34" charset="0"/>
              </a:rPr>
              <a:t>g</a:t>
            </a:r>
            <a:r>
              <a:rPr lang="en-US" sz="1200" baseline="30000" dirty="0" err="1">
                <a:solidFill>
                  <a:srgbClr val="3C5F27"/>
                </a:solidFill>
                <a:latin typeface="Tahoma" panose="020B0604030504040204" pitchFamily="34" charset="0"/>
                <a:ea typeface="Tahoma" panose="020B0604030504040204" pitchFamily="34" charset="0"/>
                <a:cs typeface="Tahoma" panose="020B0604030504040204" pitchFamily="34" charset="0"/>
              </a:rPr>
              <a:t>k</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mod  p.</a:t>
            </a:r>
          </a:p>
          <a:p>
            <a:pPr lvl="2" algn="just"/>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Compute C</a:t>
            </a:r>
            <a:r>
              <a:rPr lang="en-US" sz="1200" baseline="-25000" dirty="0">
                <a:solidFill>
                  <a:srgbClr val="3C5F27"/>
                </a:solidFill>
                <a:latin typeface="Tahoma" panose="020B0604030504040204" pitchFamily="34" charset="0"/>
                <a:ea typeface="Tahoma" panose="020B0604030504040204" pitchFamily="34" charset="0"/>
                <a:cs typeface="Tahoma" panose="020B0604030504040204" pitchFamily="34" charset="0"/>
              </a:rPr>
              <a:t>2 </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a:t>
            </a:r>
            <a:r>
              <a:rPr lang="en-US" sz="1200" dirty="0" err="1">
                <a:solidFill>
                  <a:srgbClr val="3C5F27"/>
                </a:solidFill>
                <a:latin typeface="Tahoma" panose="020B0604030504040204" pitchFamily="34" charset="0"/>
                <a:ea typeface="Tahoma" panose="020B0604030504040204" pitchFamily="34" charset="0"/>
                <a:cs typeface="Tahoma" panose="020B0604030504040204" pitchFamily="34" charset="0"/>
              </a:rPr>
              <a:t>M⋅h</a:t>
            </a:r>
            <a:r>
              <a:rPr lang="en-US" sz="1200" baseline="30000" dirty="0" err="1">
                <a:solidFill>
                  <a:srgbClr val="3C5F27"/>
                </a:solidFill>
                <a:latin typeface="Tahoma" panose="020B0604030504040204" pitchFamily="34" charset="0"/>
                <a:ea typeface="Tahoma" panose="020B0604030504040204" pitchFamily="34" charset="0"/>
                <a:cs typeface="Tahoma" panose="020B0604030504040204" pitchFamily="34" charset="0"/>
              </a:rPr>
              <a:t>k</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mod  p.</a:t>
            </a:r>
          </a:p>
          <a:p>
            <a:pPr lvl="2" algn="just"/>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The ciphertext is (c1,c2).</a:t>
            </a:r>
          </a:p>
          <a:p>
            <a:pPr algn="just"/>
            <a:r>
              <a:rPr lang="en-US" sz="1200" b="1" dirty="0">
                <a:solidFill>
                  <a:srgbClr val="3C5F27"/>
                </a:solidFill>
                <a:latin typeface="Tahoma" panose="020B0604030504040204" pitchFamily="34" charset="0"/>
                <a:ea typeface="Tahoma" panose="020B0604030504040204" pitchFamily="34" charset="0"/>
                <a:cs typeface="Tahoma" panose="020B0604030504040204" pitchFamily="34" charset="0"/>
              </a:rPr>
              <a:t>Decryption</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a:t>
            </a:r>
          </a:p>
          <a:p>
            <a:pPr lvl="1" algn="just"/>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To decrypt the ciphertext (c1,c2) using the private key x:</a:t>
            </a:r>
          </a:p>
          <a:p>
            <a:pPr lvl="2" algn="just"/>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Compute the shared secret s= C</a:t>
            </a:r>
            <a:r>
              <a:rPr lang="en-US" sz="1200" baseline="30000" dirty="0">
                <a:solidFill>
                  <a:srgbClr val="3C5F27"/>
                </a:solidFill>
                <a:latin typeface="Tahoma" panose="020B0604030504040204" pitchFamily="34" charset="0"/>
                <a:ea typeface="Tahoma" panose="020B0604030504040204" pitchFamily="34" charset="0"/>
                <a:cs typeface="Tahoma" panose="020B0604030504040204" pitchFamily="34" charset="0"/>
              </a:rPr>
              <a:t>x</a:t>
            </a:r>
            <a:r>
              <a:rPr lang="en-US" sz="1200" baseline="-25000" dirty="0">
                <a:solidFill>
                  <a:srgbClr val="3C5F27"/>
                </a:solidFill>
                <a:latin typeface="Tahoma" panose="020B0604030504040204" pitchFamily="34" charset="0"/>
                <a:ea typeface="Tahoma" panose="020B0604030504040204" pitchFamily="34" charset="0"/>
                <a:cs typeface="Tahoma" panose="020B0604030504040204" pitchFamily="34" charset="0"/>
              </a:rPr>
              <a:t>1</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 mod  p.</a:t>
            </a:r>
          </a:p>
          <a:p>
            <a:pPr lvl="2" algn="just"/>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Compute s</a:t>
            </a:r>
            <a:r>
              <a:rPr lang="en-US" sz="1200" baseline="30000" dirty="0">
                <a:solidFill>
                  <a:srgbClr val="3C5F27"/>
                </a:solidFill>
                <a:latin typeface="Tahoma" panose="020B0604030504040204" pitchFamily="34" charset="0"/>
                <a:ea typeface="Tahoma" panose="020B0604030504040204" pitchFamily="34" charset="0"/>
                <a:cs typeface="Tahoma" panose="020B0604030504040204" pitchFamily="34" charset="0"/>
              </a:rPr>
              <a:t>−1 </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mod  p (the modular inverse of s).</a:t>
            </a:r>
          </a:p>
          <a:p>
            <a:pPr lvl="2" algn="just"/>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Compute the original message M = C</a:t>
            </a:r>
            <a:r>
              <a:rPr lang="en-US" sz="1200" baseline="-25000" dirty="0">
                <a:solidFill>
                  <a:srgbClr val="3C5F27"/>
                </a:solidFill>
                <a:latin typeface="Tahoma" panose="020B0604030504040204" pitchFamily="34" charset="0"/>
                <a:ea typeface="Tahoma" panose="020B0604030504040204" pitchFamily="34" charset="0"/>
                <a:cs typeface="Tahoma" panose="020B0604030504040204" pitchFamily="34" charset="0"/>
              </a:rPr>
              <a:t>2</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⋅s</a:t>
            </a:r>
            <a:r>
              <a:rPr lang="en-US" sz="1200" baseline="30000" dirty="0">
                <a:solidFill>
                  <a:srgbClr val="3C5F27"/>
                </a:solidFill>
                <a:latin typeface="Tahoma" panose="020B0604030504040204" pitchFamily="34" charset="0"/>
                <a:ea typeface="Tahoma" panose="020B0604030504040204" pitchFamily="34" charset="0"/>
                <a:cs typeface="Tahoma" panose="020B0604030504040204" pitchFamily="34" charset="0"/>
              </a:rPr>
              <a:t>−1 </a:t>
            </a:r>
            <a:r>
              <a:rPr lang="en-US" sz="1200" dirty="0">
                <a:solidFill>
                  <a:srgbClr val="3C5F27"/>
                </a:solidFill>
                <a:latin typeface="Tahoma" panose="020B0604030504040204" pitchFamily="34" charset="0"/>
                <a:ea typeface="Tahoma" panose="020B0604030504040204" pitchFamily="34" charset="0"/>
                <a:cs typeface="Tahoma" panose="020B0604030504040204" pitchFamily="34" charset="0"/>
              </a:rPr>
              <a:t>mod  p.</a:t>
            </a:r>
          </a:p>
        </p:txBody>
      </p:sp>
      <p:pic>
        <p:nvPicPr>
          <p:cNvPr id="4" name="Picture 3" descr="ElGamal Encryption Flowchart">
            <a:extLst>
              <a:ext uri="{FF2B5EF4-FFF2-40B4-BE49-F238E27FC236}">
                <a16:creationId xmlns:a16="http://schemas.microsoft.com/office/drawing/2014/main" id="{1DD1B0D8-8F45-7E80-1054-DB792A35FA0D}"/>
              </a:ext>
            </a:extLst>
          </p:cNvPr>
          <p:cNvPicPr>
            <a:picLocks noChangeAspect="1"/>
          </p:cNvPicPr>
          <p:nvPr/>
        </p:nvPicPr>
        <p:blipFill>
          <a:blip r:embed="rId3"/>
          <a:stretch>
            <a:fillRect/>
          </a:stretch>
        </p:blipFill>
        <p:spPr>
          <a:xfrm>
            <a:off x="990600" y="2318398"/>
            <a:ext cx="4876800" cy="3486772"/>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757170471"/>
              </p:ext>
            </p:extLst>
          </p:nvPr>
        </p:nvGraphicFramePr>
        <p:xfrm>
          <a:off x="927100" y="1574800"/>
          <a:ext cx="5380989" cy="1478280"/>
        </p:xfrm>
        <a:graphic>
          <a:graphicData uri="http://schemas.openxmlformats.org/drawingml/2006/table">
            <a:tbl>
              <a:tblPr firstRow="1" bandRow="1">
                <a:tableStyleId>{2D5ABB26-0587-4C30-8999-92F81FD0307C}</a:tableStyleId>
              </a:tblPr>
              <a:tblGrid>
                <a:gridCol w="1676400">
                  <a:extLst>
                    <a:ext uri="{9D8B030D-6E8A-4147-A177-3AD203B41FA5}">
                      <a16:colId xmlns:a16="http://schemas.microsoft.com/office/drawing/2014/main" val="20000"/>
                    </a:ext>
                  </a:extLst>
                </a:gridCol>
                <a:gridCol w="1910714">
                  <a:extLst>
                    <a:ext uri="{9D8B030D-6E8A-4147-A177-3AD203B41FA5}">
                      <a16:colId xmlns:a16="http://schemas.microsoft.com/office/drawing/2014/main" val="20001"/>
                    </a:ext>
                  </a:extLst>
                </a:gridCol>
                <a:gridCol w="1793875">
                  <a:extLst>
                    <a:ext uri="{9D8B030D-6E8A-4147-A177-3AD203B41FA5}">
                      <a16:colId xmlns:a16="http://schemas.microsoft.com/office/drawing/2014/main" val="20002"/>
                    </a:ext>
                  </a:extLst>
                </a:gridCol>
              </a:tblGrid>
              <a:tr h="370840">
                <a:tc>
                  <a:txBody>
                    <a:bodyPr/>
                    <a:lstStyle/>
                    <a:p>
                      <a:pPr marL="91440" algn="ctr">
                        <a:lnSpc>
                          <a:spcPct val="100000"/>
                        </a:lnSpc>
                        <a:spcBef>
                          <a:spcPts val="150"/>
                        </a:spcBef>
                      </a:pPr>
                      <a:r>
                        <a:rPr sz="1800" b="1" spc="-10" dirty="0">
                          <a:solidFill>
                            <a:srgbClr val="528235"/>
                          </a:solidFill>
                          <a:latin typeface="Tahoma" panose="020B0604030504040204"/>
                          <a:cs typeface="Tahoma" panose="020B0604030504040204"/>
                        </a:rPr>
                        <a:t>Assessment</a:t>
                      </a:r>
                      <a:endParaRPr sz="1800" b="1" dirty="0">
                        <a:latin typeface="Tahoma" panose="020B0604030504040204"/>
                        <a:cs typeface="Tahoma" panose="020B0604030504040204"/>
                      </a:endParaRPr>
                    </a:p>
                  </a:txBody>
                  <a:tcPr marL="0" marR="0" marT="19050" marB="0" anchor="ctr">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BB855"/>
                    </a:solidFill>
                  </a:tcPr>
                </a:tc>
                <a:tc>
                  <a:txBody>
                    <a:bodyPr/>
                    <a:lstStyle/>
                    <a:p>
                      <a:pPr marL="92075" algn="ctr">
                        <a:lnSpc>
                          <a:spcPct val="100000"/>
                        </a:lnSpc>
                        <a:spcBef>
                          <a:spcPts val="150"/>
                        </a:spcBef>
                      </a:pPr>
                      <a:r>
                        <a:rPr sz="1800" b="1" dirty="0">
                          <a:solidFill>
                            <a:srgbClr val="528235"/>
                          </a:solidFill>
                          <a:latin typeface="Tahoma" panose="020B0604030504040204"/>
                          <a:cs typeface="Tahoma" panose="020B0604030504040204"/>
                        </a:rPr>
                        <a:t>Proposed</a:t>
                      </a:r>
                      <a:r>
                        <a:rPr sz="1800" b="1" spc="-125" dirty="0">
                          <a:solidFill>
                            <a:srgbClr val="528235"/>
                          </a:solidFill>
                          <a:latin typeface="Tahoma" panose="020B0604030504040204"/>
                          <a:cs typeface="Tahoma" panose="020B0604030504040204"/>
                        </a:rPr>
                        <a:t> </a:t>
                      </a:r>
                      <a:r>
                        <a:rPr sz="1800" b="1" spc="-20" dirty="0">
                          <a:solidFill>
                            <a:srgbClr val="528235"/>
                          </a:solidFill>
                          <a:latin typeface="Tahoma" panose="020B0604030504040204"/>
                          <a:cs typeface="Tahoma" panose="020B0604030504040204"/>
                        </a:rPr>
                        <a:t>Date</a:t>
                      </a:r>
                      <a:endParaRPr sz="1800" b="1">
                        <a:latin typeface="Tahoma" panose="020B0604030504040204"/>
                        <a:cs typeface="Tahoma" panose="020B0604030504040204"/>
                      </a:endParaRPr>
                    </a:p>
                  </a:txBody>
                  <a:tcPr marL="0" marR="0" marT="19050" marB="0" anchor="ctr">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BB855"/>
                    </a:solidFill>
                  </a:tcPr>
                </a:tc>
                <a:tc>
                  <a:txBody>
                    <a:bodyPr/>
                    <a:lstStyle/>
                    <a:p>
                      <a:pPr marL="93345" algn="ctr">
                        <a:lnSpc>
                          <a:spcPct val="100000"/>
                        </a:lnSpc>
                        <a:spcBef>
                          <a:spcPts val="150"/>
                        </a:spcBef>
                      </a:pPr>
                      <a:r>
                        <a:rPr sz="1800" b="1" dirty="0">
                          <a:solidFill>
                            <a:srgbClr val="528235"/>
                          </a:solidFill>
                          <a:latin typeface="Tahoma" panose="020B0604030504040204"/>
                          <a:cs typeface="Tahoma" panose="020B0604030504040204"/>
                        </a:rPr>
                        <a:t>Actual</a:t>
                      </a:r>
                      <a:r>
                        <a:rPr sz="1800" b="1" spc="-30" dirty="0">
                          <a:solidFill>
                            <a:srgbClr val="528235"/>
                          </a:solidFill>
                          <a:latin typeface="Tahoma" panose="020B0604030504040204"/>
                          <a:cs typeface="Tahoma" panose="020B0604030504040204"/>
                        </a:rPr>
                        <a:t> </a:t>
                      </a:r>
                      <a:r>
                        <a:rPr sz="1800" b="1" spc="-20" dirty="0">
                          <a:solidFill>
                            <a:srgbClr val="528235"/>
                          </a:solidFill>
                          <a:latin typeface="Tahoma" panose="020B0604030504040204"/>
                          <a:cs typeface="Tahoma" panose="020B0604030504040204"/>
                        </a:rPr>
                        <a:t>Date</a:t>
                      </a:r>
                      <a:endParaRPr sz="1800" b="1">
                        <a:latin typeface="Tahoma" panose="020B0604030504040204"/>
                        <a:cs typeface="Tahoma" panose="020B0604030504040204"/>
                      </a:endParaRPr>
                    </a:p>
                  </a:txBody>
                  <a:tcPr marL="0" marR="0" marT="19050" marB="0" anchor="ctr">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9BB855"/>
                    </a:solidFill>
                  </a:tcPr>
                </a:tc>
                <a:extLst>
                  <a:ext uri="{0D108BD9-81ED-4DB2-BD59-A6C34878D82A}">
                    <a16:rowId xmlns:a16="http://schemas.microsoft.com/office/drawing/2014/main" val="10000"/>
                  </a:ext>
                </a:extLst>
              </a:tr>
              <a:tr h="368300">
                <a:tc>
                  <a:txBody>
                    <a:bodyPr/>
                    <a:lstStyle/>
                    <a:p>
                      <a:pPr marL="11430" algn="ctr">
                        <a:lnSpc>
                          <a:spcPct val="100000"/>
                        </a:lnSpc>
                        <a:spcBef>
                          <a:spcPts val="175"/>
                        </a:spcBef>
                      </a:pPr>
                      <a:r>
                        <a:rPr sz="1200" b="1" dirty="0">
                          <a:solidFill>
                            <a:srgbClr val="528235"/>
                          </a:solidFill>
                          <a:latin typeface="Tahoma" panose="020B0604030504040204"/>
                          <a:cs typeface="Tahoma" panose="020B0604030504040204"/>
                        </a:rPr>
                        <a:t>IAT</a:t>
                      </a:r>
                      <a:r>
                        <a:rPr sz="1200" b="1" spc="-95" dirty="0">
                          <a:solidFill>
                            <a:srgbClr val="528235"/>
                          </a:solidFill>
                          <a:latin typeface="Tahoma" panose="020B0604030504040204"/>
                          <a:cs typeface="Tahoma" panose="020B0604030504040204"/>
                        </a:rPr>
                        <a:t> </a:t>
                      </a:r>
                      <a:r>
                        <a:rPr sz="1200" b="1" spc="-50" dirty="0">
                          <a:solidFill>
                            <a:srgbClr val="528235"/>
                          </a:solidFill>
                          <a:latin typeface="Tahoma" panose="020B0604030504040204"/>
                          <a:cs typeface="Tahoma" panose="020B0604030504040204"/>
                        </a:rPr>
                        <a:t>I</a:t>
                      </a:r>
                      <a:endParaRPr sz="1200" b="1" dirty="0">
                        <a:latin typeface="Tahoma" panose="020B0604030504040204"/>
                        <a:cs typeface="Tahoma" panose="020B0604030504040204"/>
                      </a:endParaRPr>
                    </a:p>
                  </a:txBody>
                  <a:tcPr marL="0" marR="0" marT="22225" marB="0"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EE7D0"/>
                    </a:solidFill>
                  </a:tcPr>
                </a:tc>
                <a:tc>
                  <a:txBody>
                    <a:bodyPr/>
                    <a:lstStyle/>
                    <a:p>
                      <a:pPr algn="ctr">
                        <a:lnSpc>
                          <a:spcPct val="100000"/>
                        </a:lnSpc>
                      </a:pPr>
                      <a:r>
                        <a:rPr lang="en-IN" sz="1600" b="1" dirty="0">
                          <a:latin typeface="Times New Roman" panose="02020603050405020304"/>
                          <a:cs typeface="Times New Roman" panose="02020603050405020304"/>
                        </a:rPr>
                        <a:t>28.07.2026</a:t>
                      </a:r>
                      <a:endParaRPr sz="1600" b="1" dirty="0">
                        <a:latin typeface="Times New Roman" panose="02020603050405020304"/>
                        <a:cs typeface="Times New Roman" panose="02020603050405020304"/>
                      </a:endParaRPr>
                    </a:p>
                  </a:txBody>
                  <a:tcPr marL="0" marR="0" marT="0" marB="0"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EE7D0"/>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a:cs typeface="Times New Roman" panose="02020603050405020304"/>
                        </a:rPr>
                        <a:t>04.08.2026</a:t>
                      </a:r>
                      <a:endParaRPr sz="1600" b="1" dirty="0">
                        <a:latin typeface="Times New Roman" panose="02020603050405020304"/>
                        <a:cs typeface="Times New Roman" panose="02020603050405020304"/>
                      </a:endParaRPr>
                    </a:p>
                  </a:txBody>
                  <a:tcPr marL="0" marR="0" marT="0" marB="0" anchor="ctr">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EE7D0"/>
                    </a:solidFill>
                  </a:tcPr>
                </a:tc>
                <a:extLst>
                  <a:ext uri="{0D108BD9-81ED-4DB2-BD59-A6C34878D82A}">
                    <a16:rowId xmlns:a16="http://schemas.microsoft.com/office/drawing/2014/main" val="10001"/>
                  </a:ext>
                </a:extLst>
              </a:tr>
              <a:tr h="369570">
                <a:tc>
                  <a:txBody>
                    <a:bodyPr/>
                    <a:lstStyle/>
                    <a:p>
                      <a:pPr algn="ctr">
                        <a:lnSpc>
                          <a:spcPct val="100000"/>
                        </a:lnSpc>
                        <a:spcBef>
                          <a:spcPts val="250"/>
                        </a:spcBef>
                      </a:pPr>
                      <a:r>
                        <a:rPr sz="1200" b="1" dirty="0">
                          <a:solidFill>
                            <a:srgbClr val="528235"/>
                          </a:solidFill>
                          <a:latin typeface="Tahoma" panose="020B0604030504040204"/>
                          <a:cs typeface="Tahoma" panose="020B0604030504040204"/>
                        </a:rPr>
                        <a:t>IAT</a:t>
                      </a:r>
                      <a:r>
                        <a:rPr sz="1200" b="1" spc="-95" dirty="0">
                          <a:solidFill>
                            <a:srgbClr val="528235"/>
                          </a:solidFill>
                          <a:latin typeface="Tahoma" panose="020B0604030504040204"/>
                          <a:cs typeface="Tahoma" panose="020B0604030504040204"/>
                        </a:rPr>
                        <a:t> </a:t>
                      </a:r>
                      <a:r>
                        <a:rPr sz="1200" b="1" spc="-25" dirty="0">
                          <a:solidFill>
                            <a:srgbClr val="528235"/>
                          </a:solidFill>
                          <a:latin typeface="Tahoma" panose="020B0604030504040204"/>
                          <a:cs typeface="Tahoma" panose="020B0604030504040204"/>
                        </a:rPr>
                        <a:t>II</a:t>
                      </a:r>
                      <a:endParaRPr sz="1200" b="1" dirty="0">
                        <a:latin typeface="Tahoma" panose="020B0604030504040204"/>
                        <a:cs typeface="Tahoma" panose="020B0604030504040204"/>
                      </a:endParaRPr>
                    </a:p>
                  </a:txBody>
                  <a:tcPr marL="0" marR="0" marT="31750"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3E9"/>
                    </a:solidFill>
                  </a:tcPr>
                </a:tc>
                <a:tc>
                  <a:txBody>
                    <a:bodyPr/>
                    <a:lstStyle/>
                    <a:p>
                      <a:pPr algn="ctr">
                        <a:lnSpc>
                          <a:spcPct val="100000"/>
                        </a:lnSpc>
                      </a:pPr>
                      <a:r>
                        <a:rPr lang="en-IN" sz="1600" b="1" dirty="0">
                          <a:latin typeface="Times New Roman" panose="02020603050405020304"/>
                          <a:cs typeface="Times New Roman" panose="02020603050405020304"/>
                        </a:rPr>
                        <a:t>31.08.2026</a:t>
                      </a:r>
                      <a:endParaRPr sz="1600" b="1" dirty="0">
                        <a:latin typeface="Times New Roman" panose="02020603050405020304"/>
                        <a:cs typeface="Times New Roman" panose="02020603050405020304"/>
                      </a:endParaRPr>
                    </a:p>
                  </a:txBody>
                  <a:tcPr marL="0" marR="0" marT="0"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3E9"/>
                    </a:solidFill>
                  </a:tcPr>
                </a:tc>
                <a:tc>
                  <a:txBody>
                    <a:bodyPr/>
                    <a:lstStyle/>
                    <a:p>
                      <a:pPr algn="ctr">
                        <a:lnSpc>
                          <a:spcPct val="100000"/>
                        </a:lnSpc>
                      </a:pPr>
                      <a:r>
                        <a:rPr lang="en-IN" sz="1600" b="1" dirty="0">
                          <a:latin typeface="Times New Roman" panose="02020603050405020304"/>
                          <a:cs typeface="Times New Roman" panose="02020603050405020304"/>
                        </a:rPr>
                        <a:t>08.09.2026</a:t>
                      </a:r>
                      <a:endParaRPr sz="1600" b="1" dirty="0">
                        <a:latin typeface="Times New Roman" panose="02020603050405020304"/>
                        <a:cs typeface="Times New Roman" panose="02020603050405020304"/>
                      </a:endParaRPr>
                    </a:p>
                  </a:txBody>
                  <a:tcPr marL="0" marR="0" marT="0"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CF3E9"/>
                    </a:solidFill>
                  </a:tcPr>
                </a:tc>
                <a:extLst>
                  <a:ext uri="{0D108BD9-81ED-4DB2-BD59-A6C34878D82A}">
                    <a16:rowId xmlns:a16="http://schemas.microsoft.com/office/drawing/2014/main" val="10002"/>
                  </a:ext>
                </a:extLst>
              </a:tr>
              <a:tr h="369570">
                <a:tc>
                  <a:txBody>
                    <a:bodyPr/>
                    <a:lstStyle/>
                    <a:p>
                      <a:pPr algn="ctr">
                        <a:lnSpc>
                          <a:spcPct val="100000"/>
                        </a:lnSpc>
                        <a:spcBef>
                          <a:spcPts val="250"/>
                        </a:spcBef>
                      </a:pPr>
                      <a:r>
                        <a:rPr sz="1200" b="1" spc="-10" dirty="0">
                          <a:solidFill>
                            <a:srgbClr val="528235"/>
                          </a:solidFill>
                          <a:latin typeface="Tahoma" panose="020B0604030504040204"/>
                          <a:cs typeface="Tahoma" panose="020B0604030504040204"/>
                        </a:rPr>
                        <a:t>MODEL</a:t>
                      </a:r>
                      <a:endParaRPr sz="1200" b="1" dirty="0">
                        <a:latin typeface="Tahoma" panose="020B0604030504040204"/>
                        <a:cs typeface="Tahoma" panose="020B0604030504040204"/>
                      </a:endParaRPr>
                    </a:p>
                  </a:txBody>
                  <a:tcPr marL="0" marR="0" marT="31750"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EE7D0"/>
                    </a:solidFill>
                  </a:tcPr>
                </a:tc>
                <a:tc>
                  <a:txBody>
                    <a:bodyPr/>
                    <a:lstStyle/>
                    <a:p>
                      <a:pPr algn="ctr">
                        <a:lnSpc>
                          <a:spcPct val="100000"/>
                        </a:lnSpc>
                      </a:pPr>
                      <a:r>
                        <a:rPr lang="en-IN" sz="1600" b="1" dirty="0">
                          <a:latin typeface="Times New Roman" panose="02020603050405020304"/>
                          <a:cs typeface="Times New Roman" panose="02020603050405020304"/>
                        </a:rPr>
                        <a:t>21.09.2026</a:t>
                      </a:r>
                      <a:endParaRPr sz="1600" b="1" dirty="0">
                        <a:latin typeface="Times New Roman" panose="02020603050405020304"/>
                        <a:cs typeface="Times New Roman" panose="02020603050405020304"/>
                      </a:endParaRPr>
                    </a:p>
                  </a:txBody>
                  <a:tcPr marL="0" marR="0" marT="0"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EE7D0"/>
                    </a:solidFill>
                  </a:tcPr>
                </a:tc>
                <a:tc>
                  <a:txBody>
                    <a:bodyPr/>
                    <a:lstStyle/>
                    <a:p>
                      <a:pPr algn="ctr">
                        <a:lnSpc>
                          <a:spcPct val="100000"/>
                        </a:lnSpc>
                      </a:pPr>
                      <a:r>
                        <a:rPr lang="en-IN" sz="1600" b="1" dirty="0">
                          <a:latin typeface="Times New Roman" panose="02020603050405020304"/>
                          <a:cs typeface="Times New Roman" panose="02020603050405020304"/>
                        </a:rPr>
                        <a:t>28.09.2026</a:t>
                      </a:r>
                      <a:endParaRPr sz="1600" b="1" dirty="0">
                        <a:latin typeface="Times New Roman" panose="02020603050405020304"/>
                        <a:cs typeface="Times New Roman" panose="02020603050405020304"/>
                      </a:endParaRPr>
                    </a:p>
                  </a:txBody>
                  <a:tcPr marL="0" marR="0" marT="0" marB="0" anchor="ctr">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EE7D0"/>
                    </a:solidFill>
                  </a:tcPr>
                </a:tc>
                <a:extLst>
                  <a:ext uri="{0D108BD9-81ED-4DB2-BD59-A6C34878D82A}">
                    <a16:rowId xmlns:a16="http://schemas.microsoft.com/office/drawing/2014/main" val="10003"/>
                  </a:ext>
                </a:extLst>
              </a:tr>
            </a:tbl>
          </a:graphicData>
        </a:graphic>
      </p:graphicFrame>
      <p:sp>
        <p:nvSpPr>
          <p:cNvPr id="3" name="object 3"/>
          <p:cNvSpPr txBox="1"/>
          <p:nvPr/>
        </p:nvSpPr>
        <p:spPr>
          <a:xfrm>
            <a:off x="699922" y="622426"/>
            <a:ext cx="5624678" cy="289823"/>
          </a:xfrm>
          <a:prstGeom prst="rect">
            <a:avLst/>
          </a:prstGeom>
        </p:spPr>
        <p:txBody>
          <a:bodyPr vert="horz" wrap="square" lIns="0" tIns="12700" rIns="0" bIns="0" rtlCol="0">
            <a:spAutoFit/>
          </a:bodyPr>
          <a:lstStyle/>
          <a:p>
            <a:pPr marL="12700" marR="5080" algn="ctr">
              <a:lnSpc>
                <a:spcPct val="100000"/>
              </a:lnSpc>
              <a:spcBef>
                <a:spcPts val="100"/>
              </a:spcBef>
            </a:pPr>
            <a:r>
              <a:rPr sz="1800" b="1" spc="-10" dirty="0">
                <a:solidFill>
                  <a:srgbClr val="528235"/>
                </a:solidFill>
                <a:latin typeface="Tahoma" panose="020B0604030504040204"/>
                <a:cs typeface="Tahoma" panose="020B0604030504040204"/>
              </a:rPr>
              <a:t>ASSESSMENTSCHEDULE</a:t>
            </a:r>
            <a:endParaRPr sz="1800" dirty="0">
              <a:latin typeface="Tahoma" panose="020B0604030504040204"/>
              <a:cs typeface="Tahoma" panose="020B0604030504040204"/>
            </a:endParaRPr>
          </a:p>
        </p:txBody>
      </p:sp>
      <p:sp>
        <p:nvSpPr>
          <p:cNvPr id="6" name="Slide Number Placeholder 5"/>
          <p:cNvSpPr>
            <a:spLocks noGrp="1"/>
          </p:cNvSpPr>
          <p:nvPr>
            <p:ph type="sldNum" sz="quarter" idx="7"/>
          </p:nvPr>
        </p:nvSpPr>
        <p:spPr/>
        <p:txBody>
          <a:bodyPr/>
          <a:lstStyle/>
          <a:p>
            <a:fld id="{B6F15528-21DE-4FAA-801E-634DDDAF4B2B}" type="slidenum">
              <a:rPr lang="en-IN" smtClean="0"/>
              <a:t>63</a:t>
            </a:fld>
            <a:endParaRPr lang="en-IN"/>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655" y="187273"/>
            <a:ext cx="6003545" cy="276999"/>
          </a:xfrm>
        </p:spPr>
        <p:txBody>
          <a:bodyPr/>
          <a:lstStyle/>
          <a:p>
            <a:pPr algn="ctr"/>
            <a:r>
              <a:rPr lang="en-US" sz="1800" b="1" dirty="0">
                <a:latin typeface="Times New Roman" panose="02020603050405020304" pitchFamily="18" charset="0"/>
                <a:cs typeface="Times New Roman" panose="02020603050405020304" pitchFamily="18" charset="0"/>
              </a:rPr>
              <a:t>Seminar Topics</a:t>
            </a:r>
          </a:p>
        </p:txBody>
      </p:sp>
      <p:sp>
        <p:nvSpPr>
          <p:cNvPr id="3" name="Text Placeholder 2"/>
          <p:cNvSpPr>
            <a:spLocks noGrp="1"/>
          </p:cNvSpPr>
          <p:nvPr>
            <p:ph type="body" idx="1"/>
          </p:nvPr>
        </p:nvSpPr>
        <p:spPr>
          <a:xfrm>
            <a:off x="252013" y="1066800"/>
            <a:ext cx="6147435" cy="5278368"/>
          </a:xfrm>
        </p:spPr>
        <p:txBody>
          <a:bodyPr/>
          <a:lstStyle/>
          <a:p>
            <a:pPr marL="342900" lvl="0" indent="-342900">
              <a:lnSpc>
                <a:spcPct val="150000"/>
              </a:lnSpc>
              <a:buFont typeface="+mj-lt"/>
              <a:buAutoNum type="arabicPeriod"/>
            </a:pPr>
            <a:r>
              <a:rPr lang="en-IN" sz="1400" b="1" dirty="0">
                <a:latin typeface="Times New Roman" panose="02020603050405020304" pitchFamily="18" charset="0"/>
                <a:cs typeface="Times New Roman" panose="02020603050405020304" pitchFamily="18" charset="0"/>
              </a:rPr>
              <a:t>RSA Cryptosystem: From Mathematical Foundations to Secure Communication</a:t>
            </a:r>
            <a:r>
              <a:rPr lang="en-IN" sz="1400" dirty="0">
                <a:latin typeface="Times New Roman" panose="02020603050405020304" pitchFamily="18" charset="0"/>
                <a:cs typeface="Times New Roman" panose="02020603050405020304" pitchFamily="18" charset="0"/>
              </a:rPr>
              <a:t> </a:t>
            </a:r>
          </a:p>
          <a:p>
            <a:pPr marL="342900" lvl="0" indent="-342900">
              <a:lnSpc>
                <a:spcPct val="150000"/>
              </a:lnSpc>
              <a:buFont typeface="+mj-lt"/>
              <a:buAutoNum type="arabicPeriod"/>
            </a:pPr>
            <a:r>
              <a:rPr lang="en-IN" sz="1400" b="1" dirty="0">
                <a:latin typeface="Times New Roman" panose="02020603050405020304" pitchFamily="18" charset="0"/>
                <a:cs typeface="Times New Roman" panose="02020603050405020304" pitchFamily="18" charset="0"/>
              </a:rPr>
              <a:t>Diffie–Hellman Key Exchange: Establishing a Secret over an Insecure Network</a:t>
            </a:r>
            <a:r>
              <a:rPr lang="en-IN" sz="1400" dirty="0">
                <a:latin typeface="Times New Roman" panose="02020603050405020304" pitchFamily="18" charset="0"/>
                <a:cs typeface="Times New Roman" panose="02020603050405020304" pitchFamily="18" charset="0"/>
              </a:rPr>
              <a:t> </a:t>
            </a:r>
          </a:p>
          <a:p>
            <a:pPr marL="342900" lvl="0" indent="-342900">
              <a:lnSpc>
                <a:spcPct val="150000"/>
              </a:lnSpc>
              <a:buFont typeface="+mj-lt"/>
              <a:buAutoNum type="arabicPeriod"/>
            </a:pPr>
            <a:r>
              <a:rPr lang="en-IN" sz="1400" b="1" dirty="0">
                <a:latin typeface="Times New Roman" panose="02020603050405020304" pitchFamily="18" charset="0"/>
                <a:cs typeface="Times New Roman" panose="02020603050405020304" pitchFamily="18" charset="0"/>
              </a:rPr>
              <a:t>Elliptic Curve Cryptography: Why Smaller Keys Can Provide Strong Security</a:t>
            </a:r>
            <a:r>
              <a:rPr lang="en-IN" sz="1400" dirty="0">
                <a:latin typeface="Times New Roman" panose="02020603050405020304" pitchFamily="18" charset="0"/>
                <a:cs typeface="Times New Roman" panose="02020603050405020304" pitchFamily="18" charset="0"/>
              </a:rPr>
              <a:t> </a:t>
            </a:r>
          </a:p>
          <a:p>
            <a:pPr marL="342900" lvl="0" indent="-342900">
              <a:lnSpc>
                <a:spcPct val="150000"/>
              </a:lnSpc>
              <a:buFont typeface="+mj-lt"/>
              <a:buAutoNum type="arabicPeriod"/>
            </a:pPr>
            <a:r>
              <a:rPr lang="en-IN" sz="1400" b="1" dirty="0">
                <a:latin typeface="Times New Roman" panose="02020603050405020304" pitchFamily="18" charset="0"/>
                <a:cs typeface="Times New Roman" panose="02020603050405020304" pitchFamily="18" charset="0"/>
              </a:rPr>
              <a:t>RSA vs ECC: Which Public-Key Algorithm is Better?</a:t>
            </a:r>
            <a:r>
              <a:rPr lang="en-IN" sz="1400" dirty="0">
                <a:latin typeface="Times New Roman" panose="02020603050405020304" pitchFamily="18" charset="0"/>
                <a:cs typeface="Times New Roman" panose="02020603050405020304" pitchFamily="18" charset="0"/>
              </a:rPr>
              <a:t> </a:t>
            </a:r>
          </a:p>
          <a:p>
            <a:pPr marL="342900" lvl="0" indent="-342900">
              <a:lnSpc>
                <a:spcPct val="150000"/>
              </a:lnSpc>
              <a:buFont typeface="+mj-lt"/>
              <a:buAutoNum type="arabicPeriod"/>
            </a:pPr>
            <a:r>
              <a:rPr lang="en-IN" sz="1400" b="1" dirty="0">
                <a:latin typeface="Times New Roman" panose="02020603050405020304" pitchFamily="18" charset="0"/>
                <a:cs typeface="Times New Roman" panose="02020603050405020304" pitchFamily="18" charset="0"/>
              </a:rPr>
              <a:t>Chinese Remainder Theorem: Accelerating RSA Computation</a:t>
            </a:r>
            <a:r>
              <a:rPr lang="en-IN" sz="1400" dirty="0">
                <a:latin typeface="Times New Roman" panose="02020603050405020304" pitchFamily="18" charset="0"/>
                <a:cs typeface="Times New Roman" panose="02020603050405020304" pitchFamily="18" charset="0"/>
              </a:rPr>
              <a:t> </a:t>
            </a:r>
          </a:p>
          <a:p>
            <a:pPr marL="342900" lvl="0" indent="-342900">
              <a:lnSpc>
                <a:spcPct val="150000"/>
              </a:lnSpc>
              <a:buFont typeface="+mj-lt"/>
              <a:buAutoNum type="arabicPeriod"/>
            </a:pPr>
            <a:r>
              <a:rPr lang="en-IN" sz="1400" b="1" dirty="0">
                <a:latin typeface="Times New Roman" panose="02020603050405020304" pitchFamily="18" charset="0"/>
                <a:cs typeface="Times New Roman" panose="02020603050405020304" pitchFamily="18" charset="0"/>
              </a:rPr>
              <a:t>Primality Testing and Prime Generation in Cryptography</a:t>
            </a:r>
            <a:r>
              <a:rPr lang="en-IN" sz="1400" dirty="0">
                <a:latin typeface="Times New Roman" panose="02020603050405020304" pitchFamily="18" charset="0"/>
                <a:cs typeface="Times New Roman" panose="02020603050405020304" pitchFamily="18" charset="0"/>
              </a:rPr>
              <a:t> </a:t>
            </a:r>
          </a:p>
          <a:p>
            <a:pPr marL="342900" lvl="0" indent="-342900">
              <a:lnSpc>
                <a:spcPct val="150000"/>
              </a:lnSpc>
              <a:buFont typeface="+mj-lt"/>
              <a:buAutoNum type="arabicPeriod"/>
            </a:pPr>
            <a:r>
              <a:rPr lang="en-IN" sz="1400" b="1" dirty="0">
                <a:latin typeface="Times New Roman" panose="02020603050405020304" pitchFamily="18" charset="0"/>
                <a:cs typeface="Times New Roman" panose="02020603050405020304" pitchFamily="18" charset="0"/>
              </a:rPr>
              <a:t>Man-in-the-Middle Attack and Secure Key Exchange</a:t>
            </a:r>
            <a:r>
              <a:rPr lang="en-IN" sz="1400" dirty="0">
                <a:latin typeface="Times New Roman" panose="02020603050405020304" pitchFamily="18" charset="0"/>
                <a:cs typeface="Times New Roman" panose="02020603050405020304" pitchFamily="18" charset="0"/>
              </a:rPr>
              <a:t> </a:t>
            </a:r>
          </a:p>
          <a:p>
            <a:pPr marL="342900" lvl="0" indent="-342900">
              <a:lnSpc>
                <a:spcPct val="150000"/>
              </a:lnSpc>
              <a:buFont typeface="+mj-lt"/>
              <a:buAutoNum type="arabicPeriod"/>
            </a:pPr>
            <a:r>
              <a:rPr lang="en-IN" sz="1400" b="1" dirty="0">
                <a:latin typeface="Times New Roman" panose="02020603050405020304" pitchFamily="18" charset="0"/>
                <a:cs typeface="Times New Roman" panose="02020603050405020304" pitchFamily="18" charset="0"/>
              </a:rPr>
              <a:t>Cryptographic Key Management in Modern Digital Systems</a:t>
            </a:r>
            <a:r>
              <a:rPr lang="en-IN" sz="1400" dirty="0">
                <a:latin typeface="Times New Roman" panose="02020603050405020304" pitchFamily="18" charset="0"/>
                <a:cs typeface="Times New Roman" panose="02020603050405020304" pitchFamily="18" charset="0"/>
              </a:rPr>
              <a:t> </a:t>
            </a:r>
          </a:p>
          <a:p>
            <a:pPr marL="342900" lvl="0" indent="-342900">
              <a:lnSpc>
                <a:spcPct val="150000"/>
              </a:lnSpc>
              <a:buFont typeface="+mj-lt"/>
              <a:buAutoNum type="arabicPeriod"/>
            </a:pPr>
            <a:r>
              <a:rPr lang="en-IN" sz="1400" b="1" dirty="0">
                <a:latin typeface="Times New Roman" panose="02020603050405020304" pitchFamily="18" charset="0"/>
                <a:cs typeface="Times New Roman" panose="02020603050405020304" pitchFamily="18" charset="0"/>
              </a:rPr>
              <a:t>ECC Applications in IoT, Mobile Devices and Embedded Systems</a:t>
            </a:r>
            <a:r>
              <a:rPr lang="en-IN" sz="1400" dirty="0">
                <a:latin typeface="Times New Roman" panose="02020603050405020304" pitchFamily="18" charset="0"/>
                <a:cs typeface="Times New Roman" panose="02020603050405020304" pitchFamily="18" charset="0"/>
              </a:rPr>
              <a:t> </a:t>
            </a:r>
          </a:p>
          <a:p>
            <a:pPr marL="342900" lvl="0" indent="-342900">
              <a:lnSpc>
                <a:spcPct val="150000"/>
              </a:lnSpc>
              <a:buFont typeface="+mj-lt"/>
              <a:buAutoNum type="arabicPeriod"/>
            </a:pPr>
            <a:r>
              <a:rPr lang="en-IN" sz="1400" b="1" dirty="0">
                <a:latin typeface="Times New Roman" panose="02020603050405020304" pitchFamily="18" charset="0"/>
                <a:cs typeface="Times New Roman" panose="02020603050405020304" pitchFamily="18" charset="0"/>
              </a:rPr>
              <a:t>Post-Quantum Cryptography: Threats to RSA and ECC</a:t>
            </a:r>
            <a:endParaRPr lang="en-IN" sz="1400" dirty="0">
              <a:latin typeface="Times New Roman" panose="02020603050405020304" pitchFamily="18" charset="0"/>
              <a:cs typeface="Times New Roman" panose="02020603050405020304" pitchFamily="18" charset="0"/>
            </a:endParaRPr>
          </a:p>
          <a:p>
            <a:endParaRPr lang="en-US" dirty="0"/>
          </a:p>
          <a:p>
            <a:endParaRPr lang="en-US" dirty="0"/>
          </a:p>
        </p:txBody>
      </p:sp>
      <p:sp>
        <p:nvSpPr>
          <p:cNvPr id="6" name="Slide Number Placeholder 5"/>
          <p:cNvSpPr>
            <a:spLocks noGrp="1"/>
          </p:cNvSpPr>
          <p:nvPr>
            <p:ph type="sldNum" sz="quarter" idx="7"/>
          </p:nvPr>
        </p:nvSpPr>
        <p:spPr/>
        <p:txBody>
          <a:bodyPr/>
          <a:lstStyle/>
          <a:p>
            <a:fld id="{B6F15528-21DE-4FAA-801E-634DDDAF4B2B}" type="slidenum">
              <a:rPr lang="en-IN" smtClean="0"/>
              <a:t>64</a:t>
            </a:fld>
            <a:endParaRPr lang="en-I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44549" y="352425"/>
            <a:ext cx="4109720" cy="289182"/>
          </a:xfrm>
          <a:prstGeom prst="rect">
            <a:avLst/>
          </a:prstGeom>
        </p:spPr>
        <p:txBody>
          <a:bodyPr vert="horz" wrap="square" lIns="0" tIns="12065" rIns="0" bIns="0" rtlCol="0">
            <a:spAutoFit/>
          </a:bodyPr>
          <a:lstStyle/>
          <a:p>
            <a:pPr marL="12700" algn="ctr">
              <a:lnSpc>
                <a:spcPct val="100000"/>
              </a:lnSpc>
              <a:spcBef>
                <a:spcPts val="95"/>
              </a:spcBef>
            </a:pPr>
            <a:r>
              <a:rPr sz="1800" b="1" dirty="0">
                <a:solidFill>
                  <a:srgbClr val="528235"/>
                </a:solidFill>
                <a:latin typeface="Times New Roman" panose="02020603050405020304" pitchFamily="18" charset="0"/>
                <a:cs typeface="Times New Roman" panose="02020603050405020304" pitchFamily="18" charset="0"/>
              </a:rPr>
              <a:t>Mini</a:t>
            </a:r>
            <a:r>
              <a:rPr sz="1800" b="1" spc="-150" dirty="0">
                <a:solidFill>
                  <a:srgbClr val="528235"/>
                </a:solidFill>
                <a:latin typeface="Times New Roman" panose="02020603050405020304" pitchFamily="18" charset="0"/>
                <a:cs typeface="Times New Roman" panose="02020603050405020304" pitchFamily="18" charset="0"/>
              </a:rPr>
              <a:t> </a:t>
            </a:r>
            <a:r>
              <a:rPr sz="1800" b="1" spc="-15" dirty="0">
                <a:solidFill>
                  <a:srgbClr val="528235"/>
                </a:solidFill>
                <a:latin typeface="Times New Roman" panose="02020603050405020304" pitchFamily="18" charset="0"/>
                <a:cs typeface="Times New Roman" panose="02020603050405020304" pitchFamily="18" charset="0"/>
              </a:rPr>
              <a:t>Projects</a:t>
            </a:r>
            <a:r>
              <a:rPr sz="1800" b="1" spc="-110" dirty="0">
                <a:solidFill>
                  <a:srgbClr val="528235"/>
                </a:solidFill>
                <a:latin typeface="Times New Roman" panose="02020603050405020304" pitchFamily="18" charset="0"/>
                <a:cs typeface="Times New Roman" panose="02020603050405020304" pitchFamily="18" charset="0"/>
              </a:rPr>
              <a:t> </a:t>
            </a:r>
            <a:r>
              <a:rPr sz="1800" b="1" spc="-5" dirty="0">
                <a:solidFill>
                  <a:srgbClr val="528235"/>
                </a:solidFill>
                <a:latin typeface="Times New Roman" panose="02020603050405020304" pitchFamily="18" charset="0"/>
                <a:cs typeface="Times New Roman" panose="02020603050405020304" pitchFamily="18" charset="0"/>
              </a:rPr>
              <a:t>Suggestions</a:t>
            </a:r>
            <a:endParaRPr sz="1800" b="1" dirty="0">
              <a:latin typeface="Times New Roman" panose="02020603050405020304" pitchFamily="18" charset="0"/>
              <a:cs typeface="Times New Roman" panose="02020603050405020304" pitchFamily="18" charset="0"/>
            </a:endParaRPr>
          </a:p>
        </p:txBody>
      </p:sp>
      <p:sp>
        <p:nvSpPr>
          <p:cNvPr id="3" name="object 3"/>
          <p:cNvSpPr txBox="1"/>
          <p:nvPr/>
        </p:nvSpPr>
        <p:spPr>
          <a:xfrm>
            <a:off x="538986" y="1054126"/>
            <a:ext cx="6014213" cy="7694414"/>
          </a:xfrm>
          <a:prstGeom prst="rect">
            <a:avLst/>
          </a:prstGeom>
        </p:spPr>
        <p:txBody>
          <a:bodyPr vert="horz" wrap="square" lIns="0" tIns="76200" rIns="0" bIns="0" rtlCol="0">
            <a:spAutoFit/>
          </a:bodyPr>
          <a:lstStyle/>
          <a:p>
            <a:pPr algn="l">
              <a:lnSpc>
                <a:spcPct val="150000"/>
              </a:lnSpc>
              <a:buFont typeface="+mj-lt"/>
              <a:buAutoNum type="arabicPeriod"/>
            </a:pPr>
            <a:r>
              <a:rPr lang="en-US" sz="1400" b="1" spc="-5" dirty="0">
                <a:solidFill>
                  <a:srgbClr val="528235"/>
                </a:solidFill>
                <a:latin typeface="Times New Roman" panose="02020603050405020304" pitchFamily="18" charset="0"/>
                <a:cs typeface="Times New Roman" panose="02020603050405020304" pitchFamily="18" charset="0"/>
              </a:rPr>
              <a:t> RSA Encryption and Decryption Implementation:</a:t>
            </a:r>
          </a:p>
          <a:p>
            <a:pPr marL="742950" lvl="1" indent="-285750" algn="l">
              <a:lnSpc>
                <a:spcPct val="150000"/>
              </a:lnSpc>
              <a:buFont typeface="+mj-lt"/>
              <a:buAutoNum type="arabicPeriod"/>
            </a:pPr>
            <a:r>
              <a:rPr lang="en-US" sz="1400" spc="-5" dirty="0">
                <a:solidFill>
                  <a:srgbClr val="528235"/>
                </a:solidFill>
                <a:latin typeface="Times New Roman" panose="02020603050405020304" pitchFamily="18" charset="0"/>
                <a:cs typeface="Times New Roman" panose="02020603050405020304" pitchFamily="18" charset="0"/>
              </a:rPr>
              <a:t>Develop a Secure Text Messenger using the RSA </a:t>
            </a:r>
          </a:p>
          <a:p>
            <a:pPr marL="742950" lvl="1" indent="-285750" algn="l">
              <a:lnSpc>
                <a:spcPct val="150000"/>
              </a:lnSpc>
              <a:buFont typeface="+mj-lt"/>
              <a:buAutoNum type="arabicPeriod"/>
            </a:pPr>
            <a:r>
              <a:rPr lang="en-US" sz="1400" spc="-5" dirty="0">
                <a:solidFill>
                  <a:srgbClr val="528235"/>
                </a:solidFill>
                <a:latin typeface="Times New Roman" panose="02020603050405020304" pitchFamily="18" charset="0"/>
                <a:cs typeface="Times New Roman" panose="02020603050405020304" pitchFamily="18" charset="0"/>
              </a:rPr>
              <a:t>Design a Credit Card Data Protection Application using the RSA securing the sensitive information of CVVs and card numbers.</a:t>
            </a:r>
          </a:p>
          <a:p>
            <a:pPr algn="l">
              <a:lnSpc>
                <a:spcPct val="150000"/>
              </a:lnSpc>
              <a:buFont typeface="+mj-lt"/>
              <a:buAutoNum type="arabicPeriod"/>
            </a:pPr>
            <a:r>
              <a:rPr lang="en-US" sz="1400" b="1" spc="-5" dirty="0">
                <a:solidFill>
                  <a:srgbClr val="528235"/>
                </a:solidFill>
                <a:latin typeface="Times New Roman" panose="02020603050405020304" pitchFamily="18" charset="0"/>
                <a:cs typeface="Times New Roman" panose="02020603050405020304" pitchFamily="18" charset="0"/>
              </a:rPr>
              <a:t> Digital Signature Scheme Implementation:</a:t>
            </a:r>
          </a:p>
          <a:p>
            <a:pPr marL="742950" lvl="1" indent="-285750" algn="l">
              <a:lnSpc>
                <a:spcPct val="150000"/>
              </a:lnSpc>
              <a:buFont typeface="+mj-lt"/>
              <a:buAutoNum type="arabicPeriod"/>
            </a:pPr>
            <a:r>
              <a:rPr lang="en-US" sz="1400" spc="-5" dirty="0">
                <a:solidFill>
                  <a:srgbClr val="528235"/>
                </a:solidFill>
                <a:latin typeface="Times New Roman" panose="02020603050405020304" pitchFamily="18" charset="0"/>
                <a:cs typeface="Times New Roman" panose="02020603050405020304" pitchFamily="18" charset="0"/>
              </a:rPr>
              <a:t>Develop a Secure Document Signer using DSA (Digital Signature Algorithm).</a:t>
            </a:r>
          </a:p>
          <a:p>
            <a:pPr marL="742950" lvl="1" indent="-285750" algn="l">
              <a:lnSpc>
                <a:spcPct val="150000"/>
              </a:lnSpc>
              <a:buFont typeface="+mj-lt"/>
              <a:buAutoNum type="arabicPeriod"/>
            </a:pPr>
            <a:r>
              <a:rPr lang="en-US" sz="1400" spc="-5" dirty="0">
                <a:solidFill>
                  <a:srgbClr val="528235"/>
                </a:solidFill>
                <a:latin typeface="Times New Roman" panose="02020603050405020304" pitchFamily="18" charset="0"/>
                <a:cs typeface="Times New Roman" panose="02020603050405020304" pitchFamily="18" charset="0"/>
              </a:rPr>
              <a:t>Demonstrate a Hashed Password Cracker using the DSA.</a:t>
            </a:r>
          </a:p>
          <a:p>
            <a:pPr algn="l">
              <a:lnSpc>
                <a:spcPct val="150000"/>
              </a:lnSpc>
              <a:buFont typeface="+mj-lt"/>
              <a:buAutoNum type="arabicPeriod"/>
            </a:pPr>
            <a:r>
              <a:rPr lang="en-US" sz="1400" b="1" spc="-5" dirty="0">
                <a:solidFill>
                  <a:srgbClr val="528235"/>
                </a:solidFill>
                <a:latin typeface="Times New Roman" panose="02020603050405020304" pitchFamily="18" charset="0"/>
                <a:cs typeface="Times New Roman" panose="02020603050405020304" pitchFamily="18" charset="0"/>
              </a:rPr>
              <a:t> Key Exchange Protocol Simulation:</a:t>
            </a:r>
          </a:p>
          <a:p>
            <a:pPr marL="742950" lvl="1" indent="-285750">
              <a:lnSpc>
                <a:spcPct val="150000"/>
              </a:lnSpc>
              <a:buFont typeface="+mj-lt"/>
              <a:buAutoNum type="arabicPeriod"/>
            </a:pPr>
            <a:r>
              <a:rPr lang="en-US" sz="1400" spc="-5" dirty="0">
                <a:solidFill>
                  <a:srgbClr val="528235"/>
                </a:solidFill>
                <a:latin typeface="Times New Roman" panose="02020603050405020304" pitchFamily="18" charset="0"/>
                <a:cs typeface="Times New Roman" panose="02020603050405020304" pitchFamily="18" charset="0"/>
              </a:rPr>
              <a:t>Simulate a Secure Key Exchange Simulation in Client-Server Network Architecture. </a:t>
            </a:r>
          </a:p>
          <a:p>
            <a:pPr marL="742950" lvl="1" indent="-285750">
              <a:lnSpc>
                <a:spcPct val="150000"/>
              </a:lnSpc>
              <a:buFont typeface="+mj-lt"/>
              <a:buAutoNum type="arabicPeriod"/>
            </a:pPr>
            <a:r>
              <a:rPr lang="en-US" sz="1400" spc="-5" dirty="0">
                <a:solidFill>
                  <a:srgbClr val="528235"/>
                </a:solidFill>
                <a:latin typeface="Times New Roman" panose="02020603050405020304" pitchFamily="18" charset="0"/>
                <a:cs typeface="Times New Roman" panose="02020603050405020304" pitchFamily="18" charset="0"/>
              </a:rPr>
              <a:t>Visualize the Step-by-Step Simulation of Secure Key Negotiation for Educational Use.</a:t>
            </a:r>
          </a:p>
          <a:p>
            <a:pPr algn="l">
              <a:lnSpc>
                <a:spcPct val="150000"/>
              </a:lnSpc>
              <a:buFont typeface="+mj-lt"/>
              <a:buAutoNum type="arabicPeriod"/>
            </a:pPr>
            <a:r>
              <a:rPr lang="en-US" sz="1400" b="1" spc="-5" dirty="0">
                <a:solidFill>
                  <a:srgbClr val="528235"/>
                </a:solidFill>
                <a:latin typeface="Times New Roman" panose="02020603050405020304" pitchFamily="18" charset="0"/>
                <a:cs typeface="Times New Roman" panose="02020603050405020304" pitchFamily="18" charset="0"/>
              </a:rPr>
              <a:t> Secure Communication Application:</a:t>
            </a:r>
          </a:p>
          <a:p>
            <a:pPr marL="742950" lvl="1" indent="-285750">
              <a:lnSpc>
                <a:spcPct val="150000"/>
              </a:lnSpc>
              <a:buFont typeface="+mj-lt"/>
              <a:buAutoNum type="arabicPeriod"/>
            </a:pPr>
            <a:r>
              <a:rPr lang="en-US" sz="1400" spc="-5" dirty="0">
                <a:solidFill>
                  <a:srgbClr val="528235"/>
                </a:solidFill>
                <a:latin typeface="Times New Roman" panose="02020603050405020304" pitchFamily="18" charset="0"/>
                <a:cs typeface="Times New Roman" panose="02020603050405020304" pitchFamily="18" charset="0"/>
              </a:rPr>
              <a:t>Develop a Secure Communication App for Android using Hybrid Cryptography (RSA + AES).</a:t>
            </a:r>
          </a:p>
          <a:p>
            <a:pPr marL="742950" lvl="1" indent="-285750">
              <a:lnSpc>
                <a:spcPct val="150000"/>
              </a:lnSpc>
              <a:buFont typeface="+mj-lt"/>
              <a:buAutoNum type="arabicPeriod"/>
            </a:pPr>
            <a:r>
              <a:rPr lang="en-US" sz="1400" spc="-5" dirty="0">
                <a:solidFill>
                  <a:srgbClr val="528235"/>
                </a:solidFill>
                <a:latin typeface="Times New Roman" panose="02020603050405020304" pitchFamily="18" charset="0"/>
                <a:cs typeface="Times New Roman" panose="02020603050405020304" pitchFamily="18" charset="0"/>
              </a:rPr>
              <a:t>Simulate Self-Destructing Messages for Privacy-Focused Communication Apps. </a:t>
            </a:r>
          </a:p>
          <a:p>
            <a:pPr algn="l">
              <a:lnSpc>
                <a:spcPct val="150000"/>
              </a:lnSpc>
              <a:buFont typeface="+mj-lt"/>
              <a:buAutoNum type="arabicPeriod"/>
            </a:pPr>
            <a:r>
              <a:rPr lang="en-US" sz="1400" b="1" spc="-5" dirty="0">
                <a:solidFill>
                  <a:srgbClr val="528235"/>
                </a:solidFill>
                <a:latin typeface="Times New Roman" panose="02020603050405020304" pitchFamily="18" charset="0"/>
                <a:cs typeface="Times New Roman" panose="02020603050405020304" pitchFamily="18" charset="0"/>
              </a:rPr>
              <a:t> Cryptographic Protocols Analysis:</a:t>
            </a:r>
          </a:p>
          <a:p>
            <a:pPr marL="742950" lvl="1" indent="-285750">
              <a:lnSpc>
                <a:spcPct val="150000"/>
              </a:lnSpc>
              <a:buFont typeface="+mj-lt"/>
              <a:buAutoNum type="arabicPeriod"/>
            </a:pPr>
            <a:r>
              <a:rPr lang="en-US" sz="1400" spc="-5" dirty="0">
                <a:solidFill>
                  <a:srgbClr val="528235"/>
                </a:solidFill>
                <a:latin typeface="Times New Roman" panose="02020603050405020304" pitchFamily="18" charset="0"/>
                <a:cs typeface="Times New Roman" panose="02020603050405020304" pitchFamily="18" charset="0"/>
              </a:rPr>
              <a:t>Security Analysis of Diffie-Hellman Key Exchange under Adversarial Conditions.</a:t>
            </a:r>
          </a:p>
          <a:p>
            <a:pPr marL="742950" lvl="1" indent="-285750" algn="l">
              <a:lnSpc>
                <a:spcPct val="150000"/>
              </a:lnSpc>
              <a:buFont typeface="+mj-lt"/>
              <a:buAutoNum type="arabicPeriod"/>
            </a:pPr>
            <a:r>
              <a:rPr lang="en-US" sz="1400" spc="-5" dirty="0">
                <a:solidFill>
                  <a:srgbClr val="528235"/>
                </a:solidFill>
                <a:latin typeface="Times New Roman" panose="02020603050405020304" pitchFamily="18" charset="0"/>
                <a:cs typeface="Times New Roman" panose="02020603050405020304" pitchFamily="18" charset="0"/>
              </a:rPr>
              <a:t>Comparative Study of Symmetric vs. Asymmetric Cryptographic Protocols.</a:t>
            </a:r>
          </a:p>
          <a:p>
            <a:pPr marL="742950" lvl="1" indent="-285750" algn="l">
              <a:buFont typeface="+mj-lt"/>
              <a:buAutoNum type="arabicPeriod"/>
            </a:pPr>
            <a:endParaRPr lang="en-US" sz="1200" spc="-5" dirty="0">
              <a:solidFill>
                <a:srgbClr val="528235"/>
              </a:solidFill>
              <a:latin typeface="Tahoma"/>
              <a:cs typeface="Tahom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7CE7B54-5C39-A2F9-599E-780B39BD0AFB}"/>
              </a:ext>
            </a:extLst>
          </p:cNvPr>
          <p:cNvSpPr>
            <a:spLocks noGrp="1"/>
          </p:cNvSpPr>
          <p:nvPr>
            <p:ph type="body" idx="1"/>
          </p:nvPr>
        </p:nvSpPr>
        <p:spPr>
          <a:xfrm>
            <a:off x="342900" y="381000"/>
            <a:ext cx="6172200" cy="7278916"/>
          </a:xfrm>
        </p:spPr>
        <p:txBody>
          <a:bodyPr/>
          <a:lstStyle/>
          <a:p>
            <a:pPr lvl="1" algn="l"/>
            <a:endParaRPr lang="en-US" b="1" i="0" dirty="0">
              <a:solidFill>
                <a:srgbClr val="0D0D0D"/>
              </a:solidFill>
              <a:effectLst/>
              <a:latin typeface="Söhne"/>
            </a:endParaRPr>
          </a:p>
          <a:p>
            <a:pPr algn="l">
              <a:lnSpc>
                <a:spcPct val="150000"/>
              </a:lnSpc>
            </a:pPr>
            <a:r>
              <a:rPr lang="en-US" sz="1400" b="1" kern="1200" spc="-5" dirty="0">
                <a:solidFill>
                  <a:srgbClr val="528235"/>
                </a:solidFill>
                <a:latin typeface="Times New Roman" panose="02020603050405020304" pitchFamily="18" charset="0"/>
                <a:cs typeface="Times New Roman" panose="02020603050405020304" pitchFamily="18" charset="0"/>
              </a:rPr>
              <a:t>5. Blockchain and Cryptocurrency:</a:t>
            </a:r>
          </a:p>
          <a:p>
            <a:pPr marL="742950" lvl="1" indent="-285750" algn="l">
              <a:lnSpc>
                <a:spcPct val="150000"/>
              </a:lnSpc>
              <a:buFont typeface="+mj-lt"/>
              <a:buAutoNum type="arabicPeriod"/>
            </a:pPr>
            <a:r>
              <a:rPr lang="en-US" sz="1400" kern="1200" spc="-5" dirty="0">
                <a:solidFill>
                  <a:srgbClr val="528235"/>
                </a:solidFill>
                <a:latin typeface="Times New Roman" panose="02020603050405020304" pitchFamily="18" charset="0"/>
                <a:cs typeface="Times New Roman" panose="02020603050405020304" pitchFamily="18" charset="0"/>
              </a:rPr>
              <a:t>Develop a </a:t>
            </a:r>
            <a:r>
              <a:rPr lang="en-US" sz="1400" kern="1200" spc="-5" dirty="0">
                <a:solidFill>
                  <a:srgbClr val="3C5F27"/>
                </a:solidFill>
                <a:latin typeface="Times New Roman" panose="02020603050405020304" pitchFamily="18" charset="0"/>
                <a:cs typeface="Times New Roman" panose="02020603050405020304" pitchFamily="18" charset="0"/>
              </a:rPr>
              <a:t>Decentralized</a:t>
            </a:r>
            <a:r>
              <a:rPr lang="en-US" sz="1400" kern="1200" spc="-5" dirty="0">
                <a:solidFill>
                  <a:srgbClr val="528235"/>
                </a:solidFill>
                <a:latin typeface="Times New Roman" panose="02020603050405020304" pitchFamily="18" charset="0"/>
                <a:cs typeface="Times New Roman" panose="02020603050405020304" pitchFamily="18" charset="0"/>
              </a:rPr>
              <a:t> Voting System using Blockchain Technology.</a:t>
            </a:r>
          </a:p>
          <a:p>
            <a:pPr marL="742950" lvl="1" indent="-285750" algn="l">
              <a:lnSpc>
                <a:spcPct val="150000"/>
              </a:lnSpc>
              <a:buFont typeface="+mj-lt"/>
              <a:buAutoNum type="arabicPeriod"/>
            </a:pPr>
            <a:r>
              <a:rPr lang="en-US" sz="1400"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Simulation of a Cryptocurrency System Inspired by Bitcoin</a:t>
            </a:r>
            <a:r>
              <a:rPr lang="en-US" sz="1400" kern="1200" spc="-5"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a:t>
            </a:r>
          </a:p>
          <a:p>
            <a:pPr algn="l">
              <a:lnSpc>
                <a:spcPct val="150000"/>
              </a:lnSpc>
            </a:pPr>
            <a:r>
              <a:rPr lang="en-US" sz="1400" b="1" kern="1200" spc="-5" dirty="0">
                <a:solidFill>
                  <a:srgbClr val="528235"/>
                </a:solidFill>
                <a:latin typeface="Times New Roman" panose="02020603050405020304" pitchFamily="18" charset="0"/>
                <a:cs typeface="Times New Roman" panose="02020603050405020304" pitchFamily="18" charset="0"/>
              </a:rPr>
              <a:t>6. Side-Channel Attacks Experimentation:</a:t>
            </a:r>
          </a:p>
          <a:p>
            <a:pPr marL="742950" lvl="1" indent="-285750" algn="l">
              <a:lnSpc>
                <a:spcPct val="150000"/>
              </a:lnSpc>
              <a:buFont typeface="+mj-lt"/>
              <a:buAutoNum type="arabicPeriod"/>
            </a:pPr>
            <a:r>
              <a:rPr lang="en-US" sz="1400"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Timing Attack Vulnerabilities in RSA Cryptosystems: Experimental Evaluation</a:t>
            </a:r>
            <a:r>
              <a:rPr lang="en-US" sz="1400" kern="1200" spc="-5"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a:t>
            </a:r>
          </a:p>
          <a:p>
            <a:pPr marL="742950" lvl="1" indent="-285750" algn="l">
              <a:lnSpc>
                <a:spcPct val="150000"/>
              </a:lnSpc>
              <a:buFont typeface="+mj-lt"/>
              <a:buAutoNum type="arabicPeriod"/>
            </a:pPr>
            <a:r>
              <a:rPr lang="en-US" sz="1400"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Side-Channel Attack Simulation using Software-Based Leakage Models</a:t>
            </a:r>
            <a:r>
              <a:rPr lang="en-US" sz="1400" kern="1200" spc="-5"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a:t>
            </a:r>
          </a:p>
          <a:p>
            <a:pPr algn="l">
              <a:lnSpc>
                <a:spcPct val="150000"/>
              </a:lnSpc>
            </a:pPr>
            <a:r>
              <a:rPr lang="en-US" sz="1400" b="1" kern="1200" spc="-5" dirty="0">
                <a:solidFill>
                  <a:srgbClr val="528235"/>
                </a:solidFill>
                <a:latin typeface="Times New Roman" panose="02020603050405020304" pitchFamily="18" charset="0"/>
                <a:cs typeface="Times New Roman" panose="02020603050405020304" pitchFamily="18" charset="0"/>
              </a:rPr>
              <a:t>7.Homomorphic Encryption Demonstration:</a:t>
            </a:r>
          </a:p>
          <a:p>
            <a:pPr marL="742950" lvl="1" indent="-285750" algn="l">
              <a:lnSpc>
                <a:spcPct val="150000"/>
              </a:lnSpc>
              <a:buFont typeface="+mj-lt"/>
              <a:buAutoNum type="arabicPeriod"/>
            </a:pPr>
            <a:r>
              <a:rPr lang="en-US" sz="1400"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Implementation and Demonstration of Homomorphic Encryption for Secure Computation</a:t>
            </a:r>
            <a:r>
              <a:rPr lang="en-US" sz="1400" kern="1200" spc="-5"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a:t>
            </a:r>
          </a:p>
          <a:p>
            <a:pPr marL="742950" lvl="1" indent="-285750" algn="l">
              <a:lnSpc>
                <a:spcPct val="150000"/>
              </a:lnSpc>
              <a:buFont typeface="+mj-lt"/>
              <a:buAutoNum type="arabicPeriod"/>
            </a:pPr>
            <a:r>
              <a:rPr lang="en-US" sz="1400"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Simulate and Perform Arithmetic Operations on Encrypted Data</a:t>
            </a:r>
            <a:r>
              <a:rPr lang="en-US" sz="1400" kern="1200" spc="-5"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a:t>
            </a:r>
          </a:p>
          <a:p>
            <a:pPr algn="l">
              <a:lnSpc>
                <a:spcPct val="150000"/>
              </a:lnSpc>
            </a:pPr>
            <a:r>
              <a:rPr lang="en-US" sz="1400" b="1" kern="1200" spc="-5" dirty="0">
                <a:solidFill>
                  <a:srgbClr val="528235"/>
                </a:solidFill>
                <a:latin typeface="Times New Roman" panose="02020603050405020304" pitchFamily="18" charset="0"/>
                <a:cs typeface="Times New Roman" panose="02020603050405020304" pitchFamily="18" charset="0"/>
              </a:rPr>
              <a:t>8. Post-Quantum Cryptography Exploration:</a:t>
            </a:r>
          </a:p>
          <a:p>
            <a:pPr marL="742950" lvl="1" indent="-285750" algn="l">
              <a:lnSpc>
                <a:spcPct val="150000"/>
              </a:lnSpc>
              <a:buFont typeface="+mj-lt"/>
              <a:buAutoNum type="arabicPeriod"/>
            </a:pPr>
            <a:r>
              <a:rPr lang="en-US" sz="1400"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Explore Post-Quantum Cryptography for Future Secure Communication</a:t>
            </a:r>
            <a:r>
              <a:rPr lang="en-US" sz="1400" kern="1200" spc="-5"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a:t>
            </a:r>
          </a:p>
          <a:p>
            <a:pPr marL="742950" lvl="1" indent="-285750" algn="l">
              <a:lnSpc>
                <a:spcPct val="150000"/>
              </a:lnSpc>
              <a:buFont typeface="+mj-lt"/>
              <a:buAutoNum type="arabicPeriod"/>
            </a:pPr>
            <a:r>
              <a:rPr lang="en-US" sz="1400"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Implementation and Analysis of Quantum-Resistant Cryptographic Algorithms</a:t>
            </a:r>
            <a:r>
              <a:rPr lang="en-US" sz="1400" kern="1200" spc="-5"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a:t>
            </a:r>
          </a:p>
          <a:p>
            <a:pPr algn="l">
              <a:lnSpc>
                <a:spcPct val="150000"/>
              </a:lnSpc>
            </a:pPr>
            <a:r>
              <a:rPr lang="en-US" sz="1400" b="1" kern="1200" spc="-5" dirty="0">
                <a:solidFill>
                  <a:srgbClr val="528235"/>
                </a:solidFill>
                <a:latin typeface="Times New Roman" panose="02020603050405020304" pitchFamily="18" charset="0"/>
                <a:cs typeface="Times New Roman" panose="02020603050405020304" pitchFamily="18" charset="0"/>
              </a:rPr>
              <a:t>9. Security Analysis of Asymmetric Cryptography in IoT Devices:</a:t>
            </a:r>
          </a:p>
          <a:p>
            <a:pPr marL="742950" lvl="1" indent="-285750" algn="just">
              <a:lnSpc>
                <a:spcPct val="150000"/>
              </a:lnSpc>
              <a:buFont typeface="+mj-lt"/>
              <a:buAutoNum type="arabicPeriod"/>
            </a:pPr>
            <a:r>
              <a:rPr lang="en-US" sz="1400"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Simulate and Analyze the Asymmetric Cryptographic Protocols in IoT Networks</a:t>
            </a:r>
            <a:r>
              <a:rPr lang="en-US" sz="1400" kern="1200" spc="-5"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a:t>
            </a:r>
          </a:p>
          <a:p>
            <a:pPr marL="742950" lvl="1" indent="-285750" algn="l">
              <a:lnSpc>
                <a:spcPct val="150000"/>
              </a:lnSpc>
              <a:buFont typeface="+mj-lt"/>
              <a:buAutoNum type="arabicPeriod"/>
            </a:pPr>
            <a:r>
              <a:rPr lang="en-US" sz="1400" kern="1200" spc="-5"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Develop a </a:t>
            </a:r>
            <a:r>
              <a:rPr lang="en-US" sz="1400"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Threat Model and Security Assessment of IoT Systems using Asymmetric Encryption</a:t>
            </a:r>
            <a:r>
              <a:rPr lang="en-US" sz="1400" kern="1200" spc="-5" dirty="0">
                <a:solidFill>
                  <a:srgbClr val="3C5F27"/>
                </a:solidFill>
                <a:latin typeface="Times New Roman" panose="02020603050405020304" pitchFamily="18" charset="0"/>
                <a:ea typeface="Tahoma" panose="020B0604030504040204" pitchFamily="34" charset="0"/>
                <a:cs typeface="Times New Roman" panose="02020603050405020304" pitchFamily="18" charset="0"/>
              </a:rPr>
              <a:t>.</a:t>
            </a:r>
          </a:p>
          <a:p>
            <a:endParaRPr lang="en-IN" dirty="0"/>
          </a:p>
        </p:txBody>
      </p:sp>
    </p:spTree>
    <p:extLst>
      <p:ext uri="{BB962C8B-B14F-4D97-AF65-F5344CB8AC3E}">
        <p14:creationId xmlns:p14="http://schemas.microsoft.com/office/powerpoint/2010/main" val="11854688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9655" y="187273"/>
            <a:ext cx="5758689" cy="692497"/>
          </a:xfrm>
        </p:spPr>
        <p:txBody>
          <a:bodyPr/>
          <a:lstStyle/>
          <a:p>
            <a:pPr algn="ctr"/>
            <a:r>
              <a:rPr lang="en-US" dirty="0"/>
              <a:t>   </a:t>
            </a:r>
            <a:r>
              <a:rPr lang="en-US" sz="1800" b="1" dirty="0">
                <a:latin typeface="Times New Roman" panose="02020603050405020304" pitchFamily="18" charset="0"/>
                <a:cs typeface="Times New Roman" panose="02020603050405020304" pitchFamily="18" charset="0"/>
              </a:rPr>
              <a:t>TEXT BOOKS AND REFERENCES</a:t>
            </a:r>
          </a:p>
        </p:txBody>
      </p:sp>
      <p:sp>
        <p:nvSpPr>
          <p:cNvPr id="3" name="Text Placeholder 2"/>
          <p:cNvSpPr>
            <a:spLocks noGrp="1"/>
          </p:cNvSpPr>
          <p:nvPr>
            <p:ph type="body" idx="1"/>
          </p:nvPr>
        </p:nvSpPr>
        <p:spPr>
          <a:xfrm>
            <a:off x="252013" y="990600"/>
            <a:ext cx="6147435" cy="3662541"/>
          </a:xfrm>
        </p:spPr>
        <p:txBody>
          <a:bodyPr/>
          <a:lstStyle/>
          <a:p>
            <a:pPr algn="l"/>
            <a:r>
              <a:rPr lang="en-US" sz="1400" b="1" dirty="0">
                <a:latin typeface="Times New Roman" panose="02020603050405020304" pitchFamily="18" charset="0"/>
                <a:cs typeface="Times New Roman" panose="02020603050405020304" pitchFamily="18" charset="0"/>
              </a:rPr>
              <a:t>TEXT BOOK:</a:t>
            </a:r>
          </a:p>
          <a:p>
            <a:pPr marL="342900" indent="-342900" algn="l">
              <a:buAutoNum type="arabicPeriod"/>
            </a:pPr>
            <a:r>
              <a:rPr lang="en-US" sz="1400" dirty="0">
                <a:latin typeface="Times New Roman" panose="02020603050405020304" pitchFamily="18" charset="0"/>
                <a:cs typeface="Times New Roman" panose="02020603050405020304" pitchFamily="18" charset="0"/>
              </a:rPr>
              <a:t>William Stallings, Cryptography and Network Security: Principles and Practice, Pearson education 8th Edition, 2023. </a:t>
            </a:r>
          </a:p>
          <a:p>
            <a:pPr marL="342900" indent="-342900" algn="l">
              <a:buAutoNum type="arabicPeriod"/>
            </a:pPr>
            <a:r>
              <a:rPr lang="en-US" sz="1400" dirty="0">
                <a:latin typeface="Times New Roman" panose="02020603050405020304" pitchFamily="18" charset="0"/>
                <a:cs typeface="Times New Roman" panose="02020603050405020304" pitchFamily="18" charset="0"/>
              </a:rPr>
              <a:t>Nina Godbole, Sunit Belapure, “Cyber Security: Understanding Cyber crimes, Computer Forensics and Legal Perspectives”, First Edition, Wiley India, 2011. </a:t>
            </a:r>
          </a:p>
          <a:p>
            <a:pPr algn="l"/>
            <a:endParaRPr lang="en-US" sz="1400" dirty="0">
              <a:latin typeface="Times New Roman" panose="02020603050405020304" pitchFamily="18"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p>
            <a:pPr algn="l"/>
            <a:r>
              <a:rPr lang="en-US" sz="1400" b="1" dirty="0">
                <a:latin typeface="Times New Roman" panose="02020603050405020304" pitchFamily="18" charset="0"/>
                <a:cs typeface="Times New Roman" panose="02020603050405020304" pitchFamily="18" charset="0"/>
              </a:rPr>
              <a:t>REFERENCES:</a:t>
            </a:r>
            <a:r>
              <a:rPr lang="en-US" sz="1400" dirty="0">
                <a:latin typeface="Times New Roman" panose="02020603050405020304" pitchFamily="18" charset="0"/>
                <a:cs typeface="Times New Roman" panose="02020603050405020304" pitchFamily="18" charset="0"/>
              </a:rPr>
              <a:t> </a:t>
            </a:r>
          </a:p>
          <a:p>
            <a:pPr marL="342900" indent="-342900" algn="l">
              <a:buAutoNum type="arabicPeriod"/>
            </a:pPr>
            <a:r>
              <a:rPr lang="en-US" sz="1400" dirty="0">
                <a:latin typeface="Times New Roman" panose="02020603050405020304" pitchFamily="18" charset="0"/>
                <a:cs typeface="Times New Roman" panose="02020603050405020304" pitchFamily="18" charset="0"/>
              </a:rPr>
              <a:t>C K Shyamala, N Harini and Dr. T R Padmanabhan: Cryptography and Network Security, Wiley India </a:t>
            </a:r>
            <a:r>
              <a:rPr lang="en-US" sz="1400" dirty="0" err="1">
                <a:latin typeface="Times New Roman" panose="02020603050405020304" pitchFamily="18" charset="0"/>
                <a:cs typeface="Times New Roman" panose="02020603050405020304" pitchFamily="18" charset="0"/>
              </a:rPr>
              <a:t>Pvt.Ltd</a:t>
            </a:r>
            <a:r>
              <a:rPr lang="en-US" sz="1400" dirty="0">
                <a:latin typeface="Times New Roman" panose="02020603050405020304" pitchFamily="18" charset="0"/>
                <a:cs typeface="Times New Roman" panose="02020603050405020304" pitchFamily="18" charset="0"/>
              </a:rPr>
              <a:t> 1st Edition,2011 </a:t>
            </a:r>
          </a:p>
          <a:p>
            <a:pPr marL="342900" indent="-342900" algn="l">
              <a:buAutoNum type="arabicPeriod"/>
            </a:pPr>
            <a:r>
              <a:rPr lang="en-US" sz="1400" dirty="0">
                <a:latin typeface="Times New Roman" panose="02020603050405020304" pitchFamily="18" charset="0"/>
                <a:cs typeface="Times New Roman" panose="02020603050405020304" pitchFamily="18" charset="0"/>
              </a:rPr>
              <a:t>Behrouz A. </a:t>
            </a:r>
            <a:r>
              <a:rPr lang="en-US" sz="1400" dirty="0" err="1">
                <a:latin typeface="Times New Roman" panose="02020603050405020304" pitchFamily="18" charset="0"/>
                <a:cs typeface="Times New Roman" panose="02020603050405020304" pitchFamily="18" charset="0"/>
              </a:rPr>
              <a:t>Ferouzan</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Debdeep</a:t>
            </a:r>
            <a:r>
              <a:rPr lang="en-US" sz="1400" dirty="0">
                <a:latin typeface="Times New Roman" panose="02020603050405020304" pitchFamily="18" charset="0"/>
                <a:cs typeface="Times New Roman" panose="02020603050405020304" pitchFamily="18" charset="0"/>
              </a:rPr>
              <a:t> Mukhopadhyay, "Cryptography and Network Security", 3rd Edition, Tata Mc Graw Hill, 2015.</a:t>
            </a:r>
          </a:p>
          <a:p>
            <a:pPr marL="342900" indent="-342900" algn="l">
              <a:buAutoNum type="arabicPeriod"/>
            </a:pPr>
            <a:r>
              <a:rPr lang="en-US" sz="1400" dirty="0">
                <a:latin typeface="Times New Roman" panose="02020603050405020304" pitchFamily="18" charset="0"/>
                <a:cs typeface="Times New Roman" panose="02020603050405020304" pitchFamily="18" charset="0"/>
              </a:rPr>
              <a:t>Wade Trappe, Lawrence C. Washington: Introduction to Cryptography with Coding Theory, 3rd Edition, 2020. </a:t>
            </a:r>
          </a:p>
          <a:p>
            <a:pPr marL="342900" indent="-342900" algn="l">
              <a:buAutoNum type="arabicPeriod"/>
            </a:pPr>
            <a:r>
              <a:rPr lang="en-US" sz="1400" dirty="0">
                <a:latin typeface="Times New Roman" panose="02020603050405020304" pitchFamily="18" charset="0"/>
                <a:cs typeface="Times New Roman" panose="02020603050405020304" pitchFamily="18" charset="0"/>
              </a:rPr>
              <a:t>Charles Pfleeger, Shari Pfleeger, Jonathan Margulies, "Security in Computing", Fifth Edition, Prentice Hall, New Delhi, 2015. </a:t>
            </a:r>
          </a:p>
          <a:p>
            <a:pPr algn="l"/>
            <a:endParaRPr lang="en-US" sz="1400"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7"/>
          </p:nvPr>
        </p:nvSpPr>
        <p:spPr/>
        <p:txBody>
          <a:bodyPr/>
          <a:lstStyle/>
          <a:p>
            <a:fld id="{B6F15528-21DE-4FAA-801E-634DDDAF4B2B}" type="slidenum">
              <a:rPr lang="en-IN" smtClean="0"/>
              <a:t>67</a:t>
            </a:fld>
            <a:endParaRPr lang="en-IN"/>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7496" y="5181600"/>
            <a:ext cx="5761355" cy="1553845"/>
          </a:xfrm>
          <a:prstGeom prst="rect">
            <a:avLst/>
          </a:prstGeom>
        </p:spPr>
        <p:txBody>
          <a:bodyPr vert="horz" wrap="square" lIns="0" tIns="13335" rIns="0" bIns="0" rtlCol="0">
            <a:spAutoFit/>
          </a:bodyPr>
          <a:lstStyle/>
          <a:p>
            <a:pPr algn="ctr">
              <a:lnSpc>
                <a:spcPct val="100000"/>
              </a:lnSpc>
              <a:spcBef>
                <a:spcPts val="105"/>
              </a:spcBef>
            </a:pPr>
            <a:r>
              <a:rPr sz="1100" spc="-10" dirty="0">
                <a:solidFill>
                  <a:srgbClr val="538235"/>
                </a:solidFill>
                <a:latin typeface="Calibri Light"/>
                <a:cs typeface="Calibri Light"/>
              </a:rPr>
              <a:t>Disclaimer:</a:t>
            </a:r>
            <a:endParaRPr sz="1100" dirty="0">
              <a:latin typeface="Calibri Light"/>
              <a:cs typeface="Calibri Light"/>
            </a:endParaRPr>
          </a:p>
          <a:p>
            <a:pPr>
              <a:lnSpc>
                <a:spcPct val="100000"/>
              </a:lnSpc>
              <a:spcBef>
                <a:spcPts val="20"/>
              </a:spcBef>
            </a:pPr>
            <a:endParaRPr sz="950" dirty="0">
              <a:latin typeface="Calibri Light"/>
              <a:cs typeface="Calibri Light"/>
            </a:endParaRPr>
          </a:p>
          <a:p>
            <a:pPr marL="12700" marR="5080" algn="just">
              <a:lnSpc>
                <a:spcPct val="90200"/>
              </a:lnSpc>
              <a:spcBef>
                <a:spcPts val="5"/>
              </a:spcBef>
            </a:pPr>
            <a:r>
              <a:rPr sz="1100" spc="-5" dirty="0">
                <a:solidFill>
                  <a:srgbClr val="538235"/>
                </a:solidFill>
                <a:latin typeface="Calibri Light"/>
                <a:cs typeface="Calibri Light"/>
              </a:rPr>
              <a:t>This </a:t>
            </a:r>
            <a:r>
              <a:rPr sz="1100" dirty="0">
                <a:solidFill>
                  <a:srgbClr val="538235"/>
                </a:solidFill>
                <a:latin typeface="Calibri Light"/>
                <a:cs typeface="Calibri Light"/>
              </a:rPr>
              <a:t>document </a:t>
            </a:r>
            <a:r>
              <a:rPr sz="1100" spc="-5" dirty="0">
                <a:solidFill>
                  <a:srgbClr val="538235"/>
                </a:solidFill>
                <a:latin typeface="Calibri Light"/>
                <a:cs typeface="Calibri Light"/>
              </a:rPr>
              <a:t>is confidential </a:t>
            </a:r>
            <a:r>
              <a:rPr sz="1100" dirty="0">
                <a:solidFill>
                  <a:srgbClr val="538235"/>
                </a:solidFill>
                <a:latin typeface="Calibri Light"/>
                <a:cs typeface="Calibri Light"/>
              </a:rPr>
              <a:t>and </a:t>
            </a:r>
            <a:r>
              <a:rPr sz="1100" spc="-5" dirty="0">
                <a:solidFill>
                  <a:srgbClr val="538235"/>
                </a:solidFill>
                <a:latin typeface="Calibri Light"/>
                <a:cs typeface="Calibri Light"/>
              </a:rPr>
              <a:t>intended</a:t>
            </a:r>
            <a:r>
              <a:rPr sz="1100" dirty="0">
                <a:solidFill>
                  <a:srgbClr val="538235"/>
                </a:solidFill>
                <a:latin typeface="Calibri Light"/>
                <a:cs typeface="Calibri Light"/>
              </a:rPr>
              <a:t> </a:t>
            </a:r>
            <a:r>
              <a:rPr sz="1100" spc="-10" dirty="0">
                <a:solidFill>
                  <a:srgbClr val="538235"/>
                </a:solidFill>
                <a:latin typeface="Calibri Light"/>
                <a:cs typeface="Calibri Light"/>
              </a:rPr>
              <a:t>solely</a:t>
            </a:r>
            <a:r>
              <a:rPr sz="1100" spc="-5" dirty="0">
                <a:solidFill>
                  <a:srgbClr val="538235"/>
                </a:solidFill>
                <a:latin typeface="Calibri Light"/>
                <a:cs typeface="Calibri Light"/>
              </a:rPr>
              <a:t> for</a:t>
            </a:r>
            <a:r>
              <a:rPr sz="1100" dirty="0">
                <a:solidFill>
                  <a:srgbClr val="538235"/>
                </a:solidFill>
                <a:latin typeface="Calibri Light"/>
                <a:cs typeface="Calibri Light"/>
              </a:rPr>
              <a:t> the </a:t>
            </a:r>
            <a:r>
              <a:rPr sz="1100" spc="-5" dirty="0">
                <a:solidFill>
                  <a:srgbClr val="538235"/>
                </a:solidFill>
                <a:latin typeface="Calibri Light"/>
                <a:cs typeface="Calibri Light"/>
              </a:rPr>
              <a:t>educational </a:t>
            </a:r>
            <a:r>
              <a:rPr sz="1100" dirty="0">
                <a:solidFill>
                  <a:srgbClr val="538235"/>
                </a:solidFill>
                <a:latin typeface="Calibri Light"/>
                <a:cs typeface="Calibri Light"/>
              </a:rPr>
              <a:t>purpose of </a:t>
            </a:r>
            <a:r>
              <a:rPr sz="1100" spc="-5" dirty="0">
                <a:solidFill>
                  <a:srgbClr val="538235"/>
                </a:solidFill>
                <a:latin typeface="Calibri Light"/>
                <a:cs typeface="Calibri Light"/>
              </a:rPr>
              <a:t>RMK </a:t>
            </a:r>
            <a:r>
              <a:rPr sz="1100" dirty="0">
                <a:solidFill>
                  <a:srgbClr val="538235"/>
                </a:solidFill>
                <a:latin typeface="Calibri Light"/>
                <a:cs typeface="Calibri Light"/>
              </a:rPr>
              <a:t>Group of </a:t>
            </a:r>
            <a:r>
              <a:rPr sz="1100" spc="5" dirty="0">
                <a:solidFill>
                  <a:srgbClr val="538235"/>
                </a:solidFill>
                <a:latin typeface="Calibri Light"/>
                <a:cs typeface="Calibri Light"/>
              </a:rPr>
              <a:t> </a:t>
            </a:r>
            <a:r>
              <a:rPr sz="1100" spc="-5" dirty="0">
                <a:solidFill>
                  <a:srgbClr val="538235"/>
                </a:solidFill>
                <a:latin typeface="Calibri Light"/>
                <a:cs typeface="Calibri Light"/>
              </a:rPr>
              <a:t>Educational Institutions. If you have received this document </a:t>
            </a:r>
            <a:r>
              <a:rPr sz="1100" dirty="0">
                <a:solidFill>
                  <a:srgbClr val="538235"/>
                </a:solidFill>
                <a:latin typeface="Calibri Light"/>
                <a:cs typeface="Calibri Light"/>
              </a:rPr>
              <a:t>through </a:t>
            </a:r>
            <a:r>
              <a:rPr sz="1100" spc="-5" dirty="0">
                <a:solidFill>
                  <a:srgbClr val="538235"/>
                </a:solidFill>
                <a:latin typeface="Calibri Light"/>
                <a:cs typeface="Calibri Light"/>
              </a:rPr>
              <a:t>email in error, </a:t>
            </a:r>
            <a:r>
              <a:rPr sz="1100" spc="-10" dirty="0">
                <a:solidFill>
                  <a:srgbClr val="538235"/>
                </a:solidFill>
                <a:latin typeface="Calibri Light"/>
                <a:cs typeface="Calibri Light"/>
              </a:rPr>
              <a:t>please </a:t>
            </a:r>
            <a:r>
              <a:rPr sz="1100" spc="-5" dirty="0">
                <a:solidFill>
                  <a:srgbClr val="538235"/>
                </a:solidFill>
                <a:latin typeface="Calibri Light"/>
                <a:cs typeface="Calibri Light"/>
              </a:rPr>
              <a:t>notify </a:t>
            </a:r>
            <a:r>
              <a:rPr sz="1100" dirty="0">
                <a:solidFill>
                  <a:srgbClr val="538235"/>
                </a:solidFill>
                <a:latin typeface="Calibri Light"/>
                <a:cs typeface="Calibri Light"/>
              </a:rPr>
              <a:t>the </a:t>
            </a:r>
            <a:r>
              <a:rPr sz="1100" spc="5" dirty="0">
                <a:solidFill>
                  <a:srgbClr val="538235"/>
                </a:solidFill>
                <a:latin typeface="Calibri Light"/>
                <a:cs typeface="Calibri Light"/>
              </a:rPr>
              <a:t> </a:t>
            </a:r>
            <a:r>
              <a:rPr sz="1100" dirty="0">
                <a:solidFill>
                  <a:srgbClr val="538235"/>
                </a:solidFill>
                <a:latin typeface="Calibri Light"/>
                <a:cs typeface="Calibri Light"/>
              </a:rPr>
              <a:t>system</a:t>
            </a:r>
            <a:r>
              <a:rPr sz="1100" spc="5" dirty="0">
                <a:solidFill>
                  <a:srgbClr val="538235"/>
                </a:solidFill>
                <a:latin typeface="Calibri Light"/>
                <a:cs typeface="Calibri Light"/>
              </a:rPr>
              <a:t> </a:t>
            </a:r>
            <a:r>
              <a:rPr sz="1100" dirty="0">
                <a:solidFill>
                  <a:srgbClr val="538235"/>
                </a:solidFill>
                <a:latin typeface="Calibri Light"/>
                <a:cs typeface="Calibri Light"/>
              </a:rPr>
              <a:t>manager.</a:t>
            </a:r>
            <a:r>
              <a:rPr sz="1100" spc="5" dirty="0">
                <a:solidFill>
                  <a:srgbClr val="538235"/>
                </a:solidFill>
                <a:latin typeface="Calibri Light"/>
                <a:cs typeface="Calibri Light"/>
              </a:rPr>
              <a:t> </a:t>
            </a:r>
            <a:r>
              <a:rPr sz="1100" spc="-5" dirty="0">
                <a:solidFill>
                  <a:srgbClr val="538235"/>
                </a:solidFill>
                <a:latin typeface="Calibri Light"/>
                <a:cs typeface="Calibri Light"/>
              </a:rPr>
              <a:t>This</a:t>
            </a:r>
            <a:r>
              <a:rPr sz="1100" dirty="0">
                <a:solidFill>
                  <a:srgbClr val="538235"/>
                </a:solidFill>
                <a:latin typeface="Calibri Light"/>
                <a:cs typeface="Calibri Light"/>
              </a:rPr>
              <a:t> document</a:t>
            </a:r>
            <a:r>
              <a:rPr sz="1100" spc="5" dirty="0">
                <a:solidFill>
                  <a:srgbClr val="538235"/>
                </a:solidFill>
                <a:latin typeface="Calibri Light"/>
                <a:cs typeface="Calibri Light"/>
              </a:rPr>
              <a:t> </a:t>
            </a:r>
            <a:r>
              <a:rPr sz="1100" spc="-5" dirty="0">
                <a:solidFill>
                  <a:srgbClr val="538235"/>
                </a:solidFill>
                <a:latin typeface="Calibri Light"/>
                <a:cs typeface="Calibri Light"/>
              </a:rPr>
              <a:t>contains</a:t>
            </a:r>
            <a:r>
              <a:rPr sz="1100" dirty="0">
                <a:solidFill>
                  <a:srgbClr val="538235"/>
                </a:solidFill>
                <a:latin typeface="Calibri Light"/>
                <a:cs typeface="Calibri Light"/>
              </a:rPr>
              <a:t> </a:t>
            </a:r>
            <a:r>
              <a:rPr sz="1100" spc="-10" dirty="0">
                <a:solidFill>
                  <a:srgbClr val="538235"/>
                </a:solidFill>
                <a:latin typeface="Calibri Light"/>
                <a:cs typeface="Calibri Light"/>
              </a:rPr>
              <a:t>proprietary</a:t>
            </a:r>
            <a:r>
              <a:rPr sz="1100" spc="-5" dirty="0">
                <a:solidFill>
                  <a:srgbClr val="538235"/>
                </a:solidFill>
                <a:latin typeface="Calibri Light"/>
                <a:cs typeface="Calibri Light"/>
              </a:rPr>
              <a:t> information</a:t>
            </a:r>
            <a:r>
              <a:rPr sz="1100" dirty="0">
                <a:solidFill>
                  <a:srgbClr val="538235"/>
                </a:solidFill>
                <a:latin typeface="Calibri Light"/>
                <a:cs typeface="Calibri Light"/>
              </a:rPr>
              <a:t> and</a:t>
            </a:r>
            <a:r>
              <a:rPr sz="1100" spc="5" dirty="0">
                <a:solidFill>
                  <a:srgbClr val="538235"/>
                </a:solidFill>
                <a:latin typeface="Calibri Light"/>
                <a:cs typeface="Calibri Light"/>
              </a:rPr>
              <a:t> </a:t>
            </a:r>
            <a:r>
              <a:rPr sz="1100" spc="-15" dirty="0">
                <a:solidFill>
                  <a:srgbClr val="538235"/>
                </a:solidFill>
                <a:latin typeface="Calibri Light"/>
                <a:cs typeface="Calibri Light"/>
              </a:rPr>
              <a:t>is</a:t>
            </a:r>
            <a:r>
              <a:rPr sz="1100" spc="-10" dirty="0">
                <a:solidFill>
                  <a:srgbClr val="538235"/>
                </a:solidFill>
                <a:latin typeface="Calibri Light"/>
                <a:cs typeface="Calibri Light"/>
              </a:rPr>
              <a:t> </a:t>
            </a:r>
            <a:r>
              <a:rPr sz="1100" spc="-5" dirty="0">
                <a:solidFill>
                  <a:srgbClr val="538235"/>
                </a:solidFill>
                <a:latin typeface="Calibri Light"/>
                <a:cs typeface="Calibri Light"/>
              </a:rPr>
              <a:t>intended</a:t>
            </a:r>
            <a:r>
              <a:rPr sz="1100" dirty="0">
                <a:solidFill>
                  <a:srgbClr val="538235"/>
                </a:solidFill>
                <a:latin typeface="Calibri Light"/>
                <a:cs typeface="Calibri Light"/>
              </a:rPr>
              <a:t> only</a:t>
            </a:r>
            <a:r>
              <a:rPr sz="1100" spc="5" dirty="0">
                <a:solidFill>
                  <a:srgbClr val="538235"/>
                </a:solidFill>
                <a:latin typeface="Calibri Light"/>
                <a:cs typeface="Calibri Light"/>
              </a:rPr>
              <a:t> </a:t>
            </a:r>
            <a:r>
              <a:rPr sz="1100" spc="-5" dirty="0">
                <a:solidFill>
                  <a:srgbClr val="538235"/>
                </a:solidFill>
                <a:latin typeface="Calibri Light"/>
                <a:cs typeface="Calibri Light"/>
              </a:rPr>
              <a:t>to</a:t>
            </a:r>
            <a:r>
              <a:rPr sz="1100" dirty="0">
                <a:solidFill>
                  <a:srgbClr val="538235"/>
                </a:solidFill>
                <a:latin typeface="Calibri Light"/>
                <a:cs typeface="Calibri Light"/>
              </a:rPr>
              <a:t> the </a:t>
            </a:r>
            <a:r>
              <a:rPr sz="1100" spc="5" dirty="0">
                <a:solidFill>
                  <a:srgbClr val="538235"/>
                </a:solidFill>
                <a:latin typeface="Calibri Light"/>
                <a:cs typeface="Calibri Light"/>
              </a:rPr>
              <a:t> </a:t>
            </a:r>
            <a:r>
              <a:rPr sz="1100" spc="-5" dirty="0">
                <a:solidFill>
                  <a:srgbClr val="538235"/>
                </a:solidFill>
                <a:latin typeface="Calibri Light"/>
                <a:cs typeface="Calibri Light"/>
              </a:rPr>
              <a:t>respective group </a:t>
            </a:r>
            <a:r>
              <a:rPr sz="1100" dirty="0">
                <a:solidFill>
                  <a:srgbClr val="538235"/>
                </a:solidFill>
                <a:latin typeface="Calibri Light"/>
                <a:cs typeface="Calibri Light"/>
              </a:rPr>
              <a:t>/ </a:t>
            </a:r>
            <a:r>
              <a:rPr sz="1100" spc="-5" dirty="0">
                <a:solidFill>
                  <a:srgbClr val="538235"/>
                </a:solidFill>
                <a:latin typeface="Calibri Light"/>
                <a:cs typeface="Calibri Light"/>
              </a:rPr>
              <a:t>learning community </a:t>
            </a:r>
            <a:r>
              <a:rPr sz="1100" dirty="0">
                <a:solidFill>
                  <a:srgbClr val="538235"/>
                </a:solidFill>
                <a:latin typeface="Calibri Light"/>
                <a:cs typeface="Calibri Light"/>
              </a:rPr>
              <a:t>as </a:t>
            </a:r>
            <a:r>
              <a:rPr sz="1100" spc="-5" dirty="0">
                <a:solidFill>
                  <a:srgbClr val="538235"/>
                </a:solidFill>
                <a:latin typeface="Calibri Light"/>
                <a:cs typeface="Calibri Light"/>
              </a:rPr>
              <a:t>intended. If you are </a:t>
            </a:r>
            <a:r>
              <a:rPr sz="1100" dirty="0">
                <a:solidFill>
                  <a:srgbClr val="538235"/>
                </a:solidFill>
                <a:latin typeface="Calibri Light"/>
                <a:cs typeface="Calibri Light"/>
              </a:rPr>
              <a:t>not the </a:t>
            </a:r>
            <a:r>
              <a:rPr sz="1100" spc="-5" dirty="0">
                <a:solidFill>
                  <a:srgbClr val="538235"/>
                </a:solidFill>
                <a:latin typeface="Calibri Light"/>
                <a:cs typeface="Calibri Light"/>
              </a:rPr>
              <a:t>addressee you </a:t>
            </a:r>
            <a:r>
              <a:rPr sz="1100" dirty="0">
                <a:solidFill>
                  <a:srgbClr val="538235"/>
                </a:solidFill>
                <a:latin typeface="Calibri Light"/>
                <a:cs typeface="Calibri Light"/>
              </a:rPr>
              <a:t>should not </a:t>
            </a:r>
            <a:r>
              <a:rPr sz="1100" spc="5" dirty="0">
                <a:solidFill>
                  <a:srgbClr val="538235"/>
                </a:solidFill>
                <a:latin typeface="Calibri Light"/>
                <a:cs typeface="Calibri Light"/>
              </a:rPr>
              <a:t> </a:t>
            </a:r>
            <a:r>
              <a:rPr sz="1100" spc="-5" dirty="0">
                <a:solidFill>
                  <a:srgbClr val="538235"/>
                </a:solidFill>
                <a:latin typeface="Calibri Light"/>
                <a:cs typeface="Calibri Light"/>
              </a:rPr>
              <a:t>disseminate, </a:t>
            </a:r>
            <a:r>
              <a:rPr sz="1100" dirty="0">
                <a:solidFill>
                  <a:srgbClr val="538235"/>
                </a:solidFill>
                <a:latin typeface="Calibri Light"/>
                <a:cs typeface="Calibri Light"/>
              </a:rPr>
              <a:t>distribute or copy through </a:t>
            </a:r>
            <a:r>
              <a:rPr sz="1100" spc="-5" dirty="0">
                <a:solidFill>
                  <a:srgbClr val="538235"/>
                </a:solidFill>
                <a:latin typeface="Calibri Light"/>
                <a:cs typeface="Calibri Light"/>
              </a:rPr>
              <a:t>e-mail. </a:t>
            </a:r>
            <a:r>
              <a:rPr sz="1100" dirty="0">
                <a:solidFill>
                  <a:srgbClr val="538235"/>
                </a:solidFill>
                <a:latin typeface="Calibri Light"/>
                <a:cs typeface="Calibri Light"/>
              </a:rPr>
              <a:t>Please </a:t>
            </a:r>
            <a:r>
              <a:rPr sz="1100" spc="-5" dirty="0">
                <a:solidFill>
                  <a:srgbClr val="538235"/>
                </a:solidFill>
                <a:latin typeface="Calibri Light"/>
                <a:cs typeface="Calibri Light"/>
              </a:rPr>
              <a:t>notify </a:t>
            </a:r>
            <a:r>
              <a:rPr sz="1100" dirty="0">
                <a:solidFill>
                  <a:srgbClr val="538235"/>
                </a:solidFill>
                <a:latin typeface="Calibri Light"/>
                <a:cs typeface="Calibri Light"/>
              </a:rPr>
              <a:t>the sender </a:t>
            </a:r>
            <a:r>
              <a:rPr sz="1100" spc="-5" dirty="0">
                <a:solidFill>
                  <a:srgbClr val="538235"/>
                </a:solidFill>
                <a:latin typeface="Calibri Light"/>
                <a:cs typeface="Calibri Light"/>
              </a:rPr>
              <a:t>immediately </a:t>
            </a:r>
            <a:r>
              <a:rPr sz="1100" dirty="0">
                <a:solidFill>
                  <a:srgbClr val="538235"/>
                </a:solidFill>
                <a:latin typeface="Calibri Light"/>
                <a:cs typeface="Calibri Light"/>
              </a:rPr>
              <a:t>by e-mail </a:t>
            </a:r>
            <a:r>
              <a:rPr sz="1100" spc="-5" dirty="0">
                <a:solidFill>
                  <a:srgbClr val="538235"/>
                </a:solidFill>
                <a:latin typeface="Calibri Light"/>
                <a:cs typeface="Calibri Light"/>
              </a:rPr>
              <a:t>if you </a:t>
            </a:r>
            <a:r>
              <a:rPr sz="1100" dirty="0">
                <a:solidFill>
                  <a:srgbClr val="538235"/>
                </a:solidFill>
                <a:latin typeface="Calibri Light"/>
                <a:cs typeface="Calibri Light"/>
              </a:rPr>
              <a:t> have </a:t>
            </a:r>
            <a:r>
              <a:rPr sz="1100" spc="-5" dirty="0">
                <a:solidFill>
                  <a:srgbClr val="538235"/>
                </a:solidFill>
                <a:latin typeface="Calibri Light"/>
                <a:cs typeface="Calibri Light"/>
              </a:rPr>
              <a:t>received this </a:t>
            </a:r>
            <a:r>
              <a:rPr sz="1100" dirty="0">
                <a:solidFill>
                  <a:srgbClr val="538235"/>
                </a:solidFill>
                <a:latin typeface="Calibri Light"/>
                <a:cs typeface="Calibri Light"/>
              </a:rPr>
              <a:t>document by </a:t>
            </a:r>
            <a:r>
              <a:rPr sz="1100" spc="-5" dirty="0">
                <a:solidFill>
                  <a:srgbClr val="538235"/>
                </a:solidFill>
                <a:latin typeface="Calibri Light"/>
                <a:cs typeface="Calibri Light"/>
              </a:rPr>
              <a:t>mistake </a:t>
            </a:r>
            <a:r>
              <a:rPr sz="1100" dirty="0">
                <a:solidFill>
                  <a:srgbClr val="538235"/>
                </a:solidFill>
                <a:latin typeface="Calibri Light"/>
                <a:cs typeface="Calibri Light"/>
              </a:rPr>
              <a:t>and delete </a:t>
            </a:r>
            <a:r>
              <a:rPr sz="1100" spc="-5" dirty="0">
                <a:solidFill>
                  <a:srgbClr val="538235"/>
                </a:solidFill>
                <a:latin typeface="Calibri Light"/>
                <a:cs typeface="Calibri Light"/>
              </a:rPr>
              <a:t>this </a:t>
            </a:r>
            <a:r>
              <a:rPr sz="1100" dirty="0">
                <a:solidFill>
                  <a:srgbClr val="538235"/>
                </a:solidFill>
                <a:latin typeface="Calibri Light"/>
                <a:cs typeface="Calibri Light"/>
              </a:rPr>
              <a:t>document from </a:t>
            </a:r>
            <a:r>
              <a:rPr sz="1100" spc="-5" dirty="0">
                <a:solidFill>
                  <a:srgbClr val="538235"/>
                </a:solidFill>
                <a:latin typeface="Calibri Light"/>
                <a:cs typeface="Calibri Light"/>
              </a:rPr>
              <a:t>your</a:t>
            </a:r>
            <a:r>
              <a:rPr sz="1100" dirty="0">
                <a:solidFill>
                  <a:srgbClr val="538235"/>
                </a:solidFill>
                <a:latin typeface="Calibri Light"/>
                <a:cs typeface="Calibri Light"/>
              </a:rPr>
              <a:t> </a:t>
            </a:r>
            <a:r>
              <a:rPr sz="1100" spc="-5" dirty="0">
                <a:solidFill>
                  <a:srgbClr val="538235"/>
                </a:solidFill>
                <a:latin typeface="Calibri Light"/>
                <a:cs typeface="Calibri Light"/>
              </a:rPr>
              <a:t>system.</a:t>
            </a:r>
            <a:r>
              <a:rPr sz="1100" dirty="0">
                <a:solidFill>
                  <a:srgbClr val="538235"/>
                </a:solidFill>
                <a:latin typeface="Calibri Light"/>
                <a:cs typeface="Calibri Light"/>
              </a:rPr>
              <a:t> </a:t>
            </a:r>
            <a:r>
              <a:rPr sz="1100" spc="-5" dirty="0">
                <a:solidFill>
                  <a:srgbClr val="538235"/>
                </a:solidFill>
                <a:latin typeface="Calibri Light"/>
                <a:cs typeface="Calibri Light"/>
              </a:rPr>
              <a:t>If you</a:t>
            </a:r>
            <a:r>
              <a:rPr sz="1100" spc="235" dirty="0">
                <a:solidFill>
                  <a:srgbClr val="538235"/>
                </a:solidFill>
                <a:latin typeface="Calibri Light"/>
                <a:cs typeface="Calibri Light"/>
              </a:rPr>
              <a:t> </a:t>
            </a:r>
            <a:r>
              <a:rPr sz="1100" dirty="0">
                <a:solidFill>
                  <a:srgbClr val="538235"/>
                </a:solidFill>
                <a:latin typeface="Calibri Light"/>
                <a:cs typeface="Calibri Light"/>
              </a:rPr>
              <a:t>are not </a:t>
            </a:r>
            <a:r>
              <a:rPr sz="1100" spc="5" dirty="0">
                <a:solidFill>
                  <a:srgbClr val="538235"/>
                </a:solidFill>
                <a:latin typeface="Calibri Light"/>
                <a:cs typeface="Calibri Light"/>
              </a:rPr>
              <a:t> </a:t>
            </a:r>
            <a:r>
              <a:rPr sz="1100" dirty="0">
                <a:solidFill>
                  <a:srgbClr val="538235"/>
                </a:solidFill>
                <a:latin typeface="Calibri Light"/>
                <a:cs typeface="Calibri Light"/>
              </a:rPr>
              <a:t>the </a:t>
            </a:r>
            <a:r>
              <a:rPr sz="1100" spc="-5" dirty="0">
                <a:solidFill>
                  <a:srgbClr val="538235"/>
                </a:solidFill>
                <a:latin typeface="Calibri Light"/>
                <a:cs typeface="Calibri Light"/>
              </a:rPr>
              <a:t>intended recipient you are notified that disclosing, </a:t>
            </a:r>
            <a:r>
              <a:rPr sz="1100" dirty="0">
                <a:solidFill>
                  <a:srgbClr val="538235"/>
                </a:solidFill>
                <a:latin typeface="Calibri Light"/>
                <a:cs typeface="Calibri Light"/>
              </a:rPr>
              <a:t>copying, </a:t>
            </a:r>
            <a:r>
              <a:rPr sz="1100" spc="-5" dirty="0">
                <a:solidFill>
                  <a:srgbClr val="538235"/>
                </a:solidFill>
                <a:latin typeface="Calibri Light"/>
                <a:cs typeface="Calibri Light"/>
              </a:rPr>
              <a:t>distributing </a:t>
            </a:r>
            <a:r>
              <a:rPr sz="1100" dirty="0">
                <a:solidFill>
                  <a:srgbClr val="538235"/>
                </a:solidFill>
                <a:latin typeface="Calibri Light"/>
                <a:cs typeface="Calibri Light"/>
              </a:rPr>
              <a:t>or </a:t>
            </a:r>
            <a:r>
              <a:rPr sz="1100" spc="-5" dirty="0">
                <a:solidFill>
                  <a:srgbClr val="538235"/>
                </a:solidFill>
                <a:latin typeface="Calibri Light"/>
                <a:cs typeface="Calibri Light"/>
              </a:rPr>
              <a:t>taking </a:t>
            </a:r>
            <a:r>
              <a:rPr sz="1100" dirty="0">
                <a:solidFill>
                  <a:srgbClr val="538235"/>
                </a:solidFill>
                <a:latin typeface="Calibri Light"/>
                <a:cs typeface="Calibri Light"/>
              </a:rPr>
              <a:t>any </a:t>
            </a:r>
            <a:r>
              <a:rPr sz="1100" spc="-5" dirty="0">
                <a:solidFill>
                  <a:srgbClr val="538235"/>
                </a:solidFill>
                <a:latin typeface="Calibri Light"/>
                <a:cs typeface="Calibri Light"/>
              </a:rPr>
              <a:t>action in </a:t>
            </a:r>
            <a:r>
              <a:rPr sz="1100" dirty="0">
                <a:solidFill>
                  <a:srgbClr val="538235"/>
                </a:solidFill>
                <a:latin typeface="Calibri Light"/>
                <a:cs typeface="Calibri Light"/>
              </a:rPr>
              <a:t> reliance</a:t>
            </a:r>
            <a:r>
              <a:rPr sz="1100" spc="-75" dirty="0">
                <a:solidFill>
                  <a:srgbClr val="538235"/>
                </a:solidFill>
                <a:latin typeface="Calibri Light"/>
                <a:cs typeface="Calibri Light"/>
              </a:rPr>
              <a:t> </a:t>
            </a:r>
            <a:r>
              <a:rPr sz="1100" dirty="0">
                <a:solidFill>
                  <a:srgbClr val="538235"/>
                </a:solidFill>
                <a:latin typeface="Calibri Light"/>
                <a:cs typeface="Calibri Light"/>
              </a:rPr>
              <a:t>on</a:t>
            </a:r>
            <a:r>
              <a:rPr sz="1100" spc="15" dirty="0">
                <a:solidFill>
                  <a:srgbClr val="538235"/>
                </a:solidFill>
                <a:latin typeface="Calibri Light"/>
                <a:cs typeface="Calibri Light"/>
              </a:rPr>
              <a:t> </a:t>
            </a:r>
            <a:r>
              <a:rPr sz="1100" dirty="0">
                <a:solidFill>
                  <a:srgbClr val="538235"/>
                </a:solidFill>
                <a:latin typeface="Calibri Light"/>
                <a:cs typeface="Calibri Light"/>
              </a:rPr>
              <a:t>the</a:t>
            </a:r>
            <a:r>
              <a:rPr sz="1100" spc="-30" dirty="0">
                <a:solidFill>
                  <a:srgbClr val="538235"/>
                </a:solidFill>
                <a:latin typeface="Calibri Light"/>
                <a:cs typeface="Calibri Light"/>
              </a:rPr>
              <a:t> </a:t>
            </a:r>
            <a:r>
              <a:rPr sz="1100" dirty="0">
                <a:solidFill>
                  <a:srgbClr val="538235"/>
                </a:solidFill>
                <a:latin typeface="Calibri Light"/>
                <a:cs typeface="Calibri Light"/>
              </a:rPr>
              <a:t>contents</a:t>
            </a:r>
            <a:r>
              <a:rPr sz="1100" spc="-25" dirty="0">
                <a:solidFill>
                  <a:srgbClr val="538235"/>
                </a:solidFill>
                <a:latin typeface="Calibri Light"/>
                <a:cs typeface="Calibri Light"/>
              </a:rPr>
              <a:t> </a:t>
            </a:r>
            <a:r>
              <a:rPr sz="1100" dirty="0">
                <a:solidFill>
                  <a:srgbClr val="538235"/>
                </a:solidFill>
                <a:latin typeface="Calibri Light"/>
                <a:cs typeface="Calibri Light"/>
              </a:rPr>
              <a:t>of</a:t>
            </a:r>
            <a:r>
              <a:rPr sz="1100" spc="-5" dirty="0">
                <a:solidFill>
                  <a:srgbClr val="538235"/>
                </a:solidFill>
                <a:latin typeface="Calibri Light"/>
                <a:cs typeface="Calibri Light"/>
              </a:rPr>
              <a:t> this </a:t>
            </a:r>
            <a:r>
              <a:rPr sz="1100" dirty="0">
                <a:solidFill>
                  <a:srgbClr val="538235"/>
                </a:solidFill>
                <a:latin typeface="Calibri Light"/>
                <a:cs typeface="Calibri Light"/>
              </a:rPr>
              <a:t>information</a:t>
            </a:r>
            <a:r>
              <a:rPr sz="1100" spc="-50" dirty="0">
                <a:solidFill>
                  <a:srgbClr val="538235"/>
                </a:solidFill>
                <a:latin typeface="Calibri Light"/>
                <a:cs typeface="Calibri Light"/>
              </a:rPr>
              <a:t> </a:t>
            </a:r>
            <a:r>
              <a:rPr sz="1100" spc="-5" dirty="0">
                <a:solidFill>
                  <a:srgbClr val="538235"/>
                </a:solidFill>
                <a:latin typeface="Calibri Light"/>
                <a:cs typeface="Calibri Light"/>
              </a:rPr>
              <a:t>is </a:t>
            </a:r>
            <a:r>
              <a:rPr sz="1100" dirty="0">
                <a:solidFill>
                  <a:srgbClr val="538235"/>
                </a:solidFill>
                <a:latin typeface="Calibri Light"/>
                <a:cs typeface="Calibri Light"/>
              </a:rPr>
              <a:t>strictly</a:t>
            </a:r>
            <a:r>
              <a:rPr sz="1100" spc="-10" dirty="0">
                <a:solidFill>
                  <a:srgbClr val="538235"/>
                </a:solidFill>
                <a:latin typeface="Calibri Light"/>
                <a:cs typeface="Calibri Light"/>
              </a:rPr>
              <a:t> </a:t>
            </a:r>
            <a:r>
              <a:rPr sz="1100" spc="-5" dirty="0">
                <a:solidFill>
                  <a:srgbClr val="538235"/>
                </a:solidFill>
                <a:latin typeface="Calibri Light"/>
                <a:cs typeface="Calibri Light"/>
              </a:rPr>
              <a:t>prohibited.</a:t>
            </a:r>
            <a:endParaRPr sz="1100" dirty="0">
              <a:latin typeface="Calibri Light"/>
              <a:cs typeface="Calibri Light"/>
            </a:endParaRPr>
          </a:p>
        </p:txBody>
      </p:sp>
      <p:sp>
        <p:nvSpPr>
          <p:cNvPr id="3" name="object 3"/>
          <p:cNvSpPr txBox="1">
            <a:spLocks noGrp="1"/>
          </p:cNvSpPr>
          <p:nvPr>
            <p:ph type="title"/>
          </p:nvPr>
        </p:nvSpPr>
        <p:spPr>
          <a:xfrm>
            <a:off x="2438400" y="3124200"/>
            <a:ext cx="2286000" cy="444352"/>
          </a:xfrm>
          <a:prstGeom prst="rect">
            <a:avLst/>
          </a:prstGeom>
        </p:spPr>
        <p:txBody>
          <a:bodyPr vert="horz" wrap="square" lIns="0" tIns="13335" rIns="0" bIns="0" rtlCol="0">
            <a:spAutoFit/>
          </a:bodyPr>
          <a:lstStyle/>
          <a:p>
            <a:pPr marL="12700" algn="ctr">
              <a:lnSpc>
                <a:spcPct val="100000"/>
              </a:lnSpc>
              <a:spcBef>
                <a:spcPts val="105"/>
              </a:spcBef>
            </a:pPr>
            <a:r>
              <a:rPr sz="2800" spc="10" dirty="0"/>
              <a:t>T</a:t>
            </a:r>
            <a:r>
              <a:rPr sz="2800" spc="-20" dirty="0"/>
              <a:t>h</a:t>
            </a:r>
            <a:r>
              <a:rPr sz="2800" spc="-25" dirty="0"/>
              <a:t>a</a:t>
            </a:r>
            <a:r>
              <a:rPr sz="2800" spc="-20" dirty="0"/>
              <a:t>n</a:t>
            </a:r>
            <a:r>
              <a:rPr sz="2800" dirty="0"/>
              <a:t>k</a:t>
            </a:r>
            <a:r>
              <a:rPr sz="2800" spc="-120" dirty="0"/>
              <a:t> </a:t>
            </a:r>
            <a:r>
              <a:rPr sz="2800" spc="-15" dirty="0"/>
              <a:t>y</a:t>
            </a:r>
            <a:r>
              <a:rPr sz="2800" spc="-5" dirty="0"/>
              <a:t>ou</a:t>
            </a:r>
            <a:endParaRPr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62C1"/>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976</TotalTime>
  <Words>9394</Words>
  <Application>Microsoft Office PowerPoint</Application>
  <PresentationFormat>A4 Paper (210x297 mm)</PresentationFormat>
  <Paragraphs>1571</Paragraphs>
  <Slides>68</Slides>
  <Notes>10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68</vt:i4>
      </vt:variant>
    </vt:vector>
  </HeadingPairs>
  <TitlesOfParts>
    <vt:vector size="82" baseType="lpstr">
      <vt:lpstr>Arial</vt:lpstr>
      <vt:lpstr>Arial MT</vt:lpstr>
      <vt:lpstr>Calibri</vt:lpstr>
      <vt:lpstr>Calibri Light</vt:lpstr>
      <vt:lpstr>Cambria Math</vt:lpstr>
      <vt:lpstr>MS Mincho</vt:lpstr>
      <vt:lpstr>poppins</vt:lpstr>
      <vt:lpstr>Segoe UI Symbol</vt:lpstr>
      <vt:lpstr>Söhne</vt:lpstr>
      <vt:lpstr>Symbol</vt:lpstr>
      <vt:lpstr>Tahoma</vt:lpstr>
      <vt:lpstr>Times New Roman</vt:lpstr>
      <vt:lpstr>Wingdings</vt:lpstr>
      <vt:lpstr>Office Theme</vt:lpstr>
      <vt:lpstr>PowerPoint Presentation</vt:lpstr>
      <vt:lpstr>PowerPoint Presentation</vt:lpstr>
      <vt:lpstr>Please read this disclaimer before proceeding:</vt:lpstr>
      <vt:lpstr>22CS701- CRYPTOGRAPHY AND CYBER SECURITY</vt:lpstr>
      <vt:lpstr>Table of Contents</vt:lpstr>
      <vt:lpstr>COLLEGE VISION  &amp; MISSION</vt:lpstr>
      <vt:lpstr>DEPARTMENT VISION AND MISSION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AI Based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GATE QUESTIONS  </vt:lpstr>
      <vt:lpstr>PowerPoint Presentation</vt:lpstr>
      <vt:lpstr>PowerPoint Presentation</vt:lpstr>
      <vt:lpstr>PowerPoint Presentation</vt:lpstr>
      <vt:lpstr>COMPLEX ENGINEERING PROBLEMS</vt:lpstr>
      <vt:lpstr>SDG ACTIVITIES FOR THE COURSE</vt:lpstr>
      <vt:lpstr>PowerPoint Presentation</vt:lpstr>
      <vt:lpstr>PowerPoint Presentation</vt:lpstr>
      <vt:lpstr>Seminar Topics</vt:lpstr>
      <vt:lpstr>Mini Projects Suggestions</vt:lpstr>
      <vt:lpstr>PowerPoint Presentation</vt:lpstr>
      <vt:lpstr>   TEXT BOOKS AND 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SHERINE</dc:creator>
  <cp:lastModifiedBy>admin</cp:lastModifiedBy>
  <cp:revision>137</cp:revision>
  <dcterms:created xsi:type="dcterms:W3CDTF">2024-02-22T11:47:26Z</dcterms:created>
  <dcterms:modified xsi:type="dcterms:W3CDTF">2026-08-18T05:45:34Z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2020-08-26T00:00:00Z</vt:filetime>
  </property>
  <property fmtid="{D5CDD505-2E9C-101B-9397-08002B2CF9AE}" pid="3" name="Creator">
    <vt:lpwstr>Microsoft® PowerPoint® 2016</vt:lpwstr>
  </property>
  <property fmtid="{D5CDD505-2E9C-101B-9397-08002B2CF9AE}" pid="4" name="LastSaved">
    <vt:filetime>2024-02-22T00:00:00Z</vt:filetime>
  </property>
</Properties>
</file>