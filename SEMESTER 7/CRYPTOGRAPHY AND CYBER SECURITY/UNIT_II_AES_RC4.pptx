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77" r:id="rId3"/>
    <p:sldId id="27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  <p:sldId id="297" r:id="rId42"/>
    <p:sldId id="298" r:id="rId43"/>
    <p:sldId id="299" r:id="rId44"/>
    <p:sldId id="300" r:id="rId45"/>
    <p:sldId id="301" r:id="rId46"/>
    <p:sldId id="302" r:id="rId47"/>
    <p:sldId id="303" r:id="rId48"/>
    <p:sldId id="304" r:id="rId49"/>
    <p:sldId id="305" r:id="rId50"/>
    <p:sldId id="306" r:id="rId51"/>
    <p:sldId id="307" r:id="rId52"/>
    <p:sldId id="308" r:id="rId53"/>
    <p:sldId id="309" r:id="rId54"/>
    <p:sldId id="310" r:id="rId55"/>
    <p:sldId id="311" r:id="rId56"/>
    <p:sldId id="312" r:id="rId57"/>
    <p:sldId id="313" r:id="rId58"/>
    <p:sldId id="314" r:id="rId59"/>
    <p:sldId id="315" r:id="rId60"/>
    <p:sldId id="316" r:id="rId61"/>
    <p:sldId id="317" r:id="rId62"/>
    <p:sldId id="318" r:id="rId63"/>
    <p:sldId id="319" r:id="rId64"/>
    <p:sldId id="320" r:id="rId65"/>
    <p:sldId id="321" r:id="rId66"/>
    <p:sldId id="322" r:id="rId67"/>
    <p:sldId id="323" r:id="rId68"/>
    <p:sldId id="324" r:id="rId69"/>
    <p:sldId id="325" r:id="rId70"/>
    <p:sldId id="326" r:id="rId71"/>
    <p:sldId id="327" r:id="rId72"/>
    <p:sldId id="328" r:id="rId73"/>
    <p:sldId id="329" r:id="rId74"/>
    <p:sldId id="330" r:id="rId75"/>
    <p:sldId id="331" r:id="rId76"/>
    <p:sldId id="332" r:id="rId77"/>
    <p:sldId id="333" r:id="rId78"/>
    <p:sldId id="334" r:id="rId79"/>
    <p:sldId id="335" r:id="rId8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73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76" Type="http://schemas.openxmlformats.org/officeDocument/2006/relationships/slide" Target="slides/slide75.xml"/><Relationship Id="rId84" Type="http://schemas.openxmlformats.org/officeDocument/2006/relationships/tableStyles" Target="tableStyles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016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826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264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5874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5869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01235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63153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53547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489320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40923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30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E011B82-BC02-428A-BC3D-7A9E91CD0664}" type="datetimeFigureOut">
              <a:rPr lang="en-IN" smtClean="0"/>
              <a:t>01-02-2026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42C2EF2-8CB6-48E9-B11D-B742E14DF1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77655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8.png"/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7.png"/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961" y="265708"/>
            <a:ext cx="11018155" cy="63883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01613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488" y="390101"/>
            <a:ext cx="11507373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11929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43" y="294204"/>
            <a:ext cx="10874326" cy="6359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462593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572" y="151942"/>
            <a:ext cx="11113477" cy="6554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6321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98" y="671127"/>
            <a:ext cx="10972800" cy="58844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53958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06" y="280021"/>
            <a:ext cx="5714063" cy="3757407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2849" y="2418859"/>
            <a:ext cx="7615388" cy="3877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9241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677" y="111757"/>
            <a:ext cx="7615388" cy="332076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515" y="3865962"/>
            <a:ext cx="10780430" cy="28302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1336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0166" y="375811"/>
            <a:ext cx="11465169" cy="6106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36958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4079"/>
          <a:stretch/>
        </p:blipFill>
        <p:spPr>
          <a:xfrm>
            <a:off x="340566" y="211015"/>
            <a:ext cx="11209010" cy="64289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85784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940" y="56679"/>
            <a:ext cx="9450119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12505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0505" y="142416"/>
            <a:ext cx="11029070" cy="6573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5321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835" y="547285"/>
            <a:ext cx="9164329" cy="5763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79359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589" y="553401"/>
            <a:ext cx="10152346" cy="59318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7144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2194" y="641462"/>
            <a:ext cx="10045012" cy="53091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94274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6098" y="347232"/>
            <a:ext cx="10461172" cy="6163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9437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792" y="137653"/>
            <a:ext cx="10536700" cy="65826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10964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Output of function g(w3)</a:t>
            </a:r>
          </a:p>
          <a:p>
            <a:r>
              <a:rPr lang="en-US" dirty="0" smtClean="0"/>
              <a:t>Steps to find</a:t>
            </a:r>
          </a:p>
          <a:p>
            <a:r>
              <a:rPr lang="en-US" dirty="0" smtClean="0"/>
              <a:t>Take w3 and find </a:t>
            </a:r>
            <a:r>
              <a:rPr lang="en-US" dirty="0" err="1" smtClean="0"/>
              <a:t>rotword</a:t>
            </a:r>
            <a:r>
              <a:rPr lang="en-US" dirty="0" smtClean="0"/>
              <a:t>(by doing circular left shift of 1 byte)</a:t>
            </a:r>
          </a:p>
          <a:p>
            <a:r>
              <a:rPr lang="en-US" dirty="0" smtClean="0"/>
              <a:t>Using </a:t>
            </a:r>
            <a:r>
              <a:rPr lang="en-US" dirty="0" err="1" smtClean="0"/>
              <a:t>rotword,now</a:t>
            </a:r>
            <a:r>
              <a:rPr lang="en-US" dirty="0" smtClean="0"/>
              <a:t> Find </a:t>
            </a:r>
            <a:r>
              <a:rPr lang="en-US" dirty="0" err="1" smtClean="0"/>
              <a:t>subword</a:t>
            </a:r>
            <a:r>
              <a:rPr lang="en-US" dirty="0" smtClean="0"/>
              <a:t> which is byte substitution substitute each byte in </a:t>
            </a:r>
            <a:r>
              <a:rPr lang="en-US" dirty="0" err="1" smtClean="0"/>
              <a:t>rotword</a:t>
            </a:r>
            <a:r>
              <a:rPr lang="en-US" dirty="0" smtClean="0"/>
              <a:t> using AES s-box.</a:t>
            </a:r>
          </a:p>
          <a:p>
            <a:r>
              <a:rPr lang="en-US" dirty="0" smtClean="0"/>
              <a:t>Using </a:t>
            </a:r>
            <a:r>
              <a:rPr lang="en-US" dirty="0" err="1" smtClean="0"/>
              <a:t>subword</a:t>
            </a:r>
            <a:r>
              <a:rPr lang="en-US" dirty="0" smtClean="0"/>
              <a:t> take round </a:t>
            </a:r>
            <a:r>
              <a:rPr lang="en-US" dirty="0" err="1" smtClean="0"/>
              <a:t>constatnt</a:t>
            </a:r>
            <a:r>
              <a:rPr lang="en-US" dirty="0" smtClean="0"/>
              <a:t> </a:t>
            </a:r>
            <a:r>
              <a:rPr lang="en-US" dirty="0" err="1" smtClean="0"/>
              <a:t>table,select</a:t>
            </a:r>
            <a:r>
              <a:rPr lang="en-US" dirty="0" smtClean="0"/>
              <a:t> corresponding round constant say if round 1 then select r1. </a:t>
            </a:r>
          </a:p>
          <a:p>
            <a:r>
              <a:rPr lang="en-US" dirty="0" smtClean="0"/>
              <a:t>Do </a:t>
            </a:r>
            <a:r>
              <a:rPr lang="en-US" dirty="0" err="1" smtClean="0"/>
              <a:t>xor</a:t>
            </a:r>
            <a:r>
              <a:rPr lang="en-US" dirty="0" smtClean="0"/>
              <a:t>(</a:t>
            </a:r>
            <a:r>
              <a:rPr lang="en-US" dirty="0" err="1" smtClean="0"/>
              <a:t>subword</a:t>
            </a:r>
            <a:r>
              <a:rPr lang="en-US" dirty="0" smtClean="0"/>
              <a:t> and r1 and convert the result into hexadecimal.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926886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2" y="390101"/>
            <a:ext cx="12210755" cy="6077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6910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8" y="256732"/>
            <a:ext cx="11211950" cy="634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952239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12" y="294837"/>
            <a:ext cx="10742747" cy="62683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45438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692" y="371048"/>
            <a:ext cx="11840307" cy="6115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496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708" y="380574"/>
            <a:ext cx="11240086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475257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151" y="109074"/>
            <a:ext cx="9297698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524007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8807" y="296502"/>
            <a:ext cx="10030264" cy="656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658941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9574" y="278890"/>
            <a:ext cx="11505761" cy="6473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236014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7086" y="304143"/>
            <a:ext cx="11179099" cy="61107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20454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7452" y="140678"/>
            <a:ext cx="10255347" cy="65287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728967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80493" y="2057208"/>
            <a:ext cx="9231013" cy="2743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51181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55" y="171606"/>
            <a:ext cx="10227213" cy="64932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38982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385" y="90021"/>
            <a:ext cx="10986867" cy="66779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990455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5702" y="382815"/>
            <a:ext cx="10543030" cy="55115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1325988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4911" y="513943"/>
            <a:ext cx="10846191" cy="5830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6934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5842" y="521822"/>
            <a:ext cx="10375770" cy="58649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48941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356759"/>
            <a:ext cx="11071274" cy="6144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52361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552" y="384905"/>
            <a:ext cx="11386122" cy="63394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18910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51835" y="499653"/>
            <a:ext cx="9888330" cy="5858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3115098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3218" y="485364"/>
            <a:ext cx="11662117" cy="5887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018175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8045" y="275785"/>
            <a:ext cx="9735909" cy="6306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779818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0914" y="-62400"/>
            <a:ext cx="9650172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6312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422" y="239150"/>
            <a:ext cx="10213144" cy="58802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696963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0467" y="56679"/>
            <a:ext cx="9431066" cy="67446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046045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6977"/>
          <a:stretch/>
        </p:blipFill>
        <p:spPr>
          <a:xfrm>
            <a:off x="1461440" y="1842868"/>
            <a:ext cx="9269119" cy="342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731539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9399" y="884826"/>
            <a:ext cx="9146453" cy="4882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030069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l="4714"/>
          <a:stretch/>
        </p:blipFill>
        <p:spPr>
          <a:xfrm>
            <a:off x="703385" y="304036"/>
            <a:ext cx="11043138" cy="6237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0010236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4703" y="213864"/>
            <a:ext cx="9802593" cy="6430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1741685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0838" y="109074"/>
            <a:ext cx="8499984" cy="6639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4924442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8179" y="454484"/>
            <a:ext cx="8382257" cy="5256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671964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3896" y="247905"/>
            <a:ext cx="5801535" cy="2648320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7409" y="247905"/>
            <a:ext cx="5664591" cy="5322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16185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6612" y="326100"/>
            <a:ext cx="5706271" cy="3448531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88591" y="487931"/>
            <a:ext cx="4529797" cy="5504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822870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837" y="619853"/>
            <a:ext cx="10652805" cy="5387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2695562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21194"/>
            <a:ext cx="4825218" cy="6081132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7543" y="486412"/>
            <a:ext cx="3143614" cy="8218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8046688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2149" y="964026"/>
            <a:ext cx="11169119" cy="4437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926419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210430" y="-138611"/>
            <a:ext cx="12612860" cy="71352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60425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285" y="140678"/>
            <a:ext cx="11465169" cy="66118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7773239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2025" y="380574"/>
            <a:ext cx="9312812" cy="6096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480601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588" y="98474"/>
            <a:ext cx="10832123" cy="6639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351808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775" y="323557"/>
            <a:ext cx="10930597" cy="6302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9207332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4" y="253219"/>
            <a:ext cx="12139245" cy="57818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7357549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8421" y="1006229"/>
            <a:ext cx="9179130" cy="48881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980438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5249" y="490127"/>
            <a:ext cx="9731415" cy="58777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421609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939" y="556811"/>
            <a:ext cx="11622122" cy="5744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6301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046" y="447259"/>
            <a:ext cx="10241279" cy="5963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2544669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6545" y="280548"/>
            <a:ext cx="10278909" cy="62969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956888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782" y="366285"/>
            <a:ext cx="10650436" cy="6125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9282005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703" y="61442"/>
            <a:ext cx="10164594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054703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491" y="452022"/>
            <a:ext cx="12127017" cy="5953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0148405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947" y="516067"/>
            <a:ext cx="11312118" cy="6067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5271047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43" y="683443"/>
            <a:ext cx="11874605" cy="56892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35641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2845"/>
          <a:stretch/>
        </p:blipFill>
        <p:spPr>
          <a:xfrm>
            <a:off x="393310" y="422030"/>
            <a:ext cx="10818640" cy="5514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35312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1450" y="654758"/>
            <a:ext cx="10113891" cy="5689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1090526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 rotWithShape="1">
          <a:blip r:embed="rId2"/>
          <a:srcRect t="1677"/>
          <a:stretch/>
        </p:blipFill>
        <p:spPr>
          <a:xfrm>
            <a:off x="218254" y="225083"/>
            <a:ext cx="11755491" cy="6519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6778931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573" y="584175"/>
            <a:ext cx="11982427" cy="523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7085108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720" y="650323"/>
            <a:ext cx="11108855" cy="5173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9985149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083" y="769508"/>
            <a:ext cx="10931846" cy="53358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1039270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12684721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9569276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38448814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3503528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0792442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530</TotalTime>
  <Words>66</Words>
  <Application>Microsoft Office PowerPoint</Application>
  <PresentationFormat>Widescreen</PresentationFormat>
  <Paragraphs>6</Paragraphs>
  <Slides>79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79</vt:i4>
      </vt:variant>
    </vt:vector>
  </HeadingPairs>
  <TitlesOfParts>
    <vt:vector size="83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admin</cp:lastModifiedBy>
  <cp:revision>18</cp:revision>
  <dcterms:created xsi:type="dcterms:W3CDTF">2026-02-01T06:31:04Z</dcterms:created>
  <dcterms:modified xsi:type="dcterms:W3CDTF">2026-02-01T15:21:33Z</dcterms:modified>
</cp:coreProperties>
</file>