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C6595-B55C-4738-81F5-1D15B1914C0E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E27AA-5ED3-4442-8A39-95EA225EA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926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C6595-B55C-4738-81F5-1D15B1914C0E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E27AA-5ED3-4442-8A39-95EA225EA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71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C6595-B55C-4738-81F5-1D15B1914C0E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E27AA-5ED3-4442-8A39-95EA225EA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079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C6595-B55C-4738-81F5-1D15B1914C0E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E27AA-5ED3-4442-8A39-95EA225EA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08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C6595-B55C-4738-81F5-1D15B1914C0E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E27AA-5ED3-4442-8A39-95EA225EA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987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C6595-B55C-4738-81F5-1D15B1914C0E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E27AA-5ED3-4442-8A39-95EA225EA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913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C6595-B55C-4738-81F5-1D15B1914C0E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E27AA-5ED3-4442-8A39-95EA225EA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263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C6595-B55C-4738-81F5-1D15B1914C0E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E27AA-5ED3-4442-8A39-95EA225EA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689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C6595-B55C-4738-81F5-1D15B1914C0E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E27AA-5ED3-4442-8A39-95EA225EA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47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C6595-B55C-4738-81F5-1D15B1914C0E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E27AA-5ED3-4442-8A39-95EA225EA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019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C6595-B55C-4738-81F5-1D15B1914C0E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E27AA-5ED3-4442-8A39-95EA225EA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86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C6595-B55C-4738-81F5-1D15B1914C0E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E27AA-5ED3-4442-8A39-95EA225EA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233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UNIT II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574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891" y="-101600"/>
            <a:ext cx="12265891" cy="683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202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63" y="0"/>
            <a:ext cx="123490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594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836" y="-83127"/>
            <a:ext cx="12302836" cy="694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620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624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1600"/>
            <a:ext cx="12191999" cy="695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542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128"/>
            <a:ext cx="12192000" cy="694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460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3892"/>
            <a:ext cx="12192000" cy="693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6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3890"/>
            <a:ext cx="12192000" cy="693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156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2364"/>
            <a:ext cx="12192000" cy="695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0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196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128"/>
            <a:ext cx="12192000" cy="694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35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2363"/>
            <a:ext cx="12192000" cy="695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71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7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324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891" y="0"/>
            <a:ext cx="1226589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610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</Words>
  <Application>Microsoft Office PowerPoint</Application>
  <PresentationFormat>Widescreen</PresentationFormat>
  <Paragraphs>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UNIT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II</dc:title>
  <dc:creator>Microsoft account</dc:creator>
  <cp:lastModifiedBy>Microsoft account</cp:lastModifiedBy>
  <cp:revision>4</cp:revision>
  <dcterms:created xsi:type="dcterms:W3CDTF">2023-03-09T14:54:33Z</dcterms:created>
  <dcterms:modified xsi:type="dcterms:W3CDTF">2023-03-09T15:15:11Z</dcterms:modified>
</cp:coreProperties>
</file>