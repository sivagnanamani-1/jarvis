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66" d="100"/>
          <a:sy n="66" d="100"/>
        </p:scale>
        <p:origin x="13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3A86-2ED5-FD3E-9455-C7715B493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FEC1EC-B8E0-0243-35D9-BD7596ED7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82910-0597-1566-F8E7-615E25AB4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A70C-83B7-44F1-9C27-1698156E71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AF7F9-689E-E524-036D-099C0F8E9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0F6EA-FB37-57ED-142D-9D812AD9B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84E-F893-4082-9BAD-98E6FF7A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81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1AF69-8D42-359E-EB57-F09CAD1A8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4B8CD-3522-702C-908E-D427F9F87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A8FAE-7E0D-40DC-F6CD-1A8171B03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A70C-83B7-44F1-9C27-1698156E71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14D91-940A-8EEF-33BD-C3199483A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0604C-3B5D-F2EF-5E92-4D29DFD4E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84E-F893-4082-9BAD-98E6FF7A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47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D0306-2F5E-745F-6D96-06FFB7967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7F385-52E4-4791-A6BE-E44996C1F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314B3-85EF-EDA7-B72E-9C7687715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A70C-83B7-44F1-9C27-1698156E71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94897-CA75-069E-EC6D-12D60AC9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77A3-A593-BE1F-B644-B2C19E748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84E-F893-4082-9BAD-98E6FF7A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90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5EE5B-4B6B-0426-54EB-F2A0C5304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F1F5D-1DCB-66F9-D3B7-C454AB1847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3F138-5F34-3D7B-7CA1-FA10E17E6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257B1-7A0F-5FAA-C684-DB156D3C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A70C-83B7-44F1-9C27-1698156E71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E919F-3A45-D08D-8FD5-115110EE3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66BA3-3F61-473A-0CD1-5644E57F1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84E-F893-4082-9BAD-98E6FF7A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94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0B71B-60DC-8CB8-7738-128A2343F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4E6A9-8276-A3C6-B8C3-B1C3FCD83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504C8-4776-184D-CAB9-F31D50FC3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1A5B9A-12D8-627B-419F-C11FAAE1ED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98341C-60C9-28D1-1BE0-BA6EF1FD2D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302E84-0E0E-4179-19CB-84CACC5CA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A70C-83B7-44F1-9C27-1698156E71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73A2DB-119D-F608-7C8E-01D7896B5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D30ECD-2505-0C23-EAEA-7BEA0D87A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84E-F893-4082-9BAD-98E6FF7A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548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F5D30-6868-C30F-90AF-9E9F0FAB8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DD63ED-633F-1E06-D504-E02167DD5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A70C-83B7-44F1-9C27-1698156E71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31B12-F3D4-96EA-8993-F52F29CB3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5C750C-A181-B172-14AC-940F1D856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84E-F893-4082-9BAD-98E6FF7A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86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072505-1FA9-B29C-B8B5-E5A5C330E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A70C-83B7-44F1-9C27-1698156E71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D5F408-C6DB-009D-4B00-043CB9BC7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0FD7A-105B-4A72-F0E5-99997E543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84E-F893-4082-9BAD-98E6FF7A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264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93398-B15F-3B39-5A3D-F4341A552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A15B1-49F3-2C11-333C-ADDBA8DAB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147F17-82A2-F7D5-0008-933374A54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ABC06-AA6A-E838-3970-AEBCCA8A3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A70C-83B7-44F1-9C27-1698156E71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3C549-047C-BA01-74CD-F54144C84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67724-BC71-2287-1B60-34A18CA2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84E-F893-4082-9BAD-98E6FF7A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65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74F0C-D23E-4C2D-ACCB-7511763B2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D70960-CF3E-05B9-45D2-2623A1BC20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A289D4-4486-02BD-C5C0-7F8EF1AF3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2F761-71F6-2809-0258-714FB08B1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A70C-83B7-44F1-9C27-1698156E71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F812C-92AE-188D-981E-A56FE7CE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4D6B2-83B7-E26D-EE87-F8A4D9B12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84E-F893-4082-9BAD-98E6FF7A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12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1A6DC-0CB7-1C4B-3DFF-43238A7F7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989E17-4A30-ABF2-6C45-FFFB40382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B9B4E-2FE6-8F3F-5443-378CC8B0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A70C-83B7-44F1-9C27-1698156E71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7DB03-FB9C-ED8E-BDAA-91CE380B3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0F3BB-762B-C864-5BC2-07D43E567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84E-F893-4082-9BAD-98E6FF7A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047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14EE17-C781-1FBC-0F3D-53E1B90BC2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93BF5-F2EB-A149-58FC-CE985636D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21C1C-E213-52F0-4D89-8F1DB520B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A70C-83B7-44F1-9C27-1698156E71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AD0EA-BB97-DB8D-B9FA-219FF30A2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7C305-6F33-7376-6D35-634E23A6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D484E-F893-4082-9BAD-98E6FF7A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6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88872D-C1E5-F725-C942-90C9B8B24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F595B-6C14-9412-4F19-D8C351EBE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24F7B-C977-DB77-EA2B-7AEC27BBDE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90A70C-83B7-44F1-9C27-1698156E715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98CDD-8A63-1C0A-088D-814FA2B28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ADBBB-88B5-821E-E9A5-595D4FA0B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DD484E-F893-4082-9BAD-98E6FF7AA3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01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E8DAB-A3C8-7A0F-4847-92F554EFB9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RSA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2CE95-2126-C47B-A402-C30FB85ECC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05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59E62-4DA7-58F2-7235-FE2F4245E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33832-33D2-A7A5-5660-5A654F0A8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B3ABFB-1DA7-F65C-9488-A403F3362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42" y="367069"/>
            <a:ext cx="7578189" cy="649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01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DFC72-D339-4525-2630-CE7C08DEA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77D28-5D99-0113-ADB3-623437D09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84532F-19C0-1E05-204C-C6308CECD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15" y="365125"/>
            <a:ext cx="7538613" cy="615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72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6CF6D-6653-805E-322A-387FC4487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808E56-A522-DE5F-1E40-DA10165762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490" y="354335"/>
            <a:ext cx="7989806" cy="566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443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0D620-31E5-5C1A-2706-4E55F9768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C28EF-BF7C-9E9F-9956-5025C37BD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1161EC-F183-2DFC-E680-16D17B583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34" y="229873"/>
            <a:ext cx="7928841" cy="601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35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A546E-0C2B-C237-57D6-DC2FEFAA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5F2236-CA9B-9082-E65C-9E546A3E90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8183" y="432162"/>
            <a:ext cx="7595826" cy="606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052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36BCE-1C21-F3F8-C068-533EC9E11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01A372-718D-C665-6A77-69D2EDE9B1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114" y="365125"/>
            <a:ext cx="8843057" cy="537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438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4AA3F-0798-34FF-870A-312063962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6EF7B0-18D6-65C7-1A63-C6FC786176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7573" y="638293"/>
            <a:ext cx="10476227" cy="279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61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90621-1F8E-83C6-8199-DAD17738D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F4D8E-63A8-EC5E-A758-D0ECA9AD9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DA99B2-E7E7-B038-5F0B-0D397CF69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891" y="1825625"/>
            <a:ext cx="6305188" cy="231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40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3AD19-62E2-6165-05DE-0FF2003C4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9D28B5-8A70-CFAA-544F-23EC409DA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913" y="570667"/>
            <a:ext cx="8282943" cy="22400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169A79-2FE3-AF46-CCBD-52EA1139E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13" y="3749653"/>
            <a:ext cx="8282942" cy="253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461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E26CF-E4F1-A5BE-E0D6-CD1E0230F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F74D7F-F92F-FC53-D47C-159CDD8344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493936"/>
            <a:ext cx="6866559" cy="346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802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63283-BE3D-EB09-3E46-CB0682A47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1B2D8-1EB6-47D4-3E9C-362F00649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D67516-C3A8-5F50-AA61-B7A88BAB0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6930095" cy="531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634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BDD32-2429-EB49-B32B-A9ADF06E4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CD206B-981F-C6CC-CEF2-185E26F86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216" y="365125"/>
            <a:ext cx="8840469" cy="612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84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19E70-782A-697E-ADDA-3C051410B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31CC2-C703-32B1-3655-314372D6C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B9FD96-DBE5-CA59-EF94-49E31E97C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8093705" cy="563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422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</Words>
  <Application>Microsoft Office PowerPoint</Application>
  <PresentationFormat>Widescreen</PresentationFormat>
  <Paragraphs>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RSA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Selvaraj, Ramesh (Cognizant)</dc:creator>
  <cp:lastModifiedBy>Selvaraj, Ramesh (Cognizant)</cp:lastModifiedBy>
  <cp:revision>1</cp:revision>
  <dcterms:created xsi:type="dcterms:W3CDTF">2026-08-13T03:15:33Z</dcterms:created>
  <dcterms:modified xsi:type="dcterms:W3CDTF">2026-08-13T03:36:20Z</dcterms:modified>
</cp:coreProperties>
</file>