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6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50C97-66FF-6981-841A-08C4A0B541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AABA68-A72B-D302-462D-C331E540FA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E3E56-73E9-A998-EB42-08EDEF999D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B5B72-DF45-41A7-AAF0-A1FFF5F4009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58131-D0ED-3714-063B-2042B6AAF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2286F0-B2E3-845F-361E-D42DD9241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8924-EDD9-4916-9C3D-EA17FEBE2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4303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1A47C-8AA8-8067-45FE-E60BFF4BC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4A728F-6BA3-6493-999A-CEC09ACEC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7CBAED-140F-2D5C-641F-C3EBF0A57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B5B72-DF45-41A7-AAF0-A1FFF5F4009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133AF-F800-C610-53FD-ACF1A148F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103029-D226-2EED-A970-B2B64C87E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8924-EDD9-4916-9C3D-EA17FEBE2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546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1ABF26-34BB-96EC-132C-BC673B9CC9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65CFA7-D029-1CDB-BB44-16008C90E7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E8B1A5-5267-E13D-68D5-C1C7136D9C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B5B72-DF45-41A7-AAF0-A1FFF5F4009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F872C-4726-F81C-BFBA-BF3D5B2374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828B8-BDA3-1CB0-5E0E-C0BE6A4DFA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8924-EDD9-4916-9C3D-EA17FEBE2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645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FC454-3557-1C2C-1704-26DFAF142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D7A743-D1D8-EA21-2F73-AA35217F1C1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94EBD6-EBDB-D289-3D92-964E1A1D80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B1653F-76DB-5EF4-00A1-F12024B8A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B5B72-DF45-41A7-AAF0-A1FFF5F4009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AC1AC9-12AD-2869-ECB6-F23D85898A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447050-2A86-DA54-72DE-C3E245198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8924-EDD9-4916-9C3D-EA17FEBE2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4260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EEE78-5D6B-C157-0B09-E8E5C6D69C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3CFEBE-8E80-E033-B4E6-CEF78F2D0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89C050-0A8A-434C-95C8-BB8415BDCD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9405D59-5EAB-3EB3-2F69-D875DC92F8D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9F255E8-8282-3558-6BF3-02A0468CE05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471EE16-D94D-B095-E594-CFFF3A47D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B5B72-DF45-41A7-AAF0-A1FFF5F4009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849A18-865F-5842-2903-F976B4132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F9D0D9B-F3FF-020C-91AC-2A542872D3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8924-EDD9-4916-9C3D-EA17FEBE2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07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8697D3-7C7C-F711-D82E-ECAC1EFEE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A95458-7AF0-46E5-FF66-5182BFA07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B5B72-DF45-41A7-AAF0-A1FFF5F4009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7E1409-89A2-BCD1-F942-EBA3EBEB2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D16032-7D8B-5B53-23BF-D6C2FD12E0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8924-EDD9-4916-9C3D-EA17FEBE2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489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54ECCF-55E7-74CD-A78D-31AE27C6A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B5B72-DF45-41A7-AAF0-A1FFF5F4009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226FD6-9B73-E0FC-154C-EBDD0F3AE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D9D2FD-F4E7-236B-8E4A-B37CF142D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8924-EDD9-4916-9C3D-EA17FEBE2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5303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44D9D-7E1E-BF74-6176-AE25789E6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7F68D4-0425-AAA2-08FB-C3497CAABF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116B99-2430-CEB7-33C8-7E151D2333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82984A-607E-1932-C679-6F5F50C445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B5B72-DF45-41A7-AAF0-A1FFF5F4009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986F1-97A2-68C5-1F0C-52F571523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57F066-EDCD-D1D2-34D2-90BD87B7B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8924-EDD9-4916-9C3D-EA17FEBE2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6968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BB1D8-9DC7-5C72-1FAB-20AEBCA6D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1E612C-115F-86E0-3850-336A58A40BE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FF6101A-FD35-A45D-C2D4-8C649BE474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9415D5-6B5D-6806-7689-676D921A30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B5B72-DF45-41A7-AAF0-A1FFF5F4009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9B982D-0EF9-8D36-4471-BE86054E9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01D944-9B18-66F2-7AA6-E3B084A43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8924-EDD9-4916-9C3D-EA17FEBE2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0993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C7C50-59B4-56EE-3E2D-9F6D00FC3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01764E-0064-B9E1-35F4-1AFBD57BE8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A85C2F-9427-182A-E60E-45DB21810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B5B72-DF45-41A7-AAF0-A1FFF5F4009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6EC99D-03B5-AA19-67BF-FA2587D081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D16613-E60B-EED1-DEB9-F67DA7D4C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8924-EDD9-4916-9C3D-EA17FEBE2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4873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AA49B20-F3F7-6BC8-02D5-3D386836CD7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B5A795-E75B-3FDB-2E34-AD78435267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0A3655-D675-6730-33F4-B1D5CDE36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8B5B72-DF45-41A7-AAF0-A1FFF5F4009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8634B-F24B-D9F6-5D48-5677EA66F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DAEED1-A74D-ED17-C6D4-6A7E5069A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B18924-EDD9-4916-9C3D-EA17FEBE2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1000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449812-157B-7424-90B4-AC9B28AFC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B75B92-80E6-3E15-87AC-89F903804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872347-10BF-F3FE-3A91-08DE847B95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8B5B72-DF45-41A7-AAF0-A1FFF5F40090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A6C94-2095-29BA-368C-D0863732BB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BE280E-C36D-F540-3D1F-52B0340E77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9B18924-EDD9-4916-9C3D-EA17FEBE28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790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53DB14-C6E3-B2E6-B8A9-17229E77A9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E943979-50F5-287C-F579-76479B493CC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2756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D22EC9-1420-123C-4415-2D2520457B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772148A-F744-7471-7F0B-B076F0A787B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4852" y="136227"/>
            <a:ext cx="8301790" cy="6721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7220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A0685D-3B76-1417-EC1F-6F64602FC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9E79EA9-808E-C61F-392F-2900BFBB605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29390" y="218761"/>
            <a:ext cx="6427677" cy="5330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0111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4FA9E6-FAB7-92FB-3F3A-3E9594596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E92680E-09D0-49D7-A119-03315E05C3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9254" y="447070"/>
            <a:ext cx="7527788" cy="55089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02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72896B-04B4-D619-2641-030F041BFC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FFC1575-6560-D992-323B-9D4B7262BB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3332" y="365125"/>
            <a:ext cx="7741782" cy="4861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1620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7EB6C-02E1-81DC-22E7-D49F974CE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71A8517-5AC4-A6A7-C8C2-0C4BB1B75F2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0634" y="252665"/>
            <a:ext cx="7923419" cy="4594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82205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Selvaraj, Ramesh (Cognizant)</dc:creator>
  <cp:lastModifiedBy>Selvaraj, Ramesh (Cognizant)</cp:lastModifiedBy>
  <cp:revision>1</cp:revision>
  <dcterms:created xsi:type="dcterms:W3CDTF">2026-08-13T03:37:55Z</dcterms:created>
  <dcterms:modified xsi:type="dcterms:W3CDTF">2026-08-13T03:44:06Z</dcterms:modified>
</cp:coreProperties>
</file>