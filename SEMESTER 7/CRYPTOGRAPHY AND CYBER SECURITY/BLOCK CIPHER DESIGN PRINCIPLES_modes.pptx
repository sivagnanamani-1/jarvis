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7" r:id="rId4"/>
    <p:sldId id="258" r:id="rId5"/>
    <p:sldId id="259" r:id="rId6"/>
    <p:sldId id="264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80" r:id="rId20"/>
    <p:sldId id="281" r:id="rId21"/>
    <p:sldId id="282" r:id="rId22"/>
    <p:sldId id="283" r:id="rId23"/>
    <p:sldId id="284" r:id="rId24"/>
    <p:sldId id="273" r:id="rId25"/>
    <p:sldId id="274" r:id="rId26"/>
    <p:sldId id="275" r:id="rId27"/>
    <p:sldId id="276" r:id="rId28"/>
    <p:sldId id="277" r:id="rId29"/>
    <p:sldId id="278" r:id="rId30"/>
    <p:sldId id="263" r:id="rId31"/>
    <p:sldId id="285" r:id="rId32"/>
    <p:sldId id="286" r:id="rId33"/>
    <p:sldId id="287" r:id="rId34"/>
    <p:sldId id="295" r:id="rId35"/>
    <p:sldId id="296" r:id="rId36"/>
    <p:sldId id="297" r:id="rId37"/>
    <p:sldId id="298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9" r:id="rId46"/>
    <p:sldId id="300" r:id="rId47"/>
    <p:sldId id="303" r:id="rId48"/>
    <p:sldId id="304" r:id="rId49"/>
    <p:sldId id="305" r:id="rId50"/>
    <p:sldId id="306" r:id="rId51"/>
    <p:sldId id="302" r:id="rId52"/>
    <p:sldId id="30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B92DF-57FA-4ED4-A7A5-F657FF0BE37A}" v="4" dt="2026-07-17T06:10:23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5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3C3B-C1C0-4D6E-413C-7527458F8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E0360-F82C-F190-BEF3-FFCAF4CB4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7ACAA-628B-5386-C66D-26B9232D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49E7D-2388-16F6-9312-B5FA10DD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EC6D3-BD64-0130-78D1-FD05E35C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7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5B007-CC78-CE4D-3E6B-4C7124104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47349-A8CA-0CB6-AA73-D82F85CB2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1E68-08B2-A28F-2633-58D657B3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EAB57-EE20-4C62-4FB4-AF08E31F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45410-2C40-D05F-64FE-79016746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0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A685-215C-8C70-BDFD-00D05C856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79B0A-0A1F-6786-4F10-73ACDCB9C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15AFF-5F8F-D26E-A9C8-89A50448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03439-3666-30E0-4069-208887B0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3801D-5F9E-EE3F-6485-AB5BDE61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76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98C0-6F4A-0556-961D-CB83E77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6452-38B7-FC0A-4B7F-ED6C606E9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7A4C4-675D-05BA-D46C-A04201422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4BF43-9959-875C-ED20-15ADB9D1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09F97-D0D6-DBF6-E034-F4E3E2D8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EAAEB-2570-2F26-C3BF-C8B8EEF4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93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2798-F53A-2D7D-AD94-39CE636D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889AF-8DB8-3CDA-E734-10F1D5DAE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CEC9A-AFDD-6923-6855-7F1DA1793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15219-F8DE-7C46-484B-6C7514F71B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9CC825-B2F4-75F8-0856-684BD115E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5514D-1E12-A09C-F7A6-53523333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C460-140D-E063-B535-B846B982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604C6-9B13-DD91-7FAF-0353BAAA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67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6A0F-46B0-DEE1-087A-BDC58FF6B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FB3BC-7A24-5524-3419-F5BABF32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D4BF0-8D8A-9824-C703-ECBF2CE1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A653C-CDA1-6B34-2AE9-9855C885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28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B368C-35A0-AA74-380F-C9367BD0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80D4A-0E5F-C87F-589D-8D0883B3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8FB64-F1C3-BA37-D92D-9D421A52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18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79A4-3E85-FDA1-646B-1C5D79C5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61EAE-1B1B-F7A0-667C-E86A9F6A1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D7D2F-2D6D-0E7A-0812-565CA8DB4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9C27B-1344-37B4-A8EC-38DD0939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6C85F-8CA1-3121-FD84-2182D556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E6D3F-A4B7-A1B9-3131-25FCBE9D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83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0E69A-86F9-6DF7-53FC-6E7E6C5C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C91F4-F45C-0A02-F25D-42BB531A9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E4374-0B4F-EC31-8F49-BF7476065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7EA2-F00B-6344-6C8A-29FD5CAA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75E18-0142-0781-1444-29D8766F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DE6B2-3854-7237-6D1F-ACB42434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9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FB1B-D9D9-ECA1-30F4-1C996D8B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1AAEB-9F31-1F4B-0851-149777DCA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14835-9255-87E8-36FD-7ADE0F42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4F37F-DF61-1FFE-1C73-9E63392A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E778A-DC54-BDC0-CC41-A626AD97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53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E8B7B-1A99-06C9-7E5B-538CE2140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FFECC-2E36-5D5A-E1D8-F0ECC0EEE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9952A-1118-C995-7EC0-F3F0C026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AD763-D364-8865-D660-8E2ED7FC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CD124-E03C-D374-0198-8D795310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59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498C0-32C1-1375-08AF-C598EE9E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AC4C0-3B02-C5FC-CC4F-38B24C84F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41A38-063F-7545-032B-CFF3A4D8A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76769-17B2-425C-A187-A92539BED2B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887AB-AF34-6224-5BBE-E2FCD1C16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457F0-2DB6-4078-A135-023D61895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D0B78-388F-4B66-AE5B-9497E04E9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50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D854-26EA-5953-C438-B3BA6757D6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BLOCK CIPHER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157596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EE898-DD95-3058-8262-AB631AED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34" y="1962023"/>
            <a:ext cx="7056732" cy="29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434716-A306-C446-E64F-C091763EF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05794"/>
              </p:ext>
            </p:extLst>
          </p:nvPr>
        </p:nvGraphicFramePr>
        <p:xfrm>
          <a:off x="0" y="173566"/>
          <a:ext cx="11671302" cy="57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366726473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82378566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130990949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51992866"/>
                    </a:ext>
                  </a:extLst>
                </a:gridCol>
                <a:gridCol w="1229785">
                  <a:extLst>
                    <a:ext uri="{9D8B030D-6E8A-4147-A177-3AD203B41FA5}">
                      <a16:colId xmlns:a16="http://schemas.microsoft.com/office/drawing/2014/main" val="4157171255"/>
                    </a:ext>
                  </a:extLst>
                </a:gridCol>
                <a:gridCol w="1945217">
                  <a:extLst>
                    <a:ext uri="{9D8B030D-6E8A-4147-A177-3AD203B41FA5}">
                      <a16:colId xmlns:a16="http://schemas.microsoft.com/office/drawing/2014/main" val="2570428455"/>
                    </a:ext>
                  </a:extLst>
                </a:gridCol>
              </a:tblGrid>
              <a:tr h="14967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 Form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Diagram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3272274"/>
                  </a:ext>
                </a:extLst>
              </a:tr>
              <a:tr h="42732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 ECB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Electronic Codebook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Encrypts each plaintext block independently using the same key.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Simple and fast; allows parallel encryption.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Identical plaintext blocks produce identical ciphertext blocks, making it less secure.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801894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61F7F83-0C82-6BD6-A6B9-E89718033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75" y="1689100"/>
            <a:ext cx="332105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7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FCF48-B8B3-6E53-22A6-E46094170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30" y="2186832"/>
            <a:ext cx="6911939" cy="24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92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BED7B-87D9-1467-91A5-FAC59905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468" y="2304893"/>
            <a:ext cx="6897063" cy="22482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CFD195-2369-0DBA-4C86-0154567A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68" y="2457293"/>
            <a:ext cx="6897063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3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2E8F-3A6E-386A-CC31-21AFA837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AVALANCHE EFFECT IN DES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OF 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46012-F66D-A195-0038-020524292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3722" y="2416196"/>
            <a:ext cx="8024555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5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9A110-A249-2FD7-C4B3-E58E79AAA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21" y="614585"/>
            <a:ext cx="4366638" cy="2194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94E3A1-D022-DEC1-DE1F-7A43CB095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951" y="614585"/>
            <a:ext cx="6675698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01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F59ABD-B208-B969-E48D-7B69E5CE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177541"/>
            <a:ext cx="5334000" cy="2987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DE65D3-CE87-B27D-3855-1763BB724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1" y="2903164"/>
            <a:ext cx="6451600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64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514EE-9773-42D8-3981-F2373F21F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92" y="1516214"/>
            <a:ext cx="8710415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1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617C-A308-840B-F971-38064355B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BLOCK CIPHER MODES OF OPERATION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5FD27-6DBA-D5D1-E74E-E3389631E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551" y="3967644"/>
            <a:ext cx="5730737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DD1AF-D659-49F7-2233-4753B994A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664" y="1782937"/>
            <a:ext cx="4968671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8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138F8-8EC5-8DE8-0545-06E289E82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19" y="1199957"/>
            <a:ext cx="6256562" cy="44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10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99FA3-D90F-210E-FD0B-93579AB07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495" y="1017061"/>
            <a:ext cx="6569009" cy="4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31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F70B38-186B-C594-1982-27923510D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8" y="1173284"/>
            <a:ext cx="6729043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0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229EC-0655-59E3-20D6-64B12F1A3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506"/>
            <a:ext cx="5730737" cy="16917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97FAA7-3422-104E-3660-BF5E99C84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095" y="1428539"/>
            <a:ext cx="6569009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65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CF83C-8686-7961-8E90-F81C29DB8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83" y="501469"/>
            <a:ext cx="6607113" cy="4168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90F88-161F-46F8-4550-986DEF89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56" y="4664890"/>
            <a:ext cx="5845047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21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842E55-6DC5-8939-3FFC-04CD8DB96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58" y="1116129"/>
            <a:ext cx="6744284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52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48C28-C73C-AC1C-D7B1-8053CAA7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92" y="1158043"/>
            <a:ext cx="6645216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44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0EBCE-C305-EEED-56BC-2C7E62DA7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09" y="1078026"/>
            <a:ext cx="6706181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54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23FD5-7D8C-A3FE-AD90-D875D6137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1" y="887510"/>
            <a:ext cx="7950494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8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AB4DD-7C0C-66DA-95BB-6836BF924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47" y="1386663"/>
            <a:ext cx="6530906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57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0D2B3-B84B-B6CC-814E-644A6A294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064" y="1230439"/>
            <a:ext cx="6591871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50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221AAF-2B52-1A6F-7E33-F65B3DA6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90" y="385883"/>
            <a:ext cx="6454699" cy="45419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F88B8-E190-FCBA-6F0D-B5816EA41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675" y="1692739"/>
            <a:ext cx="5118325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19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09E48-19BF-A3BF-70B9-DEA87EAF0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70" y="1211388"/>
            <a:ext cx="6218459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35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B64E35-6B67-DF2A-79C4-3B721A836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70" y="1230439"/>
            <a:ext cx="6218459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54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F163D1-5872-C0D2-8072-FA068C618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50" y="1245681"/>
            <a:ext cx="6454699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73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06376-4EC7-9F57-BC56-DDC4720F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47" y="1142802"/>
            <a:ext cx="6530906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05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353739-CE59-79AB-4461-65464B4E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99" y="1036112"/>
            <a:ext cx="6713802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98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0A8D8-98DE-F5F7-9899-84793F2F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880" y="1219008"/>
            <a:ext cx="7335797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90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5F477-41E5-151B-E82C-86CD6280C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1" y="1219008"/>
            <a:ext cx="7607580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12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1DB42-265B-F839-4DF4-F9683219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702" y="1245681"/>
            <a:ext cx="6416596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5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88D1A-A277-A055-99A1-134C6D2E9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1058974"/>
            <a:ext cx="8676640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33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EFF742-49A2-6B13-4E1E-04EE1F387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160" y="963716"/>
            <a:ext cx="8010189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81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0690CB-9166-840B-9852-293B5D2F5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959906"/>
            <a:ext cx="9753599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00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BE011-B03D-A1C8-88F3-831C61C30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1" y="1100888"/>
            <a:ext cx="7215156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19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D5A4F4-154B-A102-B830-A7241E3D9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1173284"/>
            <a:ext cx="6340389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04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1926C-1CCE-360D-19FC-0F143717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80" y="1116129"/>
            <a:ext cx="8219440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627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876043-88BD-BCC3-9BD9-7EF7EAF16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1" y="1058974"/>
            <a:ext cx="7471682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24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F318B3-2A34-F5A6-BAD4-E6C7AB240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64" y="1188526"/>
            <a:ext cx="6370872" cy="44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69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CFFD7-8398-7599-8996-96ACC0DD7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568960"/>
            <a:ext cx="7873999" cy="55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08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FAD76-2F05-7475-C2DF-04657972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1215198"/>
            <a:ext cx="7650479" cy="442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92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454D1-4651-E9A1-1A70-C4F16869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910" y="902751"/>
            <a:ext cx="8285769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48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57B855-3CBA-58B0-F318-079290989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702" y="2129677"/>
            <a:ext cx="6416596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841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1ED9D-7463-176C-E4AD-8156CB75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81" y="1192336"/>
            <a:ext cx="8829040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838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CA347C-FE84-C5D2-1529-1B14C0986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001819"/>
            <a:ext cx="9144000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142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FD71A-6053-E575-720B-8C76FD22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40" y="1017061"/>
            <a:ext cx="8808720" cy="4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57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95" y="460006"/>
            <a:ext cx="9894111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459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05" y="944380"/>
            <a:ext cx="9628500" cy="362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178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909286"/>
            <a:ext cx="8602275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57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87" y="188066"/>
            <a:ext cx="10408123" cy="487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545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researchgate.net/profile/Ali-Takieldeen/publication/326882425/figure/tbl3/AS:723959054077958@1549616697644/Block-Cipher-Modes-of-Operation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08" y="145087"/>
            <a:ext cx="10967126" cy="62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7364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www.researchgate.net/profile/David-Smekal-2/publication/327412747/figure/tbl2/AS:682351570993156@1539696700965/Block-Cipher-Mode-of-Operation_W64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 descr="https://www.researchgate.net/profile/David-Smekal-2/publication/327412747/figure/tbl2/AS:682351570993156@1539696700965/Block-Cipher-Mode-of-Operation_W64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39"/>
          <a:stretch/>
        </p:blipFill>
        <p:spPr bwMode="auto">
          <a:xfrm>
            <a:off x="460375" y="392060"/>
            <a:ext cx="10472451" cy="447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5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62</Words>
  <Application>Microsoft Office PowerPoint</Application>
  <PresentationFormat>Widescreen</PresentationFormat>
  <Paragraphs>14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Arial</vt:lpstr>
      <vt:lpstr>Calibri</vt:lpstr>
      <vt:lpstr>Calibri Light</vt:lpstr>
      <vt:lpstr>Times New Roman</vt:lpstr>
      <vt:lpstr>Office Theme</vt:lpstr>
      <vt:lpstr>BLOCK CIPHER DESIGN PRINCIPLES</vt:lpstr>
      <vt:lpstr>PowerPoint Presentation</vt:lpstr>
      <vt:lpstr>PowerPoint Presentation</vt:lpstr>
      <vt:lpstr>PowerPoint Presentation</vt:lpstr>
      <vt:lpstr>PowerPoint Presentation</vt:lpstr>
      <vt:lpstr>AVALANCHE EFFECT IN DES  AND  STRENGTH OF DES</vt:lpstr>
      <vt:lpstr>PowerPoint Presentation</vt:lpstr>
      <vt:lpstr>PowerPoint Presentation</vt:lpstr>
      <vt:lpstr>PowerPoint Presentation</vt:lpstr>
      <vt:lpstr>BLOCK CIPHER MODES OF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CIPHER DESIGN PRINCIPLES</dc:title>
  <dc:creator>Pranav A</dc:creator>
  <cp:lastModifiedBy>Selvaraj, Ramesh (Cognizant)</cp:lastModifiedBy>
  <cp:revision>36</cp:revision>
  <dcterms:created xsi:type="dcterms:W3CDTF">2026-01-26T05:47:49Z</dcterms:created>
  <dcterms:modified xsi:type="dcterms:W3CDTF">2026-07-17T06:11:50Z</dcterms:modified>
</cp:coreProperties>
</file>