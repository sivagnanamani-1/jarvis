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C29C8-9A03-F59E-E621-155D84A71F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129564-1368-808F-1442-3F40924C49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F8306-5956-61FD-A266-683D8C61B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245E4-E515-4A18-BDB4-EA203FD731D8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5FFAC9-2D9D-6572-8413-F6753F84B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D8E86E-28DF-245B-C13A-9BD3F90E2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17656-EE78-4B94-BFBC-D753C22705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6292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13134-82D4-7BE5-031A-6A6676F8E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E75C8-6CE4-551B-9D38-EA7566D11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61BBF-4A3C-72F9-A7D6-1AE3CAB5F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245E4-E515-4A18-BDB4-EA203FD731D8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60270-2A22-6FA8-8E9E-7792CDAAE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CC645-F24E-1EEF-D56D-1838841E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17656-EE78-4B94-BFBC-D753C22705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1133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49828-8411-37B6-6C82-4E8C5B5F6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102A58-5994-7A49-D118-DBF605850E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DF8CF-A327-EBC4-6DDA-605BEA3CC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245E4-E515-4A18-BDB4-EA203FD731D8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5D0544-4534-613D-5684-F65A9CB7F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65E47-0924-0C1B-C4F8-1573DB22A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17656-EE78-4B94-BFBC-D753C22705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8039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92402-8B02-0DAE-9175-1447F77F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A7B6E-18B6-A092-6EF6-95889E2FE1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E8FE89-B122-03EE-D3F7-1606561E21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C300D3-A6F3-D175-2421-09A9A42BA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245E4-E515-4A18-BDB4-EA203FD731D8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73B9C3-598E-B9F0-B6D2-425D7E416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C3DC7C-B965-7E1F-D878-7A2A33906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17656-EE78-4B94-BFBC-D753C22705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8463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E0DB9-9681-2878-92DC-C75AEB1F1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8E6A31-EB06-15F2-A96B-B40B90F9E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FD00FC-B372-0C45-6892-3DBD318353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989848-5D07-31EE-481A-E6ECF56777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5DB49B-396A-4440-5911-BA042FA421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9D3396-DF75-1EF2-802E-9056D0D2E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245E4-E515-4A18-BDB4-EA203FD731D8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50E84A-B28C-BA7E-275C-C0496959B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0BC181-EA88-20A6-8C0B-05BCCD4B7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17656-EE78-4B94-BFBC-D753C22705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4474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888CB-2C24-58E8-E73C-FB0C45582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C2D128-28B1-D4C6-43D6-CA0D92B79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245E4-E515-4A18-BDB4-EA203FD731D8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D14779-B796-A0BC-C13E-202C7C706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D07735-73CB-3012-BF49-9B3439C3D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17656-EE78-4B94-BFBC-D753C22705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4174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DEF87B-4873-3C64-6266-8D3B00C7D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245E4-E515-4A18-BDB4-EA203FD731D8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E123A4-0BF3-C858-35D5-CF55DE75A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E9CFDC-08E4-54F9-53A6-D79C282D1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17656-EE78-4B94-BFBC-D753C22705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4146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2ECAE-AF20-CC4E-F081-BD21581BC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22DCF-25BB-371A-8B55-9D5210E7F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68B6E0-AEC9-DA79-4DC6-AEA6BE8840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DEFFF3-D5D6-E3D1-D1FD-87606D82F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245E4-E515-4A18-BDB4-EA203FD731D8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867E18-42B2-ACB2-608A-7716E17CA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B3D8C1-6E0C-A3D5-B3C2-55C3B0B13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17656-EE78-4B94-BFBC-D753C22705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9851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E6124-493D-3248-B544-91DD8B803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8F6F84-E5AE-FB54-AE03-5801F79788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375C23-A14E-F755-5D0A-643A5F13BB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A110FA-5CF7-8198-7F45-53819B281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245E4-E515-4A18-BDB4-EA203FD731D8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CEBB4A-2EAE-D0E4-A4D7-3343DEE43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640D88-8358-F19B-A06B-A613A81CA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17656-EE78-4B94-BFBC-D753C22705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6182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E1D77-7A11-B857-B326-0B77B6371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606C0C-3F8B-8945-D565-16F4401436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EEBBDB-8086-7250-2B39-A0E999CB7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245E4-E515-4A18-BDB4-EA203FD731D8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DBD86-F333-B937-466C-4A8781AC9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C7C31-911B-FC85-2372-3CBB68E84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17656-EE78-4B94-BFBC-D753C22705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1824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E43BDA-6CF6-30A0-BB74-0DE6DD5C4E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AC9F4F-D128-7A57-68D6-AB65149E1D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897D9-ECB2-3D96-DCF6-6805DCD10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245E4-E515-4A18-BDB4-EA203FD731D8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58624-2D69-9798-E0B8-2EBE01F32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698B8C-7B1B-FC89-43FA-61A3B0C54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17656-EE78-4B94-BFBC-D753C22705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5703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BE17AF-F122-F5BF-CA24-F14BAA86F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58BFE9-608E-389E-93E3-D1F800292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D95471-EF63-61FB-F0F1-83F9F9963B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7245E4-E515-4A18-BDB4-EA203FD731D8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9CED7-3067-3252-E04B-5421E2C3E1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A2EB0-EC83-BEFB-81D1-CDB5E51A11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317656-EE78-4B94-BFBC-D753C22705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0356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D6EB1-F47E-2BDC-7445-310A7CC797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 DES, 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TRIPLE DES</a:t>
            </a:r>
          </a:p>
        </p:txBody>
      </p:sp>
    </p:spTree>
    <p:extLst>
      <p:ext uri="{BB962C8B-B14F-4D97-AF65-F5344CB8AC3E}">
        <p14:creationId xmlns:p14="http://schemas.microsoft.com/office/powerpoint/2010/main" val="2617370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C64378-CA78-A4D8-ABF8-D31E2FA28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00" y="1199957"/>
            <a:ext cx="9560559" cy="4458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932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1C6D4B-14AA-A272-2F5D-DDDC0FDC7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802640"/>
            <a:ext cx="7762240" cy="4912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992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33165B-964C-74E2-A71C-AE752E615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6800" y="497840"/>
            <a:ext cx="7772400" cy="5259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920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D6DBE5-BA79-BB82-EC24-84660E29B1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520" y="1078026"/>
            <a:ext cx="7701280" cy="4701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608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2162F7-98F9-EC07-1871-22624D8AC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963716"/>
            <a:ext cx="6557280" cy="4930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066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793B5F-4A38-F3E7-A54F-0F4A82FBC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185" y="902751"/>
            <a:ext cx="6797629" cy="505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29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C2BB60-5228-53C9-F6E1-2DFD1BB16C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8080" y="1028492"/>
            <a:ext cx="7691120" cy="4801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284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1A58CE-A075-E969-D0CD-B661896F6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240" y="1019611"/>
            <a:ext cx="8998233" cy="459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250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2981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03391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23903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</Words>
  <Application>Microsoft Office PowerPoint</Application>
  <PresentationFormat>Widescreen</PresentationFormat>
  <Paragraphs>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Theme</vt:lpstr>
      <vt:lpstr>DOUBLE DES,  TRIPLE DES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Pranav A</dc:creator>
  <cp:lastModifiedBy>Pranav A</cp:lastModifiedBy>
  <cp:revision>7</cp:revision>
  <dcterms:created xsi:type="dcterms:W3CDTF">2026-02-01T08:34:40Z</dcterms:created>
  <dcterms:modified xsi:type="dcterms:W3CDTF">2026-02-01T08:39:28Z</dcterms:modified>
</cp:coreProperties>
</file>