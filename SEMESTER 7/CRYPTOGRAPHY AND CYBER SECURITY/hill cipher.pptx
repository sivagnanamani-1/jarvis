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80" r:id="rId25"/>
    <p:sldId id="278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4" d="100"/>
          <a:sy n="84" d="100"/>
        </p:scale>
        <p:origin x="1402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43DF6-39B7-4493-9FB4-7F1AE96E56FF}" type="datetimeFigureOut">
              <a:rPr lang="en-IN" smtClean="0"/>
              <a:t>22-01-2025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454FC-17E8-4C69-9BC9-A13B80F3A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12146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43DF6-39B7-4493-9FB4-7F1AE96E56FF}" type="datetimeFigureOut">
              <a:rPr lang="en-IN" smtClean="0"/>
              <a:t>22-01-2025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454FC-17E8-4C69-9BC9-A13B80F3A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5927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43DF6-39B7-4493-9FB4-7F1AE96E56FF}" type="datetimeFigureOut">
              <a:rPr lang="en-IN" smtClean="0"/>
              <a:t>22-01-2025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454FC-17E8-4C69-9BC9-A13B80F3A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6291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43DF6-39B7-4493-9FB4-7F1AE96E56FF}" type="datetimeFigureOut">
              <a:rPr lang="en-IN" smtClean="0"/>
              <a:t>22-01-2025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454FC-17E8-4C69-9BC9-A13B80F3A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44867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43DF6-39B7-4493-9FB4-7F1AE96E56FF}" type="datetimeFigureOut">
              <a:rPr lang="en-IN" smtClean="0"/>
              <a:t>22-01-2025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454FC-17E8-4C69-9BC9-A13B80F3A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4648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43DF6-39B7-4493-9FB4-7F1AE96E56FF}" type="datetimeFigureOut">
              <a:rPr lang="en-IN" smtClean="0"/>
              <a:t>22-01-2025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454FC-17E8-4C69-9BC9-A13B80F3A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6804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43DF6-39B7-4493-9FB4-7F1AE96E56FF}" type="datetimeFigureOut">
              <a:rPr lang="en-IN" smtClean="0"/>
              <a:t>22-01-2025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454FC-17E8-4C69-9BC9-A13B80F3A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7041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43DF6-39B7-4493-9FB4-7F1AE96E56FF}" type="datetimeFigureOut">
              <a:rPr lang="en-IN" smtClean="0"/>
              <a:t>22-01-2025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454FC-17E8-4C69-9BC9-A13B80F3A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2467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43DF6-39B7-4493-9FB4-7F1AE96E56FF}" type="datetimeFigureOut">
              <a:rPr lang="en-IN" smtClean="0"/>
              <a:t>22-01-2025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454FC-17E8-4C69-9BC9-A13B80F3A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09868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43DF6-39B7-4493-9FB4-7F1AE96E56FF}" type="datetimeFigureOut">
              <a:rPr lang="en-IN" smtClean="0"/>
              <a:t>22-01-2025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454FC-17E8-4C69-9BC9-A13B80F3A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2845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43DF6-39B7-4493-9FB4-7F1AE96E56FF}" type="datetimeFigureOut">
              <a:rPr lang="en-IN" smtClean="0"/>
              <a:t>22-01-2025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4454FC-17E8-4C69-9BC9-A13B80F3A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2827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E43DF6-39B7-4493-9FB4-7F1AE96E56FF}" type="datetimeFigureOut">
              <a:rPr lang="en-IN" smtClean="0"/>
              <a:t>22-01-2025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4454FC-17E8-4C69-9BC9-A13B80F3A7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8051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23950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628800"/>
            <a:ext cx="8372433" cy="22850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349258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3025" y="2381250"/>
            <a:ext cx="6457950" cy="2095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308468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996" y="1412776"/>
            <a:ext cx="8041392" cy="4268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00853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075" y="2500313"/>
            <a:ext cx="7943850" cy="1857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978987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Step1:</a:t>
            </a:r>
            <a:endParaRPr lang="en-IN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2462213"/>
            <a:ext cx="8001000" cy="1933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31133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Step 2</a:t>
            </a:r>
          </a:p>
          <a:p>
            <a:endParaRPr lang="en-IN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536" y="2636913"/>
            <a:ext cx="6976776" cy="1263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681890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5900" y="1862138"/>
            <a:ext cx="6172200" cy="3133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751678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RRL</a:t>
            </a:r>
            <a:endParaRPr lang="en-IN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204864"/>
            <a:ext cx="7776864" cy="3960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538907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MWB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59" y="1596105"/>
            <a:ext cx="7992889" cy="4530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14977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kas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25" y="1409700"/>
            <a:ext cx="8667750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703304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pdh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1413858"/>
            <a:ext cx="8327082" cy="4315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501720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351128"/>
            <a:ext cx="7863979" cy="2263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081697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1752600"/>
            <a:ext cx="7981950" cy="3352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953922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1495425"/>
            <a:ext cx="4808562" cy="3867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23563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1638" y="2386013"/>
            <a:ext cx="5800725" cy="2085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434873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1150" y="2024063"/>
            <a:ext cx="5981700" cy="2809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413364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2575" y="1943100"/>
            <a:ext cx="6038850" cy="297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717699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IN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1571625"/>
            <a:ext cx="3028950" cy="1238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3137127"/>
            <a:ext cx="2371725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016" y="1571625"/>
            <a:ext cx="3419475" cy="1943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7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4293096"/>
            <a:ext cx="7477125" cy="204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397176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23</a:t>
            </a: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025" y="2262188"/>
            <a:ext cx="7981950" cy="2333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815820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327243306"/>
              </p:ext>
            </p:extLst>
          </p:nvPr>
        </p:nvGraphicFramePr>
        <p:xfrm>
          <a:off x="827581" y="476671"/>
          <a:ext cx="7920883" cy="61037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3834"/>
                <a:gridCol w="5587049"/>
              </a:tblGrid>
              <a:tr h="1080121">
                <a:tc gridSpan="2">
                  <a:txBody>
                    <a:bodyPr/>
                    <a:lstStyle/>
                    <a:p>
                      <a:r>
                        <a:rPr lang="en-IN" dirty="0" smtClean="0"/>
                        <a:t>To find </a:t>
                      </a:r>
                      <a:r>
                        <a:rPr lang="en-IN" dirty="0" err="1" smtClean="0"/>
                        <a:t>Adjoint</a:t>
                      </a:r>
                      <a:r>
                        <a:rPr lang="en-IN" baseline="0" dirty="0" smtClean="0"/>
                        <a:t> k</a:t>
                      </a:r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2376027">
                <a:tc>
                  <a:txBody>
                    <a:bodyPr/>
                    <a:lstStyle/>
                    <a:p>
                      <a:r>
                        <a:rPr lang="en-IN" dirty="0" smtClean="0"/>
                        <a:t>Step 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</a:tr>
              <a:tr h="2647573">
                <a:tc>
                  <a:txBody>
                    <a:bodyPr/>
                    <a:lstStyle/>
                    <a:p>
                      <a:r>
                        <a:rPr lang="en-IN" dirty="0" smtClean="0"/>
                        <a:t>Step2:repeat first</a:t>
                      </a:r>
                      <a:r>
                        <a:rPr lang="en-IN" baseline="0" dirty="0" smtClean="0"/>
                        <a:t> column again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9658" y="1535113"/>
            <a:ext cx="4832475" cy="2392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48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4221088"/>
            <a:ext cx="4852261" cy="2066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568692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700595565"/>
              </p:ext>
            </p:extLst>
          </p:nvPr>
        </p:nvGraphicFramePr>
        <p:xfrm>
          <a:off x="827581" y="476671"/>
          <a:ext cx="7920883" cy="61037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3834"/>
                <a:gridCol w="5587049"/>
              </a:tblGrid>
              <a:tr h="1080121">
                <a:tc gridSpan="2">
                  <a:txBody>
                    <a:bodyPr/>
                    <a:lstStyle/>
                    <a:p>
                      <a:r>
                        <a:rPr lang="en-IN" dirty="0" smtClean="0"/>
                        <a:t>To find </a:t>
                      </a:r>
                      <a:r>
                        <a:rPr lang="en-IN" dirty="0" err="1" smtClean="0"/>
                        <a:t>Adjoint</a:t>
                      </a:r>
                      <a:r>
                        <a:rPr lang="en-IN" baseline="0" dirty="0" smtClean="0"/>
                        <a:t> k</a:t>
                      </a:r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2376027">
                <a:tc>
                  <a:txBody>
                    <a:bodyPr/>
                    <a:lstStyle/>
                    <a:p>
                      <a:r>
                        <a:rPr lang="en-IN" dirty="0" smtClean="0"/>
                        <a:t>Step 3:repeat</a:t>
                      </a:r>
                      <a:r>
                        <a:rPr lang="en-IN" baseline="0" dirty="0" smtClean="0"/>
                        <a:t> first two row again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2647573">
                <a:tc>
                  <a:txBody>
                    <a:bodyPr/>
                    <a:lstStyle/>
                    <a:p>
                      <a:r>
                        <a:rPr lang="en-IN" dirty="0" smtClean="0"/>
                        <a:t>Step4:hide</a:t>
                      </a:r>
                      <a:r>
                        <a:rPr lang="en-IN" baseline="0" dirty="0" smtClean="0"/>
                        <a:t> first row and column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72" y="1484784"/>
            <a:ext cx="4343400" cy="24955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947" y="4149080"/>
            <a:ext cx="3905250" cy="240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5215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842568406"/>
              </p:ext>
            </p:extLst>
          </p:nvPr>
        </p:nvGraphicFramePr>
        <p:xfrm>
          <a:off x="827581" y="476671"/>
          <a:ext cx="7920883" cy="61037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3834"/>
                <a:gridCol w="5587049"/>
              </a:tblGrid>
              <a:tr h="1080121">
                <a:tc gridSpan="2">
                  <a:txBody>
                    <a:bodyPr/>
                    <a:lstStyle/>
                    <a:p>
                      <a:r>
                        <a:rPr lang="en-IN" dirty="0" smtClean="0"/>
                        <a:t>To find </a:t>
                      </a:r>
                      <a:r>
                        <a:rPr lang="en-IN" dirty="0" err="1" smtClean="0"/>
                        <a:t>Adjoint</a:t>
                      </a:r>
                      <a:r>
                        <a:rPr lang="en-IN" baseline="0" dirty="0" smtClean="0"/>
                        <a:t> k</a:t>
                      </a:r>
                      <a:endParaRPr lang="en-IN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2376027">
                <a:tc>
                  <a:txBody>
                    <a:bodyPr/>
                    <a:lstStyle/>
                    <a:p>
                      <a:r>
                        <a:rPr lang="en-IN" dirty="0" smtClean="0"/>
                        <a:t>Step 5: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  <a:tr h="2647573">
                <a:tc>
                  <a:txBody>
                    <a:bodyPr/>
                    <a:lstStyle/>
                    <a:p>
                      <a:r>
                        <a:rPr lang="en-IN" dirty="0" smtClean="0"/>
                        <a:t>Step6: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847" y="1628801"/>
            <a:ext cx="5040561" cy="217565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4999" y="4077072"/>
            <a:ext cx="4048125" cy="2524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1288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620688"/>
            <a:ext cx="8003231" cy="5472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5366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77150"/>
            <a:ext cx="7704856" cy="5472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3968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350" y="1262062"/>
            <a:ext cx="6591300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4019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672" y="404664"/>
            <a:ext cx="5000625" cy="11144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9712" y="2636912"/>
            <a:ext cx="4972050" cy="133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1369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036496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23 inverse is 17 how?</a:t>
            </a:r>
            <a:br>
              <a:rPr lang="en-US" dirty="0" smtClean="0"/>
            </a:br>
            <a:r>
              <a:rPr lang="en-US" sz="2200" dirty="0" smtClean="0"/>
              <a:t>When multiplicative inverse multiplied with that number and should get one as result remainder ,when you do mod 26 of the number</a:t>
            </a:r>
            <a:endParaRPr lang="en-US" sz="22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1914524"/>
            <a:ext cx="6264695" cy="43947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1520" y="1914524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target</a:t>
            </a:r>
            <a:endParaRPr lang="en-US" dirty="0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971600" y="2060848"/>
            <a:ext cx="720080" cy="216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9737" y="2653414"/>
            <a:ext cx="1008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Possible tries</a:t>
            </a:r>
            <a:endParaRPr lang="en-US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971600" y="2852936"/>
            <a:ext cx="7200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971600" y="2924944"/>
            <a:ext cx="720080" cy="4303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971600" y="2996952"/>
            <a:ext cx="720080" cy="7920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899592" y="2924944"/>
            <a:ext cx="792088" cy="13681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899592" y="2996952"/>
            <a:ext cx="792088" cy="19442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899592" y="2924944"/>
            <a:ext cx="792088" cy="2808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 flipV="1">
            <a:off x="899592" y="2283856"/>
            <a:ext cx="4032448" cy="569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899592" y="2924944"/>
            <a:ext cx="4032448" cy="28083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>
            <a:off x="899592" y="2924944"/>
            <a:ext cx="4104456" cy="32403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>
          <a:xfrm>
            <a:off x="899592" y="2852936"/>
            <a:ext cx="3888432" cy="5023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7" idx="3"/>
          </p:cNvCxnSpPr>
          <p:nvPr/>
        </p:nvCxnSpPr>
        <p:spPr>
          <a:xfrm>
            <a:off x="1057849" y="2976580"/>
            <a:ext cx="3658167" cy="8922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7" idx="3"/>
          </p:cNvCxnSpPr>
          <p:nvPr/>
        </p:nvCxnSpPr>
        <p:spPr>
          <a:xfrm>
            <a:off x="1057849" y="2976580"/>
            <a:ext cx="3874191" cy="19145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>
            <a:off x="1086732" y="3112436"/>
            <a:ext cx="3773300" cy="21910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884368" y="5949280"/>
            <a:ext cx="11521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Target satisfied</a:t>
            </a:r>
            <a:endParaRPr lang="en-US" dirty="0"/>
          </a:p>
        </p:txBody>
      </p:sp>
      <p:cxnSp>
        <p:nvCxnSpPr>
          <p:cNvPr id="37" name="Straight Arrow Connector 36"/>
          <p:cNvCxnSpPr/>
          <p:nvPr/>
        </p:nvCxnSpPr>
        <p:spPr>
          <a:xfrm flipH="1">
            <a:off x="6300192" y="5949280"/>
            <a:ext cx="1713950" cy="3231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094829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Continue with problem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1268760"/>
            <a:ext cx="6696744" cy="11811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2708920"/>
            <a:ext cx="6552728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2694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 verify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92" y="1844824"/>
            <a:ext cx="3209925" cy="1285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2941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2656"/>
            <a:ext cx="8420100" cy="505316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2080" y="5443835"/>
            <a:ext cx="2047875" cy="118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80404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3" y="332656"/>
            <a:ext cx="8640960" cy="33051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" y="3861048"/>
            <a:ext cx="8610600" cy="2581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7704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274638"/>
            <a:ext cx="8568952" cy="5545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4229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908720"/>
            <a:ext cx="8748464" cy="47815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80" y="5805264"/>
            <a:ext cx="800100" cy="40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4780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0612"/>
            <a:ext cx="8075240" cy="46767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704" y="5949280"/>
            <a:ext cx="914400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8235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506" y="404664"/>
            <a:ext cx="8721799" cy="455295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728" y="5157192"/>
            <a:ext cx="8382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32112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FINAL ANSWER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13" y="2605087"/>
            <a:ext cx="9191625" cy="1647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2162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42" y="1425268"/>
            <a:ext cx="8430716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451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198</TotalTime>
  <Words>61</Words>
  <Application>Microsoft Office PowerPoint</Application>
  <PresentationFormat>On-screen Show (4:3)</PresentationFormat>
  <Paragraphs>30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MWB</vt:lpstr>
      <vt:lpstr>kas</vt:lpstr>
      <vt:lpstr>pdh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23 inverse is 17 how? When multiplicative inverse multiplied with that number and should get one as result remainder ,when you do mod 26 of the number</vt:lpstr>
      <vt:lpstr>Continue with problem</vt:lpstr>
      <vt:lpstr>To verify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FINAL ANSWER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student</dc:creator>
  <cp:lastModifiedBy>DELL</cp:lastModifiedBy>
  <cp:revision>12</cp:revision>
  <dcterms:created xsi:type="dcterms:W3CDTF">2025-01-09T04:48:28Z</dcterms:created>
  <dcterms:modified xsi:type="dcterms:W3CDTF">2025-01-22T17:11:09Z</dcterms:modified>
</cp:coreProperties>
</file>