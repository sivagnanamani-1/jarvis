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54796-E94A-4A2A-93AA-A87D4A7D69C7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79D60-9FB1-44F9-AC27-A995F45580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283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079D60-9FB1-44F9-AC27-A995F45580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39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54CA-99D7-45C2-B9BE-7678EEC634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0B20-8848-46E1-8E01-13C1110DC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688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54CA-99D7-45C2-B9BE-7678EEC634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0B20-8848-46E1-8E01-13C1110DC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558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54CA-99D7-45C2-B9BE-7678EEC634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0B20-8848-46E1-8E01-13C1110DC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26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54CA-99D7-45C2-B9BE-7678EEC634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0B20-8848-46E1-8E01-13C1110DC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048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54CA-99D7-45C2-B9BE-7678EEC634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0B20-8848-46E1-8E01-13C1110DC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75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54CA-99D7-45C2-B9BE-7678EEC634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0B20-8848-46E1-8E01-13C1110DC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633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54CA-99D7-45C2-B9BE-7678EEC634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0B20-8848-46E1-8E01-13C1110DC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54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54CA-99D7-45C2-B9BE-7678EEC634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0B20-8848-46E1-8E01-13C1110DC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512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54CA-99D7-45C2-B9BE-7678EEC634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0B20-8848-46E1-8E01-13C1110DC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32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54CA-99D7-45C2-B9BE-7678EEC634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0B20-8848-46E1-8E01-13C1110DC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62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54CA-99D7-45C2-B9BE-7678EEC634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20B20-8848-46E1-8E01-13C1110DC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00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154CA-99D7-45C2-B9BE-7678EEC634A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20B20-8848-46E1-8E01-13C1110DC8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994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Group, Ring and Fields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4068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309" y="1171260"/>
            <a:ext cx="8459381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914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49" y="358275"/>
            <a:ext cx="3543795" cy="186716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8953" y="1961817"/>
            <a:ext cx="8897592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60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207" y="1385602"/>
            <a:ext cx="4191585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98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309" y="1095049"/>
            <a:ext cx="8459381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762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862" y="1042654"/>
            <a:ext cx="8240275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299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36" y="1466576"/>
            <a:ext cx="8802328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505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</Words>
  <Application>Microsoft Office PowerPoint</Application>
  <PresentationFormat>Widescreen</PresentationFormat>
  <Paragraphs>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Office Theme</vt:lpstr>
      <vt:lpstr>Group, Ring and Fields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Group, Ring and Fields</dc:title>
  <dc:creator>Admin</dc:creator>
  <cp:lastModifiedBy>Selvaraj, Ramesh (Cognizant)</cp:lastModifiedBy>
  <cp:revision>5</cp:revision>
  <dcterms:created xsi:type="dcterms:W3CDTF">2026-01-27T04:37:00Z</dcterms:created>
  <dcterms:modified xsi:type="dcterms:W3CDTF">2026-07-13T03:33:35Z</dcterms:modified>
</cp:coreProperties>
</file>