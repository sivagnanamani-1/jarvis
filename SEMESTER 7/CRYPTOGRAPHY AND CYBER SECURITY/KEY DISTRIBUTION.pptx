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8" r:id="rId3"/>
    <p:sldId id="257" r:id="rId4"/>
    <p:sldId id="258" r:id="rId5"/>
    <p:sldId id="289" r:id="rId6"/>
    <p:sldId id="290" r:id="rId7"/>
    <p:sldId id="259" r:id="rId8"/>
    <p:sldId id="291" r:id="rId9"/>
    <p:sldId id="292" r:id="rId10"/>
    <p:sldId id="260" r:id="rId11"/>
    <p:sldId id="261" r:id="rId12"/>
    <p:sldId id="262" r:id="rId13"/>
    <p:sldId id="263" r:id="rId14"/>
    <p:sldId id="264" r:id="rId15"/>
    <p:sldId id="265" r:id="rId16"/>
    <p:sldId id="293" r:id="rId17"/>
    <p:sldId id="294" r:id="rId18"/>
    <p:sldId id="266" r:id="rId19"/>
    <p:sldId id="26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73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B1D74-8AF7-4AFD-A60B-0D535E7EB848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AAF15-EED5-414E-8D1F-ADE4B8B0C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536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B1D74-8AF7-4AFD-A60B-0D535E7EB848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AAF15-EED5-414E-8D1F-ADE4B8B0C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4569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B1D74-8AF7-4AFD-A60B-0D535E7EB848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AAF15-EED5-414E-8D1F-ADE4B8B0C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0429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B1D74-8AF7-4AFD-A60B-0D535E7EB848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AAF15-EED5-414E-8D1F-ADE4B8B0C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1464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B1D74-8AF7-4AFD-A60B-0D535E7EB848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AAF15-EED5-414E-8D1F-ADE4B8B0C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801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B1D74-8AF7-4AFD-A60B-0D535E7EB848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AAF15-EED5-414E-8D1F-ADE4B8B0C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079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B1D74-8AF7-4AFD-A60B-0D535E7EB848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AAF15-EED5-414E-8D1F-ADE4B8B0C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714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B1D74-8AF7-4AFD-A60B-0D535E7EB848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AAF15-EED5-414E-8D1F-ADE4B8B0C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821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B1D74-8AF7-4AFD-A60B-0D535E7EB848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AAF15-EED5-414E-8D1F-ADE4B8B0C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7431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B1D74-8AF7-4AFD-A60B-0D535E7EB848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AAF15-EED5-414E-8D1F-ADE4B8B0C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146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B1D74-8AF7-4AFD-A60B-0D535E7EB848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AAF15-EED5-414E-8D1F-ADE4B8B0C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746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FB1D74-8AF7-4AFD-A60B-0D535E7EB848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DAAF15-EED5-414E-8D1F-ADE4B8B0C6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666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54" y="211015"/>
            <a:ext cx="11619913" cy="6372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18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79" y="204337"/>
            <a:ext cx="11591779" cy="644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065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51" y="98474"/>
            <a:ext cx="11563644" cy="675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652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62" y="182880"/>
            <a:ext cx="11451103" cy="6569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859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6473" y="3424237"/>
            <a:ext cx="19053" cy="952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r="42034" b="28185"/>
          <a:stretch/>
        </p:blipFill>
        <p:spPr>
          <a:xfrm>
            <a:off x="228400" y="207221"/>
            <a:ext cx="11377445" cy="5870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513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19558"/>
            <a:ext cx="12192001" cy="7097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865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48" y="140678"/>
            <a:ext cx="11995052" cy="64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314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02" y="203556"/>
            <a:ext cx="12041798" cy="6654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629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2192000" cy="668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494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50" y="0"/>
            <a:ext cx="11619915" cy="666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668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168812"/>
            <a:ext cx="11788726" cy="6689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345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0"/>
            <a:ext cx="11873133" cy="668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098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42" y="112542"/>
            <a:ext cx="11816861" cy="6499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856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42" y="154745"/>
            <a:ext cx="11760590" cy="6457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29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438" y="213864"/>
            <a:ext cx="11479236" cy="643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1901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996" y="522172"/>
            <a:ext cx="8355884" cy="4485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9674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612" y="298409"/>
            <a:ext cx="9651886" cy="5525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2597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598" y="323416"/>
            <a:ext cx="9516803" cy="621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2481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914" y="-43347"/>
            <a:ext cx="9650172" cy="6944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462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KEY DISTRIBUTION</dc:title>
  <dc:creator>admin</dc:creator>
  <cp:lastModifiedBy>admin</cp:lastModifiedBy>
  <cp:revision>10</cp:revision>
  <dcterms:created xsi:type="dcterms:W3CDTF">2026-02-08T05:27:57Z</dcterms:created>
  <dcterms:modified xsi:type="dcterms:W3CDTF">2026-02-08T17:55:40Z</dcterms:modified>
</cp:coreProperties>
</file>