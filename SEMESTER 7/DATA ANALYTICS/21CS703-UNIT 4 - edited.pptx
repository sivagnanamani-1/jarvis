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56" r:id="rId1"/>
  </p:sldMasterIdLst>
  <p:notesMasterIdLst>
    <p:notesMasterId r:id="rId6"/>
  </p:notesMasterIdLst>
  <p:sldIdLst>
    <p:sldId id="377" r:id="rId2"/>
    <p:sldId id="404" r:id="rId3"/>
    <p:sldId id="383" r:id="rId4"/>
    <p:sldId id="403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aya Kumara Liebig K G" userId="13be5505d9fc8000" providerId="LiveId" clId="{083335B1-1080-4A32-B642-1CF4A8B137AD}"/>
    <pc:docChg chg="undo custSel addSld delSld modSld sldOrd">
      <pc:chgData name="Vinaya Kumara Liebig K G" userId="13be5505d9fc8000" providerId="LiveId" clId="{083335B1-1080-4A32-B642-1CF4A8B137AD}" dt="2026-09-01T10:46:02.477" v="17" actId="47"/>
      <pc:docMkLst>
        <pc:docMk/>
      </pc:docMkLst>
      <pc:sldChg chg="del">
        <pc:chgData name="Vinaya Kumara Liebig K G" userId="13be5505d9fc8000" providerId="LiveId" clId="{083335B1-1080-4A32-B642-1CF4A8B137AD}" dt="2026-09-01T10:46:02.477" v="17" actId="47"/>
        <pc:sldMkLst>
          <pc:docMk/>
          <pc:sldMk cId="0" sldId="256"/>
        </pc:sldMkLst>
      </pc:sldChg>
      <pc:sldChg chg="del">
        <pc:chgData name="Vinaya Kumara Liebig K G" userId="13be5505d9fc8000" providerId="LiveId" clId="{083335B1-1080-4A32-B642-1CF4A8B137AD}" dt="2026-09-01T10:46:02.477" v="17" actId="47"/>
        <pc:sldMkLst>
          <pc:docMk/>
          <pc:sldMk cId="0" sldId="257"/>
        </pc:sldMkLst>
      </pc:sldChg>
      <pc:sldChg chg="del">
        <pc:chgData name="Vinaya Kumara Liebig K G" userId="13be5505d9fc8000" providerId="LiveId" clId="{083335B1-1080-4A32-B642-1CF4A8B137AD}" dt="2026-09-01T10:45:50.565" v="16" actId="47"/>
        <pc:sldMkLst>
          <pc:docMk/>
          <pc:sldMk cId="0" sldId="376"/>
        </pc:sldMkLst>
      </pc:sldChg>
      <pc:sldChg chg="add del ord">
        <pc:chgData name="Vinaya Kumara Liebig K G" userId="13be5505d9fc8000" providerId="LiveId" clId="{083335B1-1080-4A32-B642-1CF4A8B137AD}" dt="2026-09-01T10:45:50.565" v="16" actId="47"/>
        <pc:sldMkLst>
          <pc:docMk/>
          <pc:sldMk cId="1145397171" sldId="378"/>
        </pc:sldMkLst>
      </pc:sldChg>
      <pc:sldChg chg="del">
        <pc:chgData name="Vinaya Kumara Liebig K G" userId="13be5505d9fc8000" providerId="LiveId" clId="{083335B1-1080-4A32-B642-1CF4A8B137AD}" dt="2026-09-01T10:45:50.565" v="16" actId="47"/>
        <pc:sldMkLst>
          <pc:docMk/>
          <pc:sldMk cId="1145397171" sldId="379"/>
        </pc:sldMkLst>
      </pc:sldChg>
      <pc:sldChg chg="del">
        <pc:chgData name="Vinaya Kumara Liebig K G" userId="13be5505d9fc8000" providerId="LiveId" clId="{083335B1-1080-4A32-B642-1CF4A8B137AD}" dt="2026-09-01T10:45:50.565" v="16" actId="47"/>
        <pc:sldMkLst>
          <pc:docMk/>
          <pc:sldMk cId="3801210183" sldId="389"/>
        </pc:sldMkLst>
      </pc:sldChg>
      <pc:sldChg chg="del">
        <pc:chgData name="Vinaya Kumara Liebig K G" userId="13be5505d9fc8000" providerId="LiveId" clId="{083335B1-1080-4A32-B642-1CF4A8B137AD}" dt="2026-09-01T10:45:50.565" v="16" actId="47"/>
        <pc:sldMkLst>
          <pc:docMk/>
          <pc:sldMk cId="3878594017" sldId="390"/>
        </pc:sldMkLst>
      </pc:sldChg>
      <pc:sldChg chg="del">
        <pc:chgData name="Vinaya Kumara Liebig K G" userId="13be5505d9fc8000" providerId="LiveId" clId="{083335B1-1080-4A32-B642-1CF4A8B137AD}" dt="2026-09-01T10:45:50.565" v="16" actId="47"/>
        <pc:sldMkLst>
          <pc:docMk/>
          <pc:sldMk cId="3632511210" sldId="391"/>
        </pc:sldMkLst>
      </pc:sldChg>
      <pc:sldChg chg="del">
        <pc:chgData name="Vinaya Kumara Liebig K G" userId="13be5505d9fc8000" providerId="LiveId" clId="{083335B1-1080-4A32-B642-1CF4A8B137AD}" dt="2026-09-01T10:45:50.565" v="16" actId="47"/>
        <pc:sldMkLst>
          <pc:docMk/>
          <pc:sldMk cId="3752589095" sldId="392"/>
        </pc:sldMkLst>
      </pc:sldChg>
      <pc:sldChg chg="del">
        <pc:chgData name="Vinaya Kumara Liebig K G" userId="13be5505d9fc8000" providerId="LiveId" clId="{083335B1-1080-4A32-B642-1CF4A8B137AD}" dt="2026-09-01T10:45:50.565" v="16" actId="47"/>
        <pc:sldMkLst>
          <pc:docMk/>
          <pc:sldMk cId="2917802976" sldId="393"/>
        </pc:sldMkLst>
      </pc:sldChg>
      <pc:sldChg chg="del">
        <pc:chgData name="Vinaya Kumara Liebig K G" userId="13be5505d9fc8000" providerId="LiveId" clId="{083335B1-1080-4A32-B642-1CF4A8B137AD}" dt="2026-09-01T10:45:50.565" v="16" actId="47"/>
        <pc:sldMkLst>
          <pc:docMk/>
          <pc:sldMk cId="3042462630" sldId="394"/>
        </pc:sldMkLst>
      </pc:sldChg>
      <pc:sldChg chg="del">
        <pc:chgData name="Vinaya Kumara Liebig K G" userId="13be5505d9fc8000" providerId="LiveId" clId="{083335B1-1080-4A32-B642-1CF4A8B137AD}" dt="2026-09-01T10:45:50.565" v="16" actId="47"/>
        <pc:sldMkLst>
          <pc:docMk/>
          <pc:sldMk cId="232587348" sldId="395"/>
        </pc:sldMkLst>
      </pc:sldChg>
      <pc:sldChg chg="del">
        <pc:chgData name="Vinaya Kumara Liebig K G" userId="13be5505d9fc8000" providerId="LiveId" clId="{083335B1-1080-4A32-B642-1CF4A8B137AD}" dt="2026-09-01T10:45:50.565" v="16" actId="47"/>
        <pc:sldMkLst>
          <pc:docMk/>
          <pc:sldMk cId="3543174229" sldId="396"/>
        </pc:sldMkLst>
      </pc:sldChg>
      <pc:sldChg chg="del">
        <pc:chgData name="Vinaya Kumara Liebig K G" userId="13be5505d9fc8000" providerId="LiveId" clId="{083335B1-1080-4A32-B642-1CF4A8B137AD}" dt="2026-09-01T10:45:50.565" v="16" actId="47"/>
        <pc:sldMkLst>
          <pc:docMk/>
          <pc:sldMk cId="466836315" sldId="397"/>
        </pc:sldMkLst>
      </pc:sldChg>
      <pc:sldChg chg="del">
        <pc:chgData name="Vinaya Kumara Liebig K G" userId="13be5505d9fc8000" providerId="LiveId" clId="{083335B1-1080-4A32-B642-1CF4A8B137AD}" dt="2026-09-01T10:45:50.565" v="16" actId="47"/>
        <pc:sldMkLst>
          <pc:docMk/>
          <pc:sldMk cId="3910975654" sldId="398"/>
        </pc:sldMkLst>
      </pc:sldChg>
      <pc:sldChg chg="del">
        <pc:chgData name="Vinaya Kumara Liebig K G" userId="13be5505d9fc8000" providerId="LiveId" clId="{083335B1-1080-4A32-B642-1CF4A8B137AD}" dt="2026-09-01T10:45:50.565" v="16" actId="47"/>
        <pc:sldMkLst>
          <pc:docMk/>
          <pc:sldMk cId="2686931651" sldId="399"/>
        </pc:sldMkLst>
      </pc:sldChg>
      <pc:sldChg chg="del">
        <pc:chgData name="Vinaya Kumara Liebig K G" userId="13be5505d9fc8000" providerId="LiveId" clId="{083335B1-1080-4A32-B642-1CF4A8B137AD}" dt="2026-09-01T10:45:50.565" v="16" actId="47"/>
        <pc:sldMkLst>
          <pc:docMk/>
          <pc:sldMk cId="2668269332" sldId="401"/>
        </pc:sldMkLst>
      </pc:sldChg>
      <pc:sldChg chg="add del ord">
        <pc:chgData name="Vinaya Kumara Liebig K G" userId="13be5505d9fc8000" providerId="LiveId" clId="{083335B1-1080-4A32-B642-1CF4A8B137AD}" dt="2026-09-01T10:45:11.075" v="5" actId="47"/>
        <pc:sldMkLst>
          <pc:docMk/>
          <pc:sldMk cId="323598735" sldId="403"/>
        </pc:sldMkLst>
      </pc:sldChg>
      <pc:sldChg chg="del">
        <pc:chgData name="Vinaya Kumara Liebig K G" userId="13be5505d9fc8000" providerId="LiveId" clId="{083335B1-1080-4A32-B642-1CF4A8B137AD}" dt="2026-09-01T10:45:50.565" v="16" actId="47"/>
        <pc:sldMkLst>
          <pc:docMk/>
          <pc:sldMk cId="3085340701" sldId="405"/>
        </pc:sldMkLst>
      </pc:sldChg>
      <pc:sldChg chg="del">
        <pc:chgData name="Vinaya Kumara Liebig K G" userId="13be5505d9fc8000" providerId="LiveId" clId="{083335B1-1080-4A32-B642-1CF4A8B137AD}" dt="2026-09-01T10:45:50.565" v="16" actId="47"/>
        <pc:sldMkLst>
          <pc:docMk/>
          <pc:sldMk cId="1505987748" sldId="406"/>
        </pc:sldMkLst>
      </pc:sldChg>
      <pc:sldChg chg="del">
        <pc:chgData name="Vinaya Kumara Liebig K G" userId="13be5505d9fc8000" providerId="LiveId" clId="{083335B1-1080-4A32-B642-1CF4A8B137AD}" dt="2026-09-01T10:45:50.565" v="16" actId="47"/>
        <pc:sldMkLst>
          <pc:docMk/>
          <pc:sldMk cId="361494787" sldId="407"/>
        </pc:sldMkLst>
      </pc:sldChg>
      <pc:sldChg chg="del">
        <pc:chgData name="Vinaya Kumara Liebig K G" userId="13be5505d9fc8000" providerId="LiveId" clId="{083335B1-1080-4A32-B642-1CF4A8B137AD}" dt="2026-09-01T10:45:50.565" v="16" actId="47"/>
        <pc:sldMkLst>
          <pc:docMk/>
          <pc:sldMk cId="778111520" sldId="408"/>
        </pc:sldMkLst>
      </pc:sldChg>
      <pc:sldChg chg="del">
        <pc:chgData name="Vinaya Kumara Liebig K G" userId="13be5505d9fc8000" providerId="LiveId" clId="{083335B1-1080-4A32-B642-1CF4A8B137AD}" dt="2026-09-01T10:45:50.565" v="16" actId="47"/>
        <pc:sldMkLst>
          <pc:docMk/>
          <pc:sldMk cId="2767252085" sldId="409"/>
        </pc:sldMkLst>
      </pc:sldChg>
      <pc:sldChg chg="del">
        <pc:chgData name="Vinaya Kumara Liebig K G" userId="13be5505d9fc8000" providerId="LiveId" clId="{083335B1-1080-4A32-B642-1CF4A8B137AD}" dt="2026-09-01T10:45:50.565" v="16" actId="47"/>
        <pc:sldMkLst>
          <pc:docMk/>
          <pc:sldMk cId="2132871413" sldId="41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A2191A-46F2-4FF8-A7E3-8CFE9666AB61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4A93FB-E771-4AAA-99D5-0D6664061FF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6439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DDE9F-7E0C-ABAA-EE52-4BD0741A2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A28941-6F5F-AA33-AC79-4F2D30EB7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F32201-0795-E0CE-F13F-231A0B9A43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FBB3E8-E5D6-40D3-7FA9-AC822B6589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5501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6439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360CB-3205-A02C-D14E-C3EE76198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C5F102-715B-E009-0684-1A5947089B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B2EDD9-4D96-8FC4-8016-DF9628C1A6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13137E-24FF-B2A7-AFD9-AA343E60F2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419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6906E-E797-4FF6-89A4-B046BD785CEB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Dr.A.GNANASEKAR, ASP/ CSE, RMDEC</a:t>
            </a: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4C26CFB4-C37B-4B08-9195-C507F43488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19B4C-785E-439D-B6E3-3ECA9A5AA34E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Dr.A.GNANASEKAR, ASP/ CSE, RMDEC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AB49F-B7FC-467C-8025-2DB136E2C77D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r>
              <a:rPr lang="en-US"/>
              <a:t>Dr.A.GNANASEKAR, ASP/ CSE, RMDEC</a:t>
            </a:r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4C26CFB4-C37B-4B08-9195-C507F43488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326B9-C93C-4D85-98F6-5ABD02038897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Dr.A.GNANASEKAR, ASP/ CSE, RMDEC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48A0C-1689-4CCA-BE75-70CB3045278A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Dr.A.GNANASEKAR, ASP/ CSE, RMDEC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4F7B4-744E-44C2-BAD2-51E5EC43A004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Dr.A.GNANASEKAR, ASP/ CSE, RMDEC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98FD8-18F8-4CC3-BBF2-62976947AE76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Dr.A.GNANASEKAR, ASP/ CSE, RMDEC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ECC87-58B2-4C25-B83B-B0FB0906B857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Dr.A.GNANASEKAR, ASP/ CSE, RMDEC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25FD5-198F-4F47-AB8A-F2582F0E0374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r>
              <a:rPr lang="en-US"/>
              <a:t>Dr.A.GNANASEKAR, ASP/ CSE, RMDEC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4C26CFB4-C37B-4B08-9195-C507F43488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8D6A9-E07E-4B35-8625-F7270D328226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Dr.A.GNANASEKAR, ASP/ CSE, RMDEC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E82E3-C253-49FD-900A-8B8022D9FCAD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Dr.A.GNANASEKAR, ASP/ CSE, RMDEC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C8F07199-8A79-4C7B-A7EE-4E06BC79A5FD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Dr.A.GNANASEKAR, ASP/ CSE, RMDEC</a:t>
            </a: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4C26CFB4-C37B-4B08-9195-C507F434882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57" r:id="rId1"/>
    <p:sldLayoutId id="2147484058" r:id="rId2"/>
    <p:sldLayoutId id="2147484059" r:id="rId3"/>
    <p:sldLayoutId id="2147484060" r:id="rId4"/>
    <p:sldLayoutId id="2147484061" r:id="rId5"/>
    <p:sldLayoutId id="2147484062" r:id="rId6"/>
    <p:sldLayoutId id="2147484063" r:id="rId7"/>
    <p:sldLayoutId id="2147484064" r:id="rId8"/>
    <p:sldLayoutId id="2147484065" r:id="rId9"/>
    <p:sldLayoutId id="2147484066" r:id="rId10"/>
    <p:sldLayoutId id="2147484067" r:id="rId11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sz="3600" b="1" dirty="0">
                <a:solidFill>
                  <a:schemeClr val="accent1"/>
                </a:solidFill>
                <a:latin typeface="+mn-lt"/>
              </a:rPr>
              <a:t>UNIT 4 –</a:t>
            </a:r>
            <a:r>
              <a:rPr lang="en-US" sz="3600" b="1" dirty="0">
                <a:solidFill>
                  <a:schemeClr val="accent1"/>
                </a:solidFill>
              </a:rPr>
              <a:t>Data stream</a:t>
            </a:r>
            <a:r>
              <a:rPr lang="en-US" sz="3600" b="1" dirty="0"/>
              <a:t>	</a:t>
            </a:r>
            <a:r>
              <a:rPr lang="en-US" b="1" dirty="0"/>
              <a:t>	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9/1/2026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A388355-FDB3-0ACB-4752-85A3D3695A1D}"/>
              </a:ext>
            </a:extLst>
          </p:cNvPr>
          <p:cNvSpPr txBox="1"/>
          <p:nvPr/>
        </p:nvSpPr>
        <p:spPr>
          <a:xfrm>
            <a:off x="603504" y="1219200"/>
            <a:ext cx="815949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Data stream refers to </a:t>
            </a:r>
            <a:r>
              <a:rPr lang="en-US" sz="32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the continuous flow </a:t>
            </a:r>
            <a:r>
              <a:rPr lang="en-US" sz="32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of data generated by various sources in real-time.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273239"/>
              </a:solidFill>
              <a:highlight>
                <a:srgbClr val="FFFFFF"/>
              </a:highlight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5397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9BB91-E8CC-C469-FDB9-C49718712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289C6-5D25-4704-4B2F-DFB40DE5C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sz="3600" b="1" dirty="0">
                <a:solidFill>
                  <a:schemeClr val="accent1"/>
                </a:solidFill>
                <a:latin typeface="+mn-lt"/>
              </a:rPr>
              <a:t>UNIT 4 –</a:t>
            </a:r>
            <a:r>
              <a:rPr lang="en-US" sz="3600" b="1" dirty="0">
                <a:solidFill>
                  <a:schemeClr val="accent1"/>
                </a:solidFill>
              </a:rPr>
              <a:t>Data stream Model</a:t>
            </a:r>
            <a:r>
              <a:rPr lang="en-US" sz="3600" b="1" dirty="0"/>
              <a:t>	</a:t>
            </a:r>
            <a:r>
              <a:rPr lang="en-US" b="1" dirty="0"/>
              <a:t>	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DC23C7-604E-A549-0D0A-15B4909AF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9/1/2026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81A87-8CE9-4106-EDBB-AC0334FC0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3261B-76E3-CB89-87D2-139D5EB2B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38BCE6-A9F8-C56B-A071-F65C67E8E9F9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297AE5E-08DD-808C-B855-1FF4244101C6}"/>
              </a:ext>
            </a:extLst>
          </p:cNvPr>
          <p:cNvSpPr txBox="1"/>
          <p:nvPr/>
        </p:nvSpPr>
        <p:spPr>
          <a:xfrm>
            <a:off x="603504" y="1219200"/>
            <a:ext cx="815949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highlight>
                  <a:srgbClr val="FFFFFF"/>
                </a:highlight>
              </a:rPr>
              <a:t>The </a:t>
            </a:r>
            <a:r>
              <a:rPr lang="en-US" sz="3200" b="1" dirty="0">
                <a:highlight>
                  <a:srgbClr val="FFFFFF"/>
                </a:highlight>
              </a:rPr>
              <a:t>data stream model</a:t>
            </a:r>
            <a:r>
              <a:rPr lang="en-US" sz="3200" dirty="0">
                <a:highlight>
                  <a:srgbClr val="FFFFFF"/>
                </a:highlight>
              </a:rPr>
              <a:t> is designed to handle </a:t>
            </a:r>
            <a:r>
              <a:rPr lang="en-US" sz="3200" dirty="0">
                <a:solidFill>
                  <a:srgbClr val="FF0000"/>
                </a:solidFill>
                <a:highlight>
                  <a:srgbClr val="FFFFFF"/>
                </a:highlight>
              </a:rPr>
              <a:t>large</a:t>
            </a:r>
            <a:r>
              <a:rPr lang="en-US" sz="3200" dirty="0">
                <a:highlight>
                  <a:srgbClr val="FFFFFF"/>
                </a:highlight>
              </a:rPr>
              <a:t>, </a:t>
            </a:r>
            <a:r>
              <a:rPr lang="en-US" sz="3200" dirty="0">
                <a:solidFill>
                  <a:srgbClr val="FF0000"/>
                </a:solidFill>
                <a:highlight>
                  <a:srgbClr val="FFFFFF"/>
                </a:highlight>
              </a:rPr>
              <a:t>continuous</a:t>
            </a:r>
            <a:r>
              <a:rPr lang="en-US" sz="3200" dirty="0">
                <a:highlight>
                  <a:srgbClr val="FFFFFF"/>
                </a:highlight>
              </a:rPr>
              <a:t>, and </a:t>
            </a:r>
            <a:r>
              <a:rPr lang="en-US" sz="3200" dirty="0">
                <a:solidFill>
                  <a:srgbClr val="FF0000"/>
                </a:solidFill>
                <a:highlight>
                  <a:srgbClr val="FFFFFF"/>
                </a:highlight>
              </a:rPr>
              <a:t>rapidly arriving data</a:t>
            </a:r>
            <a:r>
              <a:rPr lang="en-US" sz="3200" dirty="0">
                <a:highlight>
                  <a:srgbClr val="FFFFFF"/>
                </a:highlight>
              </a:rPr>
              <a:t>, </a:t>
            </a:r>
            <a:r>
              <a:rPr lang="en-US" sz="3200" dirty="0">
                <a:solidFill>
                  <a:srgbClr val="FF0000"/>
                </a:solidFill>
                <a:highlight>
                  <a:srgbClr val="FFFFFF"/>
                </a:highlight>
              </a:rPr>
              <a:t>focusing on </a:t>
            </a:r>
            <a:r>
              <a:rPr lang="en-US" sz="3200" i="1" dirty="0">
                <a:solidFill>
                  <a:srgbClr val="00B050"/>
                </a:solidFill>
                <a:highlight>
                  <a:srgbClr val="FFFFFF"/>
                </a:highlight>
              </a:rPr>
              <a:t>real-time</a:t>
            </a:r>
            <a:r>
              <a:rPr lang="en-US" sz="3200" i="1" dirty="0">
                <a:highlight>
                  <a:srgbClr val="FFFFFF"/>
                </a:highlight>
              </a:rPr>
              <a:t>, </a:t>
            </a:r>
            <a:r>
              <a:rPr lang="en-US" sz="3200" i="1" dirty="0">
                <a:solidFill>
                  <a:srgbClr val="00B050"/>
                </a:solidFill>
                <a:highlight>
                  <a:srgbClr val="FFFFFF"/>
                </a:highlight>
              </a:rPr>
              <a:t>memory-efficient</a:t>
            </a:r>
            <a:r>
              <a:rPr lang="en-US" sz="3200" i="1" dirty="0">
                <a:highlight>
                  <a:srgbClr val="FFFFFF"/>
                </a:highlight>
              </a:rPr>
              <a:t>, and </a:t>
            </a:r>
            <a:r>
              <a:rPr lang="en-US" sz="3200" i="1" dirty="0">
                <a:solidFill>
                  <a:srgbClr val="00B050"/>
                </a:solidFill>
                <a:highlight>
                  <a:srgbClr val="FFFFFF"/>
                </a:highlight>
              </a:rPr>
              <a:t>approximate</a:t>
            </a:r>
            <a:r>
              <a:rPr lang="en-US" sz="3200" dirty="0">
                <a:highlight>
                  <a:srgbClr val="FFFFFF"/>
                </a:highlight>
              </a:rPr>
              <a:t> computation.</a:t>
            </a:r>
            <a:endParaRPr lang="en-US" sz="3200" dirty="0">
              <a:solidFill>
                <a:srgbClr val="273239"/>
              </a:solidFill>
              <a:highlight>
                <a:srgbClr val="FFFFFF"/>
              </a:highlight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3408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sz="3600" b="1" dirty="0">
                <a:solidFill>
                  <a:schemeClr val="accent1"/>
                </a:solidFill>
                <a:latin typeface="+mn-lt"/>
              </a:rPr>
              <a:t>UNIT 4 - Data stream Model</a:t>
            </a:r>
            <a:r>
              <a:rPr lang="en-US" b="1" dirty="0"/>
              <a:t>	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9/1/2026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StreamDataModel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95400" y="1084385"/>
            <a:ext cx="6553200" cy="4596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397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B81B3-FC33-7788-5F3A-29AE1C1A9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275CE-6399-E73B-10C9-1CFE03B33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sz="3600" b="1" dirty="0">
                <a:solidFill>
                  <a:schemeClr val="accent1"/>
                </a:solidFill>
                <a:latin typeface="+mn-lt"/>
              </a:rPr>
              <a:t>UNIT 4 –</a:t>
            </a:r>
            <a:r>
              <a:rPr lang="en-US" sz="3600" b="1" dirty="0">
                <a:solidFill>
                  <a:schemeClr val="accent1"/>
                </a:solidFill>
              </a:rPr>
              <a:t>Data stream Model</a:t>
            </a:r>
            <a:r>
              <a:rPr lang="en-US" sz="3600" b="1" dirty="0"/>
              <a:t>	</a:t>
            </a:r>
            <a:r>
              <a:rPr lang="en-US" b="1" dirty="0"/>
              <a:t>	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F11ED-42EB-9C3E-33B6-6FE953B91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9/1/2026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3883D7-FA20-7FBC-DD18-54DDE2F9A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EAC07B-8EF4-A393-D4B0-A70E943C4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B52F6F9-94F3-C596-C2AC-C3CEEB9AB069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D67AFC1-0944-55DC-60B7-708D672C407A}"/>
              </a:ext>
            </a:extLst>
          </p:cNvPr>
          <p:cNvSpPr txBox="1"/>
          <p:nvPr/>
        </p:nvSpPr>
        <p:spPr>
          <a:xfrm>
            <a:off x="530352" y="1066800"/>
            <a:ext cx="8159496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Multiple input streams arrive continuously </a:t>
            </a:r>
            <a:r>
              <a:rPr lang="en-US" sz="2400" dirty="0">
                <a:solidFill>
                  <a:srgbClr val="273239"/>
                </a:solidFill>
              </a:rPr>
              <a:t>(numbers, text, bits).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Each incoming event is accepted by the </a:t>
            </a:r>
            <a:r>
              <a:rPr lang="en-US" sz="2400" b="1" dirty="0"/>
              <a:t>Stream Processor</a:t>
            </a:r>
            <a:r>
              <a:rPr lang="en-US" sz="2400" dirty="0"/>
              <a:t> as soon as it arrives. The processor reads the event metadata.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The processor determines the time model it will use: </a:t>
            </a:r>
            <a:r>
              <a:rPr lang="en-US" sz="2400" i="1" dirty="0"/>
              <a:t>processing-time</a:t>
            </a:r>
            <a:r>
              <a:rPr lang="en-US" sz="2400" dirty="0"/>
              <a:t> (when it was seen) or </a:t>
            </a:r>
            <a:r>
              <a:rPr lang="en-US" sz="2400" i="1" dirty="0"/>
              <a:t>event-time</a:t>
            </a:r>
            <a:r>
              <a:rPr lang="en-US" sz="2400" dirty="0"/>
              <a:t> (the event’s own timestamp).</a:t>
            </a:r>
            <a:endParaRPr lang="en-US" sz="2400" dirty="0">
              <a:solidFill>
                <a:srgbClr val="273239"/>
              </a:solidFill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A Stream Processor handles them in real time using: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Limited Working Storage → small in-memory state (windows, counters, sketches).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Standing Queries → continuous queries running all the time.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Ad-hoc Queries → one-time user queries.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Archival Storage → long-term data history for batch/offline analysis.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Processor updates state, applies queries, and produces output streams.</a:t>
            </a:r>
          </a:p>
          <a:p>
            <a:pPr algn="just"/>
            <a:endParaRPr lang="en-US" sz="2000" dirty="0">
              <a:solidFill>
                <a:srgbClr val="273239"/>
              </a:solidFill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235987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1614</TotalTime>
  <Words>293</Words>
  <Application>Microsoft Office PowerPoint</Application>
  <PresentationFormat>On-screen Show (4:3)</PresentationFormat>
  <Paragraphs>31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Franklin Gothic Book</vt:lpstr>
      <vt:lpstr>Nunito</vt:lpstr>
      <vt:lpstr>Perpetua</vt:lpstr>
      <vt:lpstr>Wingdings 2</vt:lpstr>
      <vt:lpstr>Equity</vt:lpstr>
      <vt:lpstr>          UNIT 4 –Data stream  </vt:lpstr>
      <vt:lpstr>          UNIT 4 –Data stream Model  </vt:lpstr>
      <vt:lpstr>          UNIT 4 - Data stream Model </vt:lpstr>
      <vt:lpstr>          UNIT 4 –Data stream Model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22CS402   WEB DEVELOPMENT FRAMEWORKS</dc:title>
  <dc:creator>AGS</dc:creator>
  <cp:lastModifiedBy>Vinaya Kumara Liebig K G</cp:lastModifiedBy>
  <cp:revision>224</cp:revision>
  <dcterms:created xsi:type="dcterms:W3CDTF">2023-11-27T03:01:53Z</dcterms:created>
  <dcterms:modified xsi:type="dcterms:W3CDTF">2026-09-01T10:46:16Z</dcterms:modified>
</cp:coreProperties>
</file>